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2.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4.xml" ContentType="application/vnd.openxmlformats-officedocument.theme+xml"/>
  <Override PartName="/ppt/tags/tag1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718" r:id="rId2"/>
    <p:sldMasterId id="2147483660" r:id="rId3"/>
  </p:sldMasterIdLst>
  <p:notesMasterIdLst>
    <p:notesMasterId r:id="rId15"/>
  </p:notesMasterIdLst>
  <p:sldIdLst>
    <p:sldId id="271" r:id="rId4"/>
    <p:sldId id="257" r:id="rId5"/>
    <p:sldId id="268" r:id="rId6"/>
    <p:sldId id="258" r:id="rId7"/>
    <p:sldId id="259" r:id="rId8"/>
    <p:sldId id="260" r:id="rId9"/>
    <p:sldId id="261" r:id="rId10"/>
    <p:sldId id="262" r:id="rId11"/>
    <p:sldId id="263" r:id="rId12"/>
    <p:sldId id="264" r:id="rId13"/>
    <p:sldId id="272" r:id="rId14"/>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3B842A-0FC9-A0A7-743C-3ADC833D4825}" v="4" dt="2025-01-06T05:50:22.1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660900" y="0"/>
            <a:ext cx="3567113" cy="733425"/>
          </a:xfrm>
          <a:prstGeom prst="rect">
            <a:avLst/>
          </a:prstGeom>
        </p:spPr>
        <p:txBody>
          <a:bodyPr vert="horz" lIns="91440" tIns="45720" rIns="91440" bIns="45720" rtlCol="0"/>
          <a:lstStyle>
            <a:lvl1pPr algn="r">
              <a:defRPr sz="1200"/>
            </a:lvl1pPr>
          </a:lstStyle>
          <a:p>
            <a:fld id="{6FE3876C-A3E8-46F6-BAA6-69D5AEB3A21B}" type="datetimeFigureOut">
              <a:t>5/2/2025</a:t>
            </a:fld>
            <a:endParaRPr lang="en-US"/>
          </a:p>
        </p:txBody>
      </p:sp>
      <p:sp>
        <p:nvSpPr>
          <p:cNvPr id="4" name="Slide Image Placeholder 3"/>
          <p:cNvSpPr>
            <a:spLocks noGrp="1" noRot="1" noChangeAspect="1"/>
          </p:cNvSpPr>
          <p:nvPr>
            <p:ph type="sldImg" idx="2"/>
          </p:nvPr>
        </p:nvSpPr>
        <p:spPr>
          <a:xfrm>
            <a:off x="-273050" y="1828800"/>
            <a:ext cx="8775700" cy="49371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822325" y="7040563"/>
            <a:ext cx="6584950" cy="57610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3896975"/>
            <a:ext cx="3565525" cy="7334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660900" y="13896975"/>
            <a:ext cx="3567113" cy="733425"/>
          </a:xfrm>
          <a:prstGeom prst="rect">
            <a:avLst/>
          </a:prstGeom>
        </p:spPr>
        <p:txBody>
          <a:bodyPr vert="horz" lIns="91440" tIns="45720" rIns="91440" bIns="45720" rtlCol="0" anchor="b"/>
          <a:lstStyle>
            <a:lvl1pPr algn="r">
              <a:defRPr sz="1200"/>
            </a:lvl1pPr>
          </a:lstStyle>
          <a:p>
            <a:fld id="{52EF1300-CD7D-4EDA-ADE8-A021DA39D3EF}" type="slidenum">
              <a:t>‹#›</a:t>
            </a:fld>
            <a:endParaRPr lang="en-US"/>
          </a:p>
        </p:txBody>
      </p:sp>
    </p:spTree>
    <p:extLst>
      <p:ext uri="{BB962C8B-B14F-4D97-AF65-F5344CB8AC3E}">
        <p14:creationId xmlns:p14="http://schemas.microsoft.com/office/powerpoint/2010/main" val="1492017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FEAE42-E3FE-4405-B7FC-4425D05B92A0}" type="slidenum">
              <a:rPr kumimoji="0" lang="en-US" sz="1000" b="0" i="0" u="none" strike="noStrike" kern="1200" cap="none" spc="0" normalizeH="0" baseline="0" noProof="0" smtClean="0">
                <a:ln>
                  <a:noFill/>
                </a:ln>
                <a:solidFill>
                  <a:prstClr val="black"/>
                </a:solidFill>
                <a:effectLst/>
                <a:uLnTx/>
                <a:uFillTx/>
                <a:latin typeface="MetricHPE" panose="020B0503030202060203" pitchFamily="34" charset="-18"/>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000" b="0" i="0" u="none" strike="noStrike" kern="1200" cap="none" spc="0" normalizeH="0" baseline="0" noProof="0" dirty="0">
              <a:ln>
                <a:noFill/>
              </a:ln>
              <a:solidFill>
                <a:prstClr val="black"/>
              </a:solidFill>
              <a:effectLst/>
              <a:uLnTx/>
              <a:uFillTx/>
              <a:latin typeface="MetricHPE" panose="020B0503030202060203" pitchFamily="34" charset="-18"/>
              <a:ea typeface="+mn-ea"/>
              <a:cs typeface="+mn-cs"/>
            </a:endParaRPr>
          </a:p>
        </p:txBody>
      </p:sp>
    </p:spTree>
    <p:extLst>
      <p:ext uri="{BB962C8B-B14F-4D97-AF65-F5344CB8AC3E}">
        <p14:creationId xmlns:p14="http://schemas.microsoft.com/office/powerpoint/2010/main" val="27335028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a typeface="Calibri"/>
                <a:cs typeface="Calibri"/>
              </a:rPr>
              <a:t>Basic Data Processing Pipeline</a:t>
            </a:r>
            <a:endParaRPr lang="en-US" b="1" dirty="0"/>
          </a:p>
          <a:p>
            <a:endParaRPr lang="en-US" dirty="0"/>
          </a:p>
          <a:p>
            <a:r>
              <a:rPr lang="en-US" dirty="0"/>
              <a:t>1. </a:t>
            </a:r>
            <a:r>
              <a:rPr lang="en-US" b="1" dirty="0"/>
              <a:t>Data Source Identification</a:t>
            </a:r>
            <a:endParaRPr lang="en-US" dirty="0">
              <a:ea typeface="Calibri"/>
              <a:cs typeface="Calibri"/>
            </a:endParaRPr>
          </a:p>
          <a:p>
            <a:pPr marL="171450" indent="-171450">
              <a:buFont typeface="Arial"/>
              <a:buChar char="•"/>
            </a:pPr>
            <a:r>
              <a:rPr lang="en-US" b="1"/>
              <a:t>Definition</a:t>
            </a:r>
            <a:r>
              <a:rPr lang="en-US"/>
              <a:t>: The initial step involves identifying and locating relevant data sources.</a:t>
            </a:r>
          </a:p>
          <a:p>
            <a:pPr marL="171450" indent="-171450">
              <a:buFont typeface="Arial"/>
              <a:buChar char="•"/>
            </a:pPr>
            <a:r>
              <a:rPr lang="en-US" b="1"/>
              <a:t>Purpose</a:t>
            </a:r>
            <a:r>
              <a:rPr lang="en-US"/>
              <a:t>: To gather data that is suitable for processing and analysis.</a:t>
            </a:r>
          </a:p>
          <a:p>
            <a:pPr marL="171450" indent="-171450">
              <a:buFont typeface="Arial"/>
              <a:buChar char="•"/>
            </a:pPr>
            <a:r>
              <a:rPr lang="en-US" b="1"/>
              <a:t>Methods</a:t>
            </a:r>
            <a:r>
              <a:rPr lang="en-US"/>
              <a:t>:</a:t>
            </a:r>
          </a:p>
          <a:p>
            <a:pPr marL="628650" lvl="1" indent="-171450">
              <a:buFont typeface="Arial"/>
              <a:buChar char="•"/>
            </a:pPr>
            <a:r>
              <a:rPr lang="en-US" b="1"/>
              <a:t>Web Scraping</a:t>
            </a:r>
            <a:r>
              <a:rPr lang="en-US"/>
              <a:t>: Automating data extraction from websites using tools or scripts.</a:t>
            </a:r>
          </a:p>
          <a:p>
            <a:pPr marL="628650" lvl="1" indent="-171450">
              <a:buFont typeface="Arial"/>
              <a:buChar char="•"/>
            </a:pPr>
            <a:r>
              <a:rPr lang="en-US" b="1"/>
              <a:t>Data Extraction</a:t>
            </a:r>
            <a:r>
              <a:rPr lang="en-US"/>
              <a:t>: Collecting data from APIs, databases, or other structured sources.</a:t>
            </a:r>
          </a:p>
          <a:p>
            <a:pPr lvl="1"/>
            <a:endParaRPr lang="en-US"/>
          </a:p>
          <a:p>
            <a:pPr lvl="1"/>
            <a:endParaRPr lang="en-US"/>
          </a:p>
          <a:p>
            <a:pPr lvl="1"/>
            <a:r>
              <a:rPr lang="en-US"/>
              <a:t>2. </a:t>
            </a:r>
            <a:r>
              <a:rPr lang="en-US" b="1"/>
              <a:t>Chunking</a:t>
            </a:r>
            <a:endParaRPr lang="en-US"/>
          </a:p>
          <a:p>
            <a:pPr marL="171450" indent="-171450">
              <a:buFont typeface="Arial"/>
              <a:buChar char="•"/>
            </a:pPr>
            <a:r>
              <a:rPr lang="en-US" b="1"/>
              <a:t>Definition</a:t>
            </a:r>
            <a:r>
              <a:rPr lang="en-US"/>
              <a:t>: Dividing large data into smaller, manageable chunks.</a:t>
            </a:r>
          </a:p>
          <a:p>
            <a:pPr marL="171450" indent="-171450">
              <a:buFont typeface="Arial"/>
              <a:buChar char="•"/>
            </a:pPr>
            <a:r>
              <a:rPr lang="en-US" b="1"/>
              <a:t>Purpose</a:t>
            </a:r>
            <a:r>
              <a:rPr lang="en-US"/>
              <a:t>: To ensure efficient data processing and maintain context integrity for downstream tasks.</a:t>
            </a:r>
          </a:p>
          <a:p>
            <a:pPr marL="171450" indent="-171450">
              <a:buFont typeface="Arial"/>
              <a:buChar char="•"/>
            </a:pPr>
            <a:r>
              <a:rPr lang="en-US" b="1" dirty="0"/>
              <a:t>Application</a:t>
            </a:r>
            <a:r>
              <a:rPr lang="en-US" dirty="0"/>
              <a:t>:</a:t>
            </a:r>
            <a:endParaRPr lang="en-US" dirty="0">
              <a:ea typeface="Calibri"/>
              <a:cs typeface="Calibri"/>
            </a:endParaRPr>
          </a:p>
          <a:p>
            <a:pPr marL="628650" lvl="1" indent="-171450">
              <a:buFont typeface="Arial"/>
              <a:buChar char="•"/>
            </a:pPr>
            <a:r>
              <a:rPr lang="en-US" dirty="0"/>
              <a:t>Breaking textual data into segments for Natural Language Processing (NLP).</a:t>
            </a:r>
            <a:endParaRPr lang="en-US" dirty="0">
              <a:ea typeface="Calibri"/>
              <a:cs typeface="Calibri"/>
            </a:endParaRPr>
          </a:p>
          <a:p>
            <a:pPr marL="628650" lvl="1" indent="-171450">
              <a:buFont typeface="Arial"/>
              <a:buChar char="•"/>
            </a:pPr>
            <a:r>
              <a:rPr lang="en-US" dirty="0"/>
              <a:t>Organizing data into logical units for easier handling.</a:t>
            </a:r>
            <a:endParaRPr lang="en-US" dirty="0">
              <a:ea typeface="Calibri"/>
              <a:cs typeface="Calibri"/>
            </a:endParaRPr>
          </a:p>
          <a:p>
            <a:pPr lvl="1"/>
            <a:endParaRPr lang="en-US"/>
          </a:p>
          <a:p>
            <a:pPr lvl="1"/>
            <a:endParaRPr lang="en-US"/>
          </a:p>
          <a:p>
            <a:pPr lvl="1"/>
            <a:r>
              <a:rPr lang="en-US" dirty="0"/>
              <a:t>3. </a:t>
            </a:r>
            <a:r>
              <a:rPr lang="en-US" b="1" dirty="0"/>
              <a:t>Embedding Preparation</a:t>
            </a:r>
            <a:endParaRPr lang="en-US" dirty="0"/>
          </a:p>
          <a:p>
            <a:pPr marL="171450" indent="-171450">
              <a:buFont typeface="Arial"/>
              <a:buChar char="•"/>
            </a:pPr>
            <a:r>
              <a:rPr lang="en-US" b="1" dirty="0"/>
              <a:t>Definition</a:t>
            </a:r>
            <a:r>
              <a:rPr lang="en-US" dirty="0"/>
              <a:t>: Converting data into a numerical format (vectors) that machines can process.</a:t>
            </a:r>
            <a:endParaRPr lang="en-US" dirty="0">
              <a:ea typeface="Calibri"/>
              <a:cs typeface="Calibri"/>
            </a:endParaRPr>
          </a:p>
          <a:p>
            <a:pPr marL="171450" indent="-171450">
              <a:buFont typeface="Arial"/>
              <a:buChar char="•"/>
            </a:pPr>
            <a:r>
              <a:rPr lang="en-US" b="1" dirty="0"/>
              <a:t>Purpose</a:t>
            </a:r>
            <a:r>
              <a:rPr lang="en-US" dirty="0"/>
              <a:t>: To enable algorithms to understand and work with textual or categorical data.</a:t>
            </a:r>
            <a:endParaRPr lang="en-US" dirty="0">
              <a:ea typeface="Calibri"/>
              <a:cs typeface="Calibri"/>
            </a:endParaRPr>
          </a:p>
          <a:p>
            <a:pPr marL="171450" indent="-171450">
              <a:buFont typeface="Arial"/>
              <a:buChar char="•"/>
            </a:pPr>
            <a:r>
              <a:rPr lang="en-US" b="1" dirty="0"/>
              <a:t>Techniques</a:t>
            </a:r>
            <a:r>
              <a:rPr lang="en-US" dirty="0"/>
              <a:t>:</a:t>
            </a:r>
            <a:endParaRPr lang="en-US" dirty="0">
              <a:ea typeface="Calibri"/>
              <a:cs typeface="Calibri"/>
            </a:endParaRPr>
          </a:p>
          <a:p>
            <a:pPr marL="628650" lvl="1" indent="-171450">
              <a:buFont typeface="Arial"/>
              <a:buChar char="•"/>
            </a:pPr>
            <a:r>
              <a:rPr lang="en-US" dirty="0"/>
              <a:t>Use of embeddings like Word2Vec, </a:t>
            </a:r>
            <a:r>
              <a:rPr lang="en-US" dirty="0" err="1"/>
              <a:t>GloVe</a:t>
            </a:r>
            <a:r>
              <a:rPr lang="en-US" dirty="0"/>
              <a:t>, or Transformer-based embeddings for NLP tasks.</a:t>
            </a:r>
            <a:endParaRPr lang="en-US" dirty="0">
              <a:ea typeface="Calibri"/>
              <a:cs typeface="Calibri"/>
            </a:endParaRPr>
          </a:p>
          <a:p>
            <a:pPr marL="628650" lvl="1" indent="-171450">
              <a:buFont typeface="Arial"/>
              <a:buChar char="•"/>
            </a:pPr>
            <a:r>
              <a:rPr lang="en-US" dirty="0"/>
              <a:t>Feature encoding for numerical representation in machine learning.</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a typeface="Calibri"/>
                <a:cs typeface="Calibri"/>
              </a:rPr>
              <a:t>The Concept of Chunking</a:t>
            </a:r>
          </a:p>
          <a:p>
            <a:endParaRPr lang="en-US" dirty="0"/>
          </a:p>
          <a:p>
            <a:r>
              <a:rPr lang="en-US" b="1"/>
              <a:t>Definition</a:t>
            </a:r>
            <a:r>
              <a:rPr lang="en-US"/>
              <a:t>:</a:t>
            </a:r>
          </a:p>
          <a:p>
            <a:r>
              <a:rPr lang="en-US"/>
              <a:t>Chunking is the process of dividing large data or text into smaller, manageable, and context-preserving pieces. It is a fundamental step in data preprocessing for tasks such as Natural Language Processing (NLP), machine learning, or data analysis.</a:t>
            </a:r>
          </a:p>
          <a:p>
            <a:r>
              <a:rPr lang="en-US" b="1"/>
              <a:t>Purpose</a:t>
            </a:r>
            <a:r>
              <a:rPr lang="en-US"/>
              <a:t>:</a:t>
            </a:r>
          </a:p>
          <a:p>
            <a:pPr marL="171450" indent="-171450">
              <a:buFont typeface="Arial"/>
              <a:buChar char="•"/>
            </a:pPr>
            <a:r>
              <a:rPr lang="en-US" b="1" dirty="0"/>
              <a:t>Manageability</a:t>
            </a:r>
            <a:r>
              <a:rPr lang="en-US" dirty="0"/>
              <a:t>: Smaller chunks make it easier to process and analyze large datasets or documents.</a:t>
            </a:r>
            <a:endParaRPr lang="en-US" dirty="0">
              <a:ea typeface="Calibri"/>
              <a:cs typeface="Calibri"/>
            </a:endParaRPr>
          </a:p>
          <a:p>
            <a:pPr marL="171450" indent="-171450">
              <a:buFont typeface="Arial"/>
              <a:buChar char="•"/>
            </a:pPr>
            <a:r>
              <a:rPr lang="en-US" b="1" dirty="0"/>
              <a:t>Context Preservation</a:t>
            </a:r>
            <a:r>
              <a:rPr lang="en-US" dirty="0"/>
              <a:t>: Ensures meaningful segmentation of data, retaining the essential context in each piece.</a:t>
            </a:r>
            <a:endParaRPr lang="en-US" dirty="0">
              <a:ea typeface="Calibri"/>
              <a:cs typeface="Calibri"/>
            </a:endParaRPr>
          </a:p>
          <a:p>
            <a:pPr marL="171450" indent="-171450">
              <a:buFont typeface="Arial"/>
              <a:buChar char="•"/>
            </a:pPr>
            <a:r>
              <a:rPr lang="en-US" b="1" dirty="0"/>
              <a:t>Efficiency</a:t>
            </a:r>
            <a:r>
              <a:rPr lang="en-US" dirty="0"/>
              <a:t>: Enables efficient computation and better handling of memory constraints during processing.</a:t>
            </a:r>
            <a:endParaRPr lang="en-US" dirty="0">
              <a:ea typeface="Calibri"/>
              <a:cs typeface="Calibri"/>
            </a:endParaRPr>
          </a:p>
          <a:p>
            <a:pPr marL="171450" indent="-171450">
              <a:buFont typeface="Arial"/>
              <a:buChar char="•"/>
            </a:pPr>
            <a:r>
              <a:rPr lang="en-US" b="1" dirty="0"/>
              <a:t>Improved Embedding Generation</a:t>
            </a:r>
            <a:r>
              <a:rPr lang="en-US" dirty="0"/>
              <a:t>: Breaks data into suitable input sizes for embedding models, which often have limitations on input length.</a:t>
            </a:r>
            <a:endParaRPr lang="en-US" dirty="0">
              <a:ea typeface="Calibri"/>
              <a:cs typeface="Calibri"/>
            </a:endParaRPr>
          </a:p>
          <a:p>
            <a:r>
              <a:rPr lang="en-US" b="1" dirty="0"/>
              <a:t>Applications</a:t>
            </a:r>
            <a:r>
              <a:rPr lang="en-US" dirty="0"/>
              <a:t>:</a:t>
            </a:r>
            <a:endParaRPr lang="en-US" dirty="0">
              <a:ea typeface="Calibri"/>
              <a:cs typeface="Calibri"/>
            </a:endParaRPr>
          </a:p>
          <a:p>
            <a:pPr marL="171450" indent="-171450">
              <a:buFont typeface="Arial"/>
              <a:buChar char="•"/>
            </a:pPr>
            <a:r>
              <a:rPr lang="en-US" dirty="0"/>
              <a:t>Preparing textual data for machine learning tasks.</a:t>
            </a:r>
            <a:endParaRPr lang="en-US" dirty="0">
              <a:ea typeface="Calibri"/>
              <a:cs typeface="Calibri"/>
            </a:endParaRPr>
          </a:p>
          <a:p>
            <a:pPr marL="171450" indent="-171450">
              <a:buFont typeface="Arial"/>
              <a:buChar char="•"/>
            </a:pPr>
            <a:r>
              <a:rPr lang="en-US" dirty="0"/>
              <a:t>Dividing large documents for summarization, translation, or topic modeling.</a:t>
            </a:r>
            <a:endParaRPr lang="en-US" dirty="0">
              <a:ea typeface="Calibri"/>
              <a:cs typeface="Calibri"/>
            </a:endParaRPr>
          </a:p>
          <a:p>
            <a:pPr marL="171450" indent="-171450">
              <a:buFont typeface="Arial"/>
              <a:buChar char="•"/>
            </a:pPr>
            <a:r>
              <a:rPr lang="en-US" dirty="0"/>
              <a:t>Enhancing the accuracy and efficiency of downstream NLP tasks.</a:t>
            </a:r>
            <a:endParaRPr lang="en-US" dirty="0">
              <a:ea typeface="Calibri"/>
              <a:cs typeface="Calibri"/>
            </a:endParaRPr>
          </a:p>
          <a:p>
            <a:r>
              <a:rPr lang="en-US" dirty="0"/>
              <a:t>Chunking ensures that even complex or lengthy data is processed effectively while retaining its semantic integrity.</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a typeface="Calibri"/>
                <a:cs typeface="Calibri"/>
              </a:rPr>
              <a:t>Vector Embeddings : Features and Applications</a:t>
            </a:r>
          </a:p>
          <a:p>
            <a:endParaRPr lang="en-US" dirty="0"/>
          </a:p>
          <a:p>
            <a:r>
              <a:rPr lang="en-US" b="1"/>
              <a:t>Definition</a:t>
            </a:r>
            <a:r>
              <a:rPr lang="en-US"/>
              <a:t>:</a:t>
            </a:r>
          </a:p>
          <a:p>
            <a:r>
              <a:rPr lang="en-US"/>
              <a:t>Vector embeddings are numerical representations of data (e.g., text, images, or audio) in a high-dimensional space. They are designed to encode the semantic meaning or key features of the data into a structured form that is machine-readable.</a:t>
            </a:r>
          </a:p>
          <a:p>
            <a:endParaRPr lang="en-US"/>
          </a:p>
          <a:p>
            <a:endParaRPr lang="en-US"/>
          </a:p>
          <a:p>
            <a:r>
              <a:rPr lang="en-US" b="1"/>
              <a:t>Key Features</a:t>
            </a:r>
            <a:r>
              <a:rPr lang="en-US"/>
              <a:t>:</a:t>
            </a:r>
          </a:p>
          <a:p>
            <a:pPr marL="171450" indent="-171450">
              <a:buFont typeface="Arial"/>
              <a:buChar char="•"/>
            </a:pPr>
            <a:r>
              <a:rPr lang="en-US" b="1"/>
              <a:t>High-dimensional Representation</a:t>
            </a:r>
            <a:r>
              <a:rPr lang="en-US"/>
              <a:t>:</a:t>
            </a:r>
          </a:p>
          <a:p>
            <a:r>
              <a:rPr lang="en-US"/>
              <a:t>Each data point (e.g., a word, sentence, or image) is transformed into a vector—a list of numerical values that capture its essence.</a:t>
            </a:r>
          </a:p>
          <a:p>
            <a:pPr marL="171450" indent="-171450">
              <a:buFont typeface="Arial"/>
              <a:buChar char="•"/>
            </a:pPr>
            <a:r>
              <a:rPr lang="en-US" b="1"/>
              <a:t>Semantic Similarity</a:t>
            </a:r>
            <a:r>
              <a:rPr lang="en-US"/>
              <a:t>:</a:t>
            </a:r>
          </a:p>
          <a:p>
            <a:r>
              <a:rPr lang="en-US"/>
              <a:t>Similar data points are mapped closer together in the vector space, enabling models to recognize relationships or patterns.</a:t>
            </a:r>
          </a:p>
          <a:p>
            <a:pPr marL="171450" indent="-171450">
              <a:buFont typeface="Arial"/>
              <a:buChar char="•"/>
            </a:pPr>
            <a:r>
              <a:rPr lang="en-US" b="1"/>
              <a:t>Efficient Computation</a:t>
            </a:r>
            <a:r>
              <a:rPr lang="en-US"/>
              <a:t>:</a:t>
            </a:r>
          </a:p>
          <a:p>
            <a:r>
              <a:rPr lang="en-US"/>
              <a:t>Vector embeddings make it easier for machine learning models to process and compare data, as operations like similarity computation are efficient in this representation.</a:t>
            </a:r>
          </a:p>
          <a:p>
            <a:endParaRPr lang="en-US"/>
          </a:p>
          <a:p>
            <a:endParaRPr lang="en-US"/>
          </a:p>
          <a:p>
            <a:r>
              <a:rPr lang="en-US" b="1"/>
              <a:t>Applications</a:t>
            </a:r>
            <a:r>
              <a:rPr lang="en-US"/>
              <a:t>:</a:t>
            </a:r>
          </a:p>
          <a:p>
            <a:pPr marL="171450" indent="-171450">
              <a:buFont typeface="Arial"/>
              <a:buChar char="•"/>
            </a:pPr>
            <a:r>
              <a:rPr lang="en-US" b="1"/>
              <a:t>Natural Language Processing (NLP)</a:t>
            </a:r>
            <a:r>
              <a:rPr lang="en-US"/>
              <a:t>:</a:t>
            </a:r>
          </a:p>
          <a:p>
            <a:r>
              <a:rPr lang="en-US"/>
              <a:t>Representing words, sentences, or documents in tasks like language modeling, classification, or clustering.</a:t>
            </a:r>
          </a:p>
          <a:p>
            <a:pPr marL="171450" indent="-171450">
              <a:buFont typeface="Arial"/>
              <a:buChar char="•"/>
            </a:pPr>
            <a:r>
              <a:rPr lang="en-US" b="1"/>
              <a:t>Recommendation Systems</a:t>
            </a:r>
            <a:r>
              <a:rPr lang="en-US"/>
              <a:t>:</a:t>
            </a:r>
          </a:p>
          <a:p>
            <a:r>
              <a:rPr lang="en-US"/>
              <a:t>Matching user preferences with relevant content by comparing vector similarities.</a:t>
            </a:r>
          </a:p>
          <a:p>
            <a:pPr marL="171450" indent="-171450">
              <a:buFont typeface="Arial"/>
              <a:buChar char="•"/>
            </a:pPr>
            <a:r>
              <a:rPr lang="en-US" b="1"/>
              <a:t>Search and Retrieval</a:t>
            </a:r>
            <a:r>
              <a:rPr lang="en-US"/>
              <a:t>:</a:t>
            </a:r>
          </a:p>
          <a:p>
            <a:r>
              <a:rPr lang="en-US"/>
              <a:t>Enabling semantic search by finding vectors closest to a query vector.</a:t>
            </a:r>
          </a:p>
          <a:p>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a typeface="Calibri"/>
                <a:cs typeface="Calibri"/>
              </a:rPr>
              <a:t>Vector Databases</a:t>
            </a:r>
          </a:p>
          <a:p>
            <a:endParaRPr lang="en-US" dirty="0"/>
          </a:p>
          <a:p>
            <a:r>
              <a:rPr lang="en-US" b="1" dirty="0"/>
              <a:t>Definition</a:t>
            </a:r>
            <a:r>
              <a:rPr lang="en-US" dirty="0"/>
              <a:t>:</a:t>
            </a:r>
            <a:endParaRPr lang="en-US" dirty="0">
              <a:ea typeface="Calibri"/>
              <a:cs typeface="Calibri"/>
            </a:endParaRPr>
          </a:p>
          <a:p>
            <a:r>
              <a:rPr lang="en-US" dirty="0"/>
              <a:t>Vector databases store, index, and query high-dimensional vector embeddings (representing text, images, etc.) to capture semantic meaning efficiently.</a:t>
            </a:r>
            <a:endParaRPr lang="en-US" dirty="0">
              <a:ea typeface="Calibri"/>
              <a:cs typeface="Calibri"/>
            </a:endParaRPr>
          </a:p>
          <a:p>
            <a:endParaRPr lang="en-US"/>
          </a:p>
          <a:p>
            <a:endParaRPr lang="en-US"/>
          </a:p>
          <a:p>
            <a:r>
              <a:rPr lang="en-US" dirty="0"/>
              <a:t>Key Functions:</a:t>
            </a:r>
            <a:endParaRPr lang="en-US" dirty="0">
              <a:ea typeface="Calibri"/>
              <a:cs typeface="Calibri"/>
            </a:endParaRPr>
          </a:p>
          <a:p>
            <a:pPr marL="171450" indent="-171450">
              <a:buFont typeface="Arial"/>
              <a:buChar char="•"/>
            </a:pPr>
            <a:r>
              <a:rPr lang="en-US" b="1" dirty="0"/>
              <a:t>Data Storage</a:t>
            </a:r>
            <a:r>
              <a:rPr lang="en-US" dirty="0"/>
              <a:t>:</a:t>
            </a:r>
            <a:endParaRPr lang="en-US" dirty="0">
              <a:ea typeface="Calibri"/>
              <a:cs typeface="Calibri"/>
            </a:endParaRPr>
          </a:p>
          <a:p>
            <a:r>
              <a:rPr lang="en-US" dirty="0"/>
              <a:t>Stores vector embeddings with metadata (e.g., text, labels, IDs).</a:t>
            </a:r>
            <a:endParaRPr lang="en-US" dirty="0">
              <a:ea typeface="Calibri"/>
              <a:cs typeface="Calibri"/>
            </a:endParaRPr>
          </a:p>
          <a:p>
            <a:pPr marL="171450" indent="-171450">
              <a:buFont typeface="Arial"/>
              <a:buChar char="•"/>
            </a:pPr>
            <a:r>
              <a:rPr lang="en-US" b="1" dirty="0"/>
              <a:t>Indexing</a:t>
            </a:r>
            <a:r>
              <a:rPr lang="en-US" dirty="0"/>
              <a:t>:</a:t>
            </a:r>
            <a:endParaRPr lang="en-US" dirty="0">
              <a:ea typeface="Calibri"/>
              <a:cs typeface="Calibri"/>
            </a:endParaRPr>
          </a:p>
          <a:p>
            <a:r>
              <a:rPr lang="en-US" dirty="0"/>
              <a:t>Uses techniques like </a:t>
            </a:r>
            <a:r>
              <a:rPr lang="en-US" b="1" dirty="0"/>
              <a:t>k-d Trees</a:t>
            </a:r>
            <a:r>
              <a:rPr lang="en-US" dirty="0"/>
              <a:t>, </a:t>
            </a:r>
            <a:r>
              <a:rPr lang="en-US" b="1" dirty="0"/>
              <a:t>HNSW graphs</a:t>
            </a:r>
            <a:r>
              <a:rPr lang="en-US" dirty="0"/>
              <a:t>, and </a:t>
            </a:r>
            <a:r>
              <a:rPr lang="en-US" b="1" dirty="0"/>
              <a:t>Product Quantization</a:t>
            </a:r>
            <a:r>
              <a:rPr lang="en-US" dirty="0"/>
              <a:t> for fast retrieval.</a:t>
            </a:r>
            <a:endParaRPr lang="en-US" dirty="0">
              <a:ea typeface="Calibri"/>
              <a:cs typeface="Calibri"/>
            </a:endParaRPr>
          </a:p>
          <a:p>
            <a:pPr marL="171450" indent="-171450">
              <a:buFont typeface="Arial"/>
              <a:buChar char="•"/>
            </a:pPr>
            <a:r>
              <a:rPr lang="en-US" b="1" dirty="0"/>
              <a:t>Similarity Search</a:t>
            </a:r>
            <a:r>
              <a:rPr lang="en-US" dirty="0"/>
              <a:t>:</a:t>
            </a:r>
            <a:endParaRPr lang="en-US" dirty="0">
              <a:ea typeface="Calibri"/>
              <a:cs typeface="Calibri"/>
            </a:endParaRPr>
          </a:p>
          <a:p>
            <a:r>
              <a:rPr lang="en-US" dirty="0"/>
              <a:t>Finds similar vectors using metrics like </a:t>
            </a:r>
            <a:r>
              <a:rPr lang="en-US" b="1" dirty="0"/>
              <a:t>cosine similarity</a:t>
            </a:r>
            <a:r>
              <a:rPr lang="en-US" dirty="0"/>
              <a:t> or </a:t>
            </a:r>
            <a:r>
              <a:rPr lang="en-US" b="1" dirty="0"/>
              <a:t>Euclidean distance</a:t>
            </a:r>
            <a:r>
              <a:rPr lang="en-US" dirty="0"/>
              <a:t>.</a:t>
            </a:r>
            <a:endParaRPr lang="en-US" dirty="0">
              <a:ea typeface="Calibri"/>
              <a:cs typeface="Calibri"/>
            </a:endParaRPr>
          </a:p>
          <a:p>
            <a:pPr marL="171450" indent="-171450">
              <a:buFont typeface="Arial"/>
              <a:buChar char="•"/>
            </a:pPr>
            <a:r>
              <a:rPr lang="en-US" b="1" dirty="0"/>
              <a:t>Integration</a:t>
            </a:r>
            <a:r>
              <a:rPr lang="en-US" dirty="0"/>
              <a:t>:</a:t>
            </a:r>
            <a:endParaRPr lang="en-US" dirty="0">
              <a:ea typeface="Calibri"/>
              <a:cs typeface="Calibri"/>
            </a:endParaRPr>
          </a:p>
          <a:p>
            <a:r>
              <a:rPr lang="en-US" dirty="0"/>
              <a:t>Connects with ML pipelines for real-time search and analytics.</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Popular Vector Databases</a:t>
            </a:r>
          </a:p>
          <a:p>
            <a:endParaRPr lang="en-US" b="1" dirty="0"/>
          </a:p>
          <a:p>
            <a:pPr marL="171450" indent="-171450">
              <a:buFont typeface="Arial"/>
              <a:buChar char="•"/>
            </a:pPr>
            <a:r>
              <a:rPr lang="en-US" b="1"/>
              <a:t>Pinecone</a:t>
            </a:r>
            <a:endParaRPr lang="en-US"/>
          </a:p>
          <a:p>
            <a:pPr marL="628650" lvl="1" indent="-171450">
              <a:buFont typeface="Arial"/>
              <a:buChar char="•"/>
            </a:pPr>
            <a:r>
              <a:rPr lang="en-US"/>
              <a:t>Fully managed database for low-latency vector search.</a:t>
            </a:r>
          </a:p>
          <a:p>
            <a:pPr marL="628650" lvl="1" indent="-171450">
              <a:buFont typeface="Arial"/>
              <a:buChar char="•"/>
            </a:pPr>
            <a:r>
              <a:rPr lang="en-US"/>
              <a:t>Offers seamless integration with AI models.</a:t>
            </a:r>
          </a:p>
          <a:p>
            <a:pPr marL="171450" indent="-171450">
              <a:buFont typeface="Arial"/>
              <a:buChar char="•"/>
            </a:pPr>
            <a:r>
              <a:rPr lang="en-US" b="1"/>
              <a:t>Milvus</a:t>
            </a:r>
            <a:endParaRPr lang="en-US"/>
          </a:p>
          <a:p>
            <a:pPr marL="628650" lvl="1" indent="-171450">
              <a:buFont typeface="Arial"/>
              <a:buChar char="•"/>
            </a:pPr>
            <a:r>
              <a:rPr lang="en-US"/>
              <a:t>Open-source database for scalable similarity search.</a:t>
            </a:r>
          </a:p>
          <a:p>
            <a:pPr marL="628650" lvl="1" indent="-171450">
              <a:buFont typeface="Arial"/>
              <a:buChar char="•"/>
            </a:pPr>
            <a:r>
              <a:rPr lang="en-US"/>
              <a:t>Handles large-scale vector data efficiently.</a:t>
            </a:r>
          </a:p>
          <a:p>
            <a:pPr marL="171450" indent="-171450">
              <a:buFont typeface="Arial"/>
              <a:buChar char="•"/>
            </a:pPr>
            <a:r>
              <a:rPr lang="en-US" b="1" err="1"/>
              <a:t>Weaviate</a:t>
            </a:r>
            <a:endParaRPr lang="en-US" err="1"/>
          </a:p>
          <a:p>
            <a:pPr marL="628650" lvl="1" indent="-171450">
              <a:buFont typeface="Arial"/>
              <a:buChar char="•"/>
            </a:pPr>
            <a:r>
              <a:rPr lang="en-US"/>
              <a:t>Open-source vector database storing data objects and embeddings.</a:t>
            </a:r>
          </a:p>
          <a:p>
            <a:pPr marL="628650" lvl="1" indent="-171450">
              <a:buFont typeface="Arial"/>
              <a:buChar char="•"/>
            </a:pPr>
            <a:r>
              <a:rPr lang="en-US"/>
              <a:t>Integrates with platforms like OpenAI and Hugging Face.</a:t>
            </a:r>
          </a:p>
          <a:p>
            <a:pPr marL="171450" indent="-171450">
              <a:buFont typeface="Arial"/>
              <a:buChar char="•"/>
            </a:pPr>
            <a:r>
              <a:rPr lang="en-US" b="1"/>
              <a:t>Chroma</a:t>
            </a:r>
            <a:endParaRPr lang="en-US"/>
          </a:p>
          <a:p>
            <a:pPr marL="628650" lvl="1" indent="-171450">
              <a:buFont typeface="Arial"/>
              <a:buChar char="•"/>
            </a:pPr>
            <a:r>
              <a:rPr lang="en-US"/>
              <a:t>Open-source embedding database for developing LLM applications.</a:t>
            </a:r>
          </a:p>
          <a:p>
            <a:pPr marL="628650" lvl="1" indent="-171450">
              <a:buFont typeface="Arial"/>
              <a:buChar char="•"/>
            </a:pPr>
            <a:r>
              <a:rPr lang="en-US"/>
              <a:t>Supports queries, filtering, and density estimation.</a:t>
            </a:r>
          </a:p>
          <a:p>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a typeface="Calibri"/>
                <a:cs typeface="Calibri"/>
              </a:rPr>
              <a:t>Chroma</a:t>
            </a:r>
          </a:p>
          <a:p>
            <a:endParaRPr lang="en-US" dirty="0">
              <a:ea typeface="Calibri"/>
              <a:cs typeface="Calibri"/>
            </a:endParaRPr>
          </a:p>
          <a:p>
            <a:endParaRPr lang="en-US" dirty="0"/>
          </a:p>
          <a:p>
            <a:r>
              <a:rPr lang="en-US" b="1"/>
              <a:t>Definition</a:t>
            </a:r>
            <a:r>
              <a:rPr lang="en-US"/>
              <a:t>:</a:t>
            </a:r>
          </a:p>
          <a:p>
            <a:r>
              <a:rPr lang="en-US"/>
              <a:t>Chroma is an open-source AI-native vector database designed for efficient storage, indexing, and querying of high-dimensional embeddings. It supports semantic search, recommendation systems, and integrations with large language models (LLMs).</a:t>
            </a:r>
          </a:p>
          <a:p>
            <a:endParaRPr lang="en-US"/>
          </a:p>
          <a:p>
            <a:endParaRPr lang="en-US"/>
          </a:p>
          <a:p>
            <a:r>
              <a:rPr lang="en-US" b="1" dirty="0"/>
              <a:t>Features</a:t>
            </a:r>
            <a:r>
              <a:rPr lang="en-US" dirty="0"/>
              <a:t>:</a:t>
            </a:r>
          </a:p>
          <a:p>
            <a:pPr marL="171450" indent="-171450">
              <a:buFont typeface="Arial"/>
              <a:buChar char="•"/>
            </a:pPr>
            <a:r>
              <a:rPr lang="en-US" b="1"/>
              <a:t>Robust Embedding Management</a:t>
            </a:r>
            <a:r>
              <a:rPr lang="en-US"/>
              <a:t>: Manages embeddings and their associated metadata effectively.</a:t>
            </a:r>
          </a:p>
          <a:p>
            <a:pPr marL="171450" indent="-171450">
              <a:buFont typeface="Arial"/>
              <a:buChar char="•"/>
            </a:pPr>
            <a:r>
              <a:rPr lang="en-US" b="1"/>
              <a:t>Seamless LLM Integration</a:t>
            </a:r>
            <a:r>
              <a:rPr lang="en-US"/>
              <a:t>: Works well with frameworks like </a:t>
            </a:r>
            <a:r>
              <a:rPr lang="en-US" err="1"/>
              <a:t>LangChain</a:t>
            </a:r>
            <a:r>
              <a:rPr lang="en-US"/>
              <a:t> and </a:t>
            </a:r>
            <a:r>
              <a:rPr lang="en-US" err="1"/>
              <a:t>LlamaIndex</a:t>
            </a:r>
            <a:r>
              <a:rPr lang="en-US"/>
              <a:t>.</a:t>
            </a:r>
          </a:p>
          <a:p>
            <a:pPr marL="171450" indent="-171450">
              <a:buFont typeface="Arial"/>
              <a:buChar char="•"/>
            </a:pPr>
            <a:r>
              <a:rPr lang="en-US" b="1"/>
              <a:t>Applications</a:t>
            </a:r>
            <a:r>
              <a:rPr lang="en-US"/>
              <a:t>: Ideal for semantic search, recommendation systems, and LLM-based applications.</a:t>
            </a:r>
          </a:p>
          <a:p>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Similarity Search</a:t>
            </a:r>
          </a:p>
          <a:p>
            <a:endParaRPr lang="en-US" b="1" dirty="0"/>
          </a:p>
          <a:p>
            <a:r>
              <a:rPr lang="en-US" b="1" dirty="0"/>
              <a:t>Definition</a:t>
            </a:r>
            <a:r>
              <a:rPr lang="en-US" dirty="0"/>
              <a:t>:</a:t>
            </a:r>
            <a:endParaRPr lang="en-US" dirty="0">
              <a:ea typeface="Calibri"/>
              <a:cs typeface="Calibri"/>
            </a:endParaRPr>
          </a:p>
          <a:p>
            <a:r>
              <a:rPr lang="en-US" dirty="0"/>
              <a:t>Similarity search retrieves items from a dataset that are most similar to a given query item based on shared features or characteristics. Unlike exact matches, it identifies items with commonalities such as semantic meaning, patterns, or structures.</a:t>
            </a:r>
            <a:endParaRPr lang="en-US" dirty="0">
              <a:ea typeface="Calibri"/>
              <a:cs typeface="Calibri"/>
            </a:endParaRPr>
          </a:p>
          <a:p>
            <a:endParaRPr lang="en-US"/>
          </a:p>
          <a:p>
            <a:endParaRPr lang="en-US"/>
          </a:p>
          <a:p>
            <a:r>
              <a:rPr lang="en-US" dirty="0"/>
              <a:t>Key Components:</a:t>
            </a:r>
            <a:endParaRPr lang="en-US" dirty="0">
              <a:ea typeface="Calibri"/>
              <a:cs typeface="Calibri"/>
            </a:endParaRPr>
          </a:p>
          <a:p>
            <a:pPr marL="171450" indent="-171450">
              <a:buFont typeface="Arial"/>
              <a:buChar char="•"/>
            </a:pPr>
            <a:r>
              <a:rPr lang="en-US" b="1" dirty="0"/>
              <a:t>Vector Representation</a:t>
            </a:r>
            <a:r>
              <a:rPr lang="en-US" dirty="0"/>
              <a:t>:</a:t>
            </a:r>
            <a:endParaRPr lang="en-US" dirty="0">
              <a:ea typeface="Calibri"/>
              <a:cs typeface="Calibri"/>
            </a:endParaRPr>
          </a:p>
          <a:p>
            <a:pPr marL="628650" lvl="1" indent="-171450">
              <a:buFont typeface="Arial"/>
              <a:buChar char="•"/>
            </a:pPr>
            <a:r>
              <a:rPr lang="en-US" dirty="0"/>
              <a:t>Data is converted into high-dimensional vectors that capture its essential features or meanings.</a:t>
            </a:r>
            <a:endParaRPr lang="en-US" dirty="0">
              <a:ea typeface="Calibri"/>
              <a:cs typeface="Calibri"/>
            </a:endParaRPr>
          </a:p>
          <a:p>
            <a:pPr marL="171450" indent="-171450">
              <a:buFont typeface="Arial"/>
              <a:buChar char="•"/>
            </a:pPr>
            <a:r>
              <a:rPr lang="en-US" b="1" dirty="0"/>
              <a:t>Distance Metrics</a:t>
            </a:r>
            <a:r>
              <a:rPr lang="en-US" dirty="0"/>
              <a:t>:</a:t>
            </a:r>
            <a:endParaRPr lang="en-US" dirty="0">
              <a:ea typeface="Calibri"/>
              <a:cs typeface="Calibri"/>
            </a:endParaRPr>
          </a:p>
          <a:p>
            <a:pPr marL="628650" lvl="1" indent="-171450">
              <a:buFont typeface="Arial"/>
              <a:buChar char="•"/>
            </a:pPr>
            <a:r>
              <a:rPr lang="en-US" dirty="0"/>
              <a:t>Measures how close two vectors are in the embedding space using:</a:t>
            </a:r>
            <a:endParaRPr lang="en-US" dirty="0">
              <a:ea typeface="Calibri"/>
              <a:cs typeface="Calibri"/>
            </a:endParaRPr>
          </a:p>
          <a:p>
            <a:pPr marL="1085850" lvl="2" indent="-171450">
              <a:buFont typeface="Arial"/>
              <a:buChar char="•"/>
            </a:pPr>
            <a:r>
              <a:rPr lang="en-US" b="1" dirty="0"/>
              <a:t>Cosine Similarity</a:t>
            </a:r>
            <a:endParaRPr lang="en-US" dirty="0"/>
          </a:p>
          <a:p>
            <a:pPr marL="1085850" lvl="2" indent="-171450">
              <a:buFont typeface="Arial"/>
              <a:buChar char="•"/>
            </a:pPr>
            <a:r>
              <a:rPr lang="en-US" b="1" dirty="0"/>
              <a:t>Euclidean Distance</a:t>
            </a:r>
            <a:endParaRPr lang="en-US" dirty="0"/>
          </a:p>
          <a:p>
            <a:pPr marL="1085850" lvl="2" indent="-171450">
              <a:buFont typeface="Arial"/>
              <a:buChar char="•"/>
            </a:pPr>
            <a:r>
              <a:rPr lang="en-US" b="1" dirty="0"/>
              <a:t>Dot Product</a:t>
            </a:r>
            <a:endParaRPr lang="en-US" dirty="0"/>
          </a:p>
          <a:p>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Applications of Vector Databases</a:t>
            </a:r>
          </a:p>
          <a:p>
            <a:endParaRPr lang="en-US" b="1" dirty="0"/>
          </a:p>
          <a:p>
            <a:pPr marL="171450" indent="-171450">
              <a:buFont typeface="Arial"/>
              <a:buChar char="•"/>
            </a:pPr>
            <a:r>
              <a:rPr lang="en-US" b="1"/>
              <a:t>Semantic Search for Retrieval-Augmented Generation (RAG)</a:t>
            </a:r>
            <a:endParaRPr lang="en-US"/>
          </a:p>
          <a:p>
            <a:pPr marL="628650" lvl="1" indent="-171450">
              <a:buFont typeface="Arial"/>
              <a:buChar char="•"/>
            </a:pPr>
            <a:r>
              <a:rPr lang="en-US"/>
              <a:t>Stores embeddings of large document corpora to enable contextually relevant information retrieval for generative models.</a:t>
            </a:r>
          </a:p>
          <a:p>
            <a:pPr marL="171450" indent="-171450">
              <a:buFont typeface="Arial"/>
              <a:buChar char="•"/>
            </a:pPr>
            <a:r>
              <a:rPr lang="en-US" b="1"/>
              <a:t>Content Recommendation Systems</a:t>
            </a:r>
            <a:endParaRPr lang="en-US"/>
          </a:p>
          <a:p>
            <a:pPr marL="628650" lvl="1" indent="-171450">
              <a:buFont typeface="Arial"/>
              <a:buChar char="•"/>
            </a:pPr>
            <a:r>
              <a:rPr lang="en-US"/>
              <a:t>Matches user preferences with relevant content like text, images, or videos using vector embeddings.</a:t>
            </a:r>
          </a:p>
          <a:p>
            <a:pPr marL="171450" indent="-171450">
              <a:buFont typeface="Arial"/>
              <a:buChar char="•"/>
            </a:pPr>
            <a:r>
              <a:rPr lang="en-US" b="1"/>
              <a:t>Image-to-Text and Text-to-Image Generative Models</a:t>
            </a:r>
            <a:endParaRPr lang="en-US"/>
          </a:p>
          <a:p>
            <a:pPr marL="628650" lvl="1" indent="-171450">
              <a:buFont typeface="Arial"/>
              <a:buChar char="•"/>
            </a:pPr>
            <a:r>
              <a:rPr lang="en-US"/>
              <a:t>Uses embeddings for similarity searches to generate or retrieve AI-generated text or image counterparts.</a:t>
            </a:r>
          </a:p>
          <a:p>
            <a:pPr marL="171450" indent="-171450">
              <a:buFont typeface="Arial"/>
              <a:buChar char="•"/>
            </a:pPr>
            <a:r>
              <a:rPr lang="en-US" b="1"/>
              <a:t>Personalized Learning in EdTech</a:t>
            </a:r>
            <a:endParaRPr lang="en-US"/>
          </a:p>
          <a:p>
            <a:pPr marL="628650" lvl="1" indent="-171450">
              <a:buFont typeface="Arial"/>
              <a:buChar char="•"/>
            </a:pPr>
            <a:r>
              <a:rPr lang="en-US"/>
              <a:t>Generates personalized quizzes, explanations, or study materials based on students' past performance or queries using vector embeddings.</a:t>
            </a:r>
          </a:p>
          <a:p>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a typeface="Calibri"/>
                <a:cs typeface="Calibri"/>
              </a:rPr>
              <a:t>LAB : CRUD Operations on Vector Databases</a:t>
            </a:r>
            <a:endParaRPr lang="en-US" b="1">
              <a:ea typeface="Calibri"/>
              <a:cs typeface="Calibri"/>
            </a:endParaRPr>
          </a:p>
          <a:p>
            <a:endParaRPr lang="en-US" b="1" dirty="0">
              <a:ea typeface="Calibri"/>
              <a:cs typeface="Calibri"/>
            </a:endParaRPr>
          </a:p>
          <a:p>
            <a:r>
              <a:rPr lang="en-US" dirty="0">
                <a:ea typeface="Calibri"/>
                <a:cs typeface="Calibri"/>
              </a:rPr>
              <a:t>This lab explores the basic operations that can be performed on Vector Databases. It focuses on understanding the basics of Vector DBs and deeply exploring how they work under the hood.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0803891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xml"/></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3.xml"/><Relationship Id="rId1" Type="http://schemas.openxmlformats.org/officeDocument/2006/relationships/tags" Target="../tags/tag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6.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slideMaster" Target="../slideMasters/slideMaster3.xml"/><Relationship Id="rId1" Type="http://schemas.openxmlformats.org/officeDocument/2006/relationships/tags" Target="../tags/tag7.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Master" Target="../slideMasters/slideMaster3.xml"/><Relationship Id="rId1" Type="http://schemas.openxmlformats.org/officeDocument/2006/relationships/tags" Target="../tags/tag8.xml"/></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9.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7" name="Date"/>
          <p:cNvSpPr>
            <a:spLocks noGrp="1"/>
          </p:cNvSpPr>
          <p:nvPr>
            <p:ph type="body" sz="quarter" idx="13" hasCustomPrompt="1"/>
          </p:nvPr>
        </p:nvSpPr>
        <p:spPr>
          <a:xfrm>
            <a:off x="348896" y="5493580"/>
            <a:ext cx="6587494" cy="407057"/>
          </a:xfrm>
        </p:spPr>
        <p:txBody>
          <a:bodyPr lIns="91440" tIns="91440" rIns="91440" bIns="91440">
            <a:noAutofit/>
          </a:bodyPr>
          <a:lstStyle>
            <a:lvl1pPr marL="0" indent="0">
              <a:spcBef>
                <a:spcPts val="0"/>
              </a:spcBef>
              <a:buNone/>
              <a:defRPr sz="2640" baseline="0">
                <a:solidFill>
                  <a:schemeClr val="tx1"/>
                </a:solidFill>
                <a:latin typeface="+mn-lt"/>
              </a:defRPr>
            </a:lvl1pPr>
            <a:lvl2pPr marL="0" indent="0">
              <a:spcBef>
                <a:spcPts val="0"/>
              </a:spcBef>
              <a:buNone/>
              <a:defRPr sz="2880"/>
            </a:lvl2pPr>
            <a:lvl3pPr marL="0" indent="0">
              <a:spcBef>
                <a:spcPts val="0"/>
              </a:spcBef>
              <a:buNone/>
              <a:defRPr sz="2880"/>
            </a:lvl3pPr>
            <a:lvl4pPr marL="0" indent="0">
              <a:spcBef>
                <a:spcPts val="0"/>
              </a:spcBef>
              <a:buNone/>
              <a:defRPr sz="2880"/>
            </a:lvl4pPr>
            <a:lvl5pPr marL="0" indent="0">
              <a:spcBef>
                <a:spcPts val="0"/>
              </a:spcBef>
              <a:buNone/>
              <a:defRPr sz="2880"/>
            </a:lvl5pPr>
            <a:lvl6pPr marL="0" indent="0">
              <a:spcBef>
                <a:spcPts val="0"/>
              </a:spcBef>
              <a:buNone/>
              <a:defRPr sz="2880"/>
            </a:lvl6pPr>
            <a:lvl7pPr marL="0" indent="0">
              <a:spcBef>
                <a:spcPts val="0"/>
              </a:spcBef>
              <a:buNone/>
              <a:defRPr sz="2880"/>
            </a:lvl7pPr>
            <a:lvl8pPr marL="0" indent="0">
              <a:spcBef>
                <a:spcPts val="0"/>
              </a:spcBef>
              <a:buNone/>
              <a:defRPr sz="2880"/>
            </a:lvl8pPr>
            <a:lvl9pPr marL="0" indent="0">
              <a:spcBef>
                <a:spcPts val="0"/>
              </a:spcBef>
              <a:buNone/>
              <a:defRPr sz="2880"/>
            </a:lvl9pPr>
          </a:lstStyle>
          <a:p>
            <a:pPr lvl="0"/>
            <a:r>
              <a:rPr lang="en-US" dirty="0"/>
              <a:t>Month day, year</a:t>
            </a:r>
          </a:p>
        </p:txBody>
      </p:sp>
      <p:sp>
        <p:nvSpPr>
          <p:cNvPr id="16" name="Subtitle"/>
          <p:cNvSpPr>
            <a:spLocks noGrp="1"/>
          </p:cNvSpPr>
          <p:nvPr>
            <p:ph type="subTitle" idx="1" hasCustomPrompt="1"/>
          </p:nvPr>
        </p:nvSpPr>
        <p:spPr>
          <a:xfrm>
            <a:off x="348896" y="4959706"/>
            <a:ext cx="9875520" cy="526694"/>
          </a:xfrm>
        </p:spPr>
        <p:txBody>
          <a:bodyPr lIns="91440" tIns="91440" rIns="91440" bIns="91440">
            <a:noAutofit/>
          </a:bodyPr>
          <a:lstStyle>
            <a:lvl1pPr marL="0" indent="0" algn="l">
              <a:spcBef>
                <a:spcPts val="0"/>
              </a:spcBef>
              <a:buNone/>
              <a:defRPr sz="3840">
                <a:solidFill>
                  <a:schemeClr val="tx1"/>
                </a:solidFill>
                <a:latin typeface="+mn-lt"/>
              </a:defRPr>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dirty="0"/>
              <a:t>Speaker name and title</a:t>
            </a:r>
          </a:p>
        </p:txBody>
      </p:sp>
      <p:sp>
        <p:nvSpPr>
          <p:cNvPr id="18" name="Bar"/>
          <p:cNvSpPr/>
          <p:nvPr userDrawn="1"/>
        </p:nvSpPr>
        <p:spPr>
          <a:xfrm>
            <a:off x="455577" y="4669148"/>
            <a:ext cx="636340"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15" name="Title"/>
          <p:cNvSpPr>
            <a:spLocks noGrp="1"/>
          </p:cNvSpPr>
          <p:nvPr>
            <p:ph type="title" hasCustomPrompt="1"/>
          </p:nvPr>
        </p:nvSpPr>
        <p:spPr>
          <a:xfrm>
            <a:off x="348897" y="2243036"/>
            <a:ext cx="13708266" cy="2286000"/>
          </a:xfrm>
        </p:spPr>
        <p:txBody>
          <a:bodyPr lIns="91440" tIns="91440" rIns="91440" bIns="91440" anchor="b"/>
          <a:lstStyle>
            <a:lvl1pPr>
              <a:lnSpc>
                <a:spcPct val="80000"/>
              </a:lnSpc>
              <a:defRPr sz="5280">
                <a:solidFill>
                  <a:schemeClr val="tx1"/>
                </a:solidFill>
              </a:defRPr>
            </a:lvl1pPr>
          </a:lstStyle>
          <a:p>
            <a:r>
              <a:rPr lang="en-US" dirty="0"/>
              <a:t>Click to edit</a:t>
            </a:r>
            <a:br>
              <a:rPr lang="en-US" dirty="0"/>
            </a:br>
            <a:r>
              <a:rPr lang="en-US" dirty="0"/>
              <a:t>master title style</a:t>
            </a:r>
          </a:p>
        </p:txBody>
      </p:sp>
      <p:sp>
        <p:nvSpPr>
          <p:cNvPr id="2" name="Footer Placeholder">
            <a:extLst>
              <a:ext uri="{FF2B5EF4-FFF2-40B4-BE49-F238E27FC236}">
                <a16:creationId xmlns:a16="http://schemas.microsoft.com/office/drawing/2014/main" id="{087376D2-6A59-4BA9-8EA0-2ACD180817BE}"/>
              </a:ext>
            </a:extLst>
          </p:cNvPr>
          <p:cNvSpPr>
            <a:spLocks noGrp="1"/>
          </p:cNvSpPr>
          <p:nvPr>
            <p:ph type="ftr" sz="quarter" idx="14"/>
          </p:nvPr>
        </p:nvSpPr>
        <p:spPr>
          <a:xfrm>
            <a:off x="5249664" y="7355205"/>
            <a:ext cx="8977392" cy="493897"/>
          </a:xfrm>
        </p:spPr>
        <p:txBody>
          <a:bodyPr/>
          <a:lstStyle>
            <a:lvl1pPr>
              <a:defRPr>
                <a:latin typeface="+mn-lt"/>
              </a:defRPr>
            </a:lvl1pPr>
          </a:lstStyle>
          <a:p>
            <a:r>
              <a:rPr lang="en-US" dirty="0"/>
              <a:t>Confidential | Authorized</a:t>
            </a:r>
          </a:p>
        </p:txBody>
      </p:sp>
      <p:grpSp>
        <p:nvGrpSpPr>
          <p:cNvPr id="13" name="Logo">
            <a:extLst>
              <a:ext uri="{FF2B5EF4-FFF2-40B4-BE49-F238E27FC236}">
                <a16:creationId xmlns:a16="http://schemas.microsoft.com/office/drawing/2014/main" id="{C7CA71CE-C053-471F-9DCA-CD481E01A6E9}"/>
              </a:ext>
            </a:extLst>
          </p:cNvPr>
          <p:cNvGrpSpPr>
            <a:grpSpLocks noChangeAspect="1"/>
          </p:cNvGrpSpPr>
          <p:nvPr userDrawn="1"/>
        </p:nvGrpSpPr>
        <p:grpSpPr>
          <a:xfrm>
            <a:off x="472228" y="458348"/>
            <a:ext cx="2662494" cy="1072511"/>
            <a:chOff x="393523" y="381956"/>
            <a:chExt cx="2218745" cy="893759"/>
          </a:xfrm>
        </p:grpSpPr>
        <p:sp>
          <p:nvSpPr>
            <p:cNvPr id="14" name="Element">
              <a:extLst>
                <a:ext uri="{FF2B5EF4-FFF2-40B4-BE49-F238E27FC236}">
                  <a16:creationId xmlns:a16="http://schemas.microsoft.com/office/drawing/2014/main" id="{E3099459-FF93-42DF-AF0B-9F971EEC0212}"/>
                </a:ext>
              </a:extLst>
            </p:cNvPr>
            <p:cNvSpPr>
              <a:spLocks noEditPoints="1"/>
            </p:cNvSpPr>
            <p:nvPr/>
          </p:nvSpPr>
          <p:spPr bwMode="auto">
            <a:xfrm>
              <a:off x="393523" y="381956"/>
              <a:ext cx="759854" cy="211008"/>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1A982"/>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85" dirty="0">
                <a:latin typeface="MetricHPE Black" panose="020B0A03030202060203" pitchFamily="34" charset="0"/>
              </a:endParaRPr>
            </a:p>
          </p:txBody>
        </p:sp>
        <p:sp>
          <p:nvSpPr>
            <p:cNvPr id="20" name="Wordmark">
              <a:extLst>
                <a:ext uri="{FF2B5EF4-FFF2-40B4-BE49-F238E27FC236}">
                  <a16:creationId xmlns:a16="http://schemas.microsoft.com/office/drawing/2014/main" id="{75AF4DC2-08D7-4947-BE56-AB476704954E}"/>
                </a:ext>
              </a:extLst>
            </p:cNvPr>
            <p:cNvSpPr>
              <a:spLocks noEditPoints="1"/>
            </p:cNvSpPr>
            <p:nvPr/>
          </p:nvSpPr>
          <p:spPr bwMode="auto">
            <a:xfrm>
              <a:off x="393523" y="730052"/>
              <a:ext cx="2218745" cy="545663"/>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85" dirty="0">
                <a:latin typeface="MetricHPE Black" panose="020B0A03030202060203" pitchFamily="34" charset="0"/>
              </a:endParaRPr>
            </a:p>
          </p:txBody>
        </p:sp>
      </p:grpSp>
    </p:spTree>
    <p:extLst>
      <p:ext uri="{BB962C8B-B14F-4D97-AF65-F5344CB8AC3E}">
        <p14:creationId xmlns:p14="http://schemas.microsoft.com/office/powerpoint/2010/main" val="3605517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lide with Dark Picture">
    <p:bg>
      <p:bgPr>
        <a:solidFill>
          <a:schemeClr val="tx1"/>
        </a:solidFill>
        <a:effectLst/>
      </p:bgPr>
    </p:bg>
    <p:spTree>
      <p:nvGrpSpPr>
        <p:cNvPr id="1" name=""/>
        <p:cNvGrpSpPr/>
        <p:nvPr/>
      </p:nvGrpSpPr>
      <p:grpSpPr>
        <a:xfrm>
          <a:off x="0" y="0"/>
          <a:ext cx="0" cy="0"/>
          <a:chOff x="0" y="0"/>
          <a:chExt cx="0" cy="0"/>
        </a:xfrm>
      </p:grpSpPr>
      <p:sp>
        <p:nvSpPr>
          <p:cNvPr id="17" name="Date"/>
          <p:cNvSpPr>
            <a:spLocks noGrp="1"/>
          </p:cNvSpPr>
          <p:nvPr userDrawn="1">
            <p:ph type="body" sz="quarter" idx="13" hasCustomPrompt="1"/>
          </p:nvPr>
        </p:nvSpPr>
        <p:spPr>
          <a:xfrm>
            <a:off x="341276" y="5493580"/>
            <a:ext cx="6587494" cy="407057"/>
          </a:xfrm>
        </p:spPr>
        <p:txBody>
          <a:bodyPr lIns="91440" tIns="91440" rIns="91440" bIns="91440">
            <a:noAutofit/>
          </a:bodyPr>
          <a:lstStyle>
            <a:lvl1pPr marL="0" indent="0">
              <a:spcBef>
                <a:spcPts val="0"/>
              </a:spcBef>
              <a:buNone/>
              <a:defRPr sz="2640" baseline="0">
                <a:solidFill>
                  <a:schemeClr val="bg1"/>
                </a:solidFill>
                <a:latin typeface="+mn-lt"/>
              </a:defRPr>
            </a:lvl1pPr>
            <a:lvl2pPr marL="0" indent="0">
              <a:spcBef>
                <a:spcPts val="0"/>
              </a:spcBef>
              <a:buNone/>
              <a:defRPr sz="2880"/>
            </a:lvl2pPr>
            <a:lvl3pPr marL="0" indent="0">
              <a:spcBef>
                <a:spcPts val="0"/>
              </a:spcBef>
              <a:buNone/>
              <a:defRPr sz="2880"/>
            </a:lvl3pPr>
            <a:lvl4pPr marL="0" indent="0">
              <a:spcBef>
                <a:spcPts val="0"/>
              </a:spcBef>
              <a:buNone/>
              <a:defRPr sz="2880"/>
            </a:lvl4pPr>
            <a:lvl5pPr marL="0" indent="0">
              <a:spcBef>
                <a:spcPts val="0"/>
              </a:spcBef>
              <a:buNone/>
              <a:defRPr sz="2880"/>
            </a:lvl5pPr>
            <a:lvl6pPr marL="0" indent="0">
              <a:spcBef>
                <a:spcPts val="0"/>
              </a:spcBef>
              <a:buNone/>
              <a:defRPr sz="2880"/>
            </a:lvl6pPr>
            <a:lvl7pPr marL="0" indent="0">
              <a:spcBef>
                <a:spcPts val="0"/>
              </a:spcBef>
              <a:buNone/>
              <a:defRPr sz="2880"/>
            </a:lvl7pPr>
            <a:lvl8pPr marL="0" indent="0">
              <a:spcBef>
                <a:spcPts val="0"/>
              </a:spcBef>
              <a:buNone/>
              <a:defRPr sz="2880"/>
            </a:lvl8pPr>
            <a:lvl9pPr marL="0" indent="0">
              <a:spcBef>
                <a:spcPts val="0"/>
              </a:spcBef>
              <a:buNone/>
              <a:defRPr sz="2880"/>
            </a:lvl9pPr>
          </a:lstStyle>
          <a:p>
            <a:pPr lvl="0"/>
            <a:r>
              <a:rPr lang="en-US" dirty="0"/>
              <a:t>Month day, year</a:t>
            </a:r>
          </a:p>
        </p:txBody>
      </p:sp>
      <p:sp>
        <p:nvSpPr>
          <p:cNvPr id="16" name="Subtitle"/>
          <p:cNvSpPr>
            <a:spLocks noGrp="1"/>
          </p:cNvSpPr>
          <p:nvPr userDrawn="1">
            <p:ph type="subTitle" idx="1" hasCustomPrompt="1"/>
          </p:nvPr>
        </p:nvSpPr>
        <p:spPr>
          <a:xfrm>
            <a:off x="341276" y="4959706"/>
            <a:ext cx="9875520" cy="526694"/>
          </a:xfrm>
        </p:spPr>
        <p:txBody>
          <a:bodyPr lIns="91440" tIns="91440" rIns="91440" bIns="91440">
            <a:noAutofit/>
          </a:bodyPr>
          <a:lstStyle>
            <a:lvl1pPr marL="0" indent="0" algn="l">
              <a:spcBef>
                <a:spcPts val="0"/>
              </a:spcBef>
              <a:buNone/>
              <a:defRPr sz="3840">
                <a:solidFill>
                  <a:schemeClr val="bg1"/>
                </a:solidFill>
                <a:latin typeface="+mn-lt"/>
              </a:defRPr>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dirty="0"/>
              <a:t>Speaker name and title</a:t>
            </a:r>
          </a:p>
        </p:txBody>
      </p:sp>
      <p:sp>
        <p:nvSpPr>
          <p:cNvPr id="18" name="Bar"/>
          <p:cNvSpPr/>
          <p:nvPr userDrawn="1"/>
        </p:nvSpPr>
        <p:spPr>
          <a:xfrm>
            <a:off x="455577" y="4669148"/>
            <a:ext cx="636340"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15" name="Title"/>
          <p:cNvSpPr>
            <a:spLocks noGrp="1"/>
          </p:cNvSpPr>
          <p:nvPr userDrawn="1">
            <p:ph type="title" hasCustomPrompt="1"/>
          </p:nvPr>
        </p:nvSpPr>
        <p:spPr>
          <a:xfrm>
            <a:off x="341277" y="2243036"/>
            <a:ext cx="13708266" cy="2286000"/>
          </a:xfrm>
        </p:spPr>
        <p:txBody>
          <a:bodyPr lIns="91440" tIns="91440" rIns="91440" bIns="91440" anchor="b"/>
          <a:lstStyle>
            <a:lvl1pPr>
              <a:lnSpc>
                <a:spcPct val="80000"/>
              </a:lnSpc>
              <a:defRPr sz="5280">
                <a:solidFill>
                  <a:schemeClr val="bg1"/>
                </a:solidFill>
                <a:latin typeface="+mj-lt"/>
              </a:defRPr>
            </a:lvl1pPr>
          </a:lstStyle>
          <a:p>
            <a:r>
              <a:rPr lang="en-US" dirty="0"/>
              <a:t>Click to edit</a:t>
            </a:r>
            <a:br>
              <a:rPr lang="en-US" dirty="0"/>
            </a:br>
            <a:r>
              <a:rPr lang="en-US" dirty="0"/>
              <a:t>master title style</a:t>
            </a:r>
          </a:p>
        </p:txBody>
      </p:sp>
      <p:sp>
        <p:nvSpPr>
          <p:cNvPr id="7" name="Footer Placeholder">
            <a:extLst>
              <a:ext uri="{FF2B5EF4-FFF2-40B4-BE49-F238E27FC236}">
                <a16:creationId xmlns:a16="http://schemas.microsoft.com/office/drawing/2014/main" id="{DD0DBAFB-7047-4B08-B7ED-CB050B7FBB50}"/>
              </a:ext>
            </a:extLst>
          </p:cNvPr>
          <p:cNvSpPr>
            <a:spLocks noGrp="1"/>
          </p:cNvSpPr>
          <p:nvPr userDrawn="1">
            <p:ph type="ftr" sz="quarter" idx="14"/>
          </p:nvPr>
        </p:nvSpPr>
        <p:spPr>
          <a:xfrm>
            <a:off x="5249664" y="7355205"/>
            <a:ext cx="8977392" cy="493897"/>
          </a:xfrm>
        </p:spPr>
        <p:txBody>
          <a:bodyPr/>
          <a:lstStyle>
            <a:lvl1pPr>
              <a:defRPr>
                <a:solidFill>
                  <a:schemeClr val="bg1"/>
                </a:solidFill>
                <a:latin typeface="+mn-lt"/>
              </a:defRPr>
            </a:lvl1pPr>
          </a:lstStyle>
          <a:p>
            <a:r>
              <a:rPr lang="en-US" dirty="0"/>
              <a:t>Confidential | Authorized</a:t>
            </a:r>
          </a:p>
        </p:txBody>
      </p:sp>
      <p:grpSp>
        <p:nvGrpSpPr>
          <p:cNvPr id="10" name="Logo">
            <a:extLst>
              <a:ext uri="{FF2B5EF4-FFF2-40B4-BE49-F238E27FC236}">
                <a16:creationId xmlns:a16="http://schemas.microsoft.com/office/drawing/2014/main" id="{A3C61050-E60B-4FC2-8361-B75DC38392A3}"/>
              </a:ext>
            </a:extLst>
          </p:cNvPr>
          <p:cNvGrpSpPr>
            <a:grpSpLocks noChangeAspect="1"/>
          </p:cNvGrpSpPr>
          <p:nvPr userDrawn="1"/>
        </p:nvGrpSpPr>
        <p:grpSpPr>
          <a:xfrm>
            <a:off x="472228" y="458348"/>
            <a:ext cx="2662494" cy="1072511"/>
            <a:chOff x="393523" y="381956"/>
            <a:chExt cx="2218745" cy="893759"/>
          </a:xfrm>
        </p:grpSpPr>
        <p:sp>
          <p:nvSpPr>
            <p:cNvPr id="13" name="Element"/>
            <p:cNvSpPr>
              <a:spLocks noEditPoints="1"/>
            </p:cNvSpPr>
            <p:nvPr/>
          </p:nvSpPr>
          <p:spPr bwMode="auto">
            <a:xfrm>
              <a:off x="393523" y="381956"/>
              <a:ext cx="759854" cy="211008"/>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1A982"/>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85" dirty="0">
                <a:latin typeface="MetricHPE Black" panose="020B0A03030202060203" pitchFamily="34" charset="0"/>
              </a:endParaRPr>
            </a:p>
          </p:txBody>
        </p:sp>
        <p:sp>
          <p:nvSpPr>
            <p:cNvPr id="14" name="Wordmark"/>
            <p:cNvSpPr>
              <a:spLocks noEditPoints="1"/>
            </p:cNvSpPr>
            <p:nvPr/>
          </p:nvSpPr>
          <p:spPr bwMode="auto">
            <a:xfrm>
              <a:off x="393523" y="730052"/>
              <a:ext cx="2218745" cy="545663"/>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85" dirty="0">
                <a:latin typeface="MetricHPE Black" panose="020B0A03030202060203" pitchFamily="34" charset="0"/>
              </a:endParaRPr>
            </a:p>
          </p:txBody>
        </p:sp>
      </p:grpSp>
    </p:spTree>
    <p:extLst>
      <p:ext uri="{BB962C8B-B14F-4D97-AF65-F5344CB8AC3E}">
        <p14:creationId xmlns:p14="http://schemas.microsoft.com/office/powerpoint/2010/main" val="339384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lide with Light Picture">
    <p:bg>
      <p:bgPr>
        <a:solidFill>
          <a:schemeClr val="bg1"/>
        </a:solidFill>
        <a:effectLst/>
      </p:bgPr>
    </p:bg>
    <p:spTree>
      <p:nvGrpSpPr>
        <p:cNvPr id="1" name=""/>
        <p:cNvGrpSpPr/>
        <p:nvPr/>
      </p:nvGrpSpPr>
      <p:grpSpPr>
        <a:xfrm>
          <a:off x="0" y="0"/>
          <a:ext cx="0" cy="0"/>
          <a:chOff x="0" y="0"/>
          <a:chExt cx="0" cy="0"/>
        </a:xfrm>
      </p:grpSpPr>
      <p:sp>
        <p:nvSpPr>
          <p:cNvPr id="19" name="Date"/>
          <p:cNvSpPr>
            <a:spLocks noGrp="1"/>
          </p:cNvSpPr>
          <p:nvPr>
            <p:ph type="body" sz="quarter" idx="13" hasCustomPrompt="1"/>
          </p:nvPr>
        </p:nvSpPr>
        <p:spPr>
          <a:xfrm>
            <a:off x="348896" y="5493580"/>
            <a:ext cx="6587494" cy="407057"/>
          </a:xfrm>
        </p:spPr>
        <p:txBody>
          <a:bodyPr>
            <a:noAutofit/>
          </a:bodyPr>
          <a:lstStyle>
            <a:lvl1pPr marL="0" indent="0">
              <a:spcBef>
                <a:spcPts val="0"/>
              </a:spcBef>
              <a:buNone/>
              <a:defRPr sz="2640" baseline="0">
                <a:solidFill>
                  <a:schemeClr val="tx1"/>
                </a:solidFill>
                <a:latin typeface="+mn-lt"/>
              </a:defRPr>
            </a:lvl1pPr>
            <a:lvl2pPr marL="0" indent="0">
              <a:spcBef>
                <a:spcPts val="0"/>
              </a:spcBef>
              <a:buNone/>
              <a:defRPr sz="2880"/>
            </a:lvl2pPr>
            <a:lvl3pPr marL="0" indent="0">
              <a:spcBef>
                <a:spcPts val="0"/>
              </a:spcBef>
              <a:buNone/>
              <a:defRPr sz="2880"/>
            </a:lvl3pPr>
            <a:lvl4pPr marL="0" indent="0">
              <a:spcBef>
                <a:spcPts val="0"/>
              </a:spcBef>
              <a:buNone/>
              <a:defRPr sz="2880"/>
            </a:lvl4pPr>
            <a:lvl5pPr marL="0" indent="0">
              <a:spcBef>
                <a:spcPts val="0"/>
              </a:spcBef>
              <a:buNone/>
              <a:defRPr sz="2880"/>
            </a:lvl5pPr>
            <a:lvl6pPr marL="0" indent="0">
              <a:spcBef>
                <a:spcPts val="0"/>
              </a:spcBef>
              <a:buNone/>
              <a:defRPr sz="2880"/>
            </a:lvl6pPr>
            <a:lvl7pPr marL="0" indent="0">
              <a:spcBef>
                <a:spcPts val="0"/>
              </a:spcBef>
              <a:buNone/>
              <a:defRPr sz="2880"/>
            </a:lvl7pPr>
            <a:lvl8pPr marL="0" indent="0">
              <a:spcBef>
                <a:spcPts val="0"/>
              </a:spcBef>
              <a:buNone/>
              <a:defRPr sz="2880"/>
            </a:lvl8pPr>
            <a:lvl9pPr marL="0" indent="0">
              <a:spcBef>
                <a:spcPts val="0"/>
              </a:spcBef>
              <a:buNone/>
              <a:defRPr sz="2880"/>
            </a:lvl9pPr>
          </a:lstStyle>
          <a:p>
            <a:pPr lvl="0"/>
            <a:r>
              <a:rPr lang="en-US" dirty="0"/>
              <a:t>Month day, year</a:t>
            </a:r>
          </a:p>
        </p:txBody>
      </p:sp>
      <p:sp>
        <p:nvSpPr>
          <p:cNvPr id="12" name="Subtitle"/>
          <p:cNvSpPr>
            <a:spLocks noGrp="1"/>
          </p:cNvSpPr>
          <p:nvPr>
            <p:ph type="subTitle" idx="1" hasCustomPrompt="1"/>
          </p:nvPr>
        </p:nvSpPr>
        <p:spPr>
          <a:xfrm>
            <a:off x="348896" y="4959706"/>
            <a:ext cx="9875520" cy="526694"/>
          </a:xfrm>
        </p:spPr>
        <p:txBody>
          <a:bodyPr>
            <a:noAutofit/>
          </a:bodyPr>
          <a:lstStyle>
            <a:lvl1pPr marL="0" indent="0" algn="l">
              <a:spcBef>
                <a:spcPts val="0"/>
              </a:spcBef>
              <a:buNone/>
              <a:defRPr sz="3840">
                <a:solidFill>
                  <a:schemeClr val="tx1"/>
                </a:solidFill>
                <a:latin typeface="+mn-lt"/>
              </a:defRPr>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dirty="0"/>
              <a:t>Speaker name and title</a:t>
            </a:r>
          </a:p>
        </p:txBody>
      </p:sp>
      <p:sp>
        <p:nvSpPr>
          <p:cNvPr id="18" name="Bar"/>
          <p:cNvSpPr/>
          <p:nvPr userDrawn="1"/>
        </p:nvSpPr>
        <p:spPr>
          <a:xfrm>
            <a:off x="455577" y="4669148"/>
            <a:ext cx="636340"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15" name="Title"/>
          <p:cNvSpPr>
            <a:spLocks noGrp="1"/>
          </p:cNvSpPr>
          <p:nvPr>
            <p:ph type="title" hasCustomPrompt="1"/>
          </p:nvPr>
        </p:nvSpPr>
        <p:spPr>
          <a:xfrm>
            <a:off x="348897" y="2243036"/>
            <a:ext cx="13708266" cy="2286000"/>
          </a:xfrm>
        </p:spPr>
        <p:txBody>
          <a:bodyPr anchor="b"/>
          <a:lstStyle>
            <a:lvl1pPr>
              <a:lnSpc>
                <a:spcPct val="80000"/>
              </a:lnSpc>
              <a:defRPr sz="5280">
                <a:solidFill>
                  <a:sysClr val="windowText" lastClr="000000"/>
                </a:solidFill>
              </a:defRPr>
            </a:lvl1pPr>
          </a:lstStyle>
          <a:p>
            <a:r>
              <a:rPr lang="en-US" dirty="0"/>
              <a:t>Click to edit</a:t>
            </a:r>
            <a:br>
              <a:rPr lang="en-US" dirty="0"/>
            </a:br>
            <a:r>
              <a:rPr lang="en-US" dirty="0"/>
              <a:t>master title style</a:t>
            </a:r>
          </a:p>
        </p:txBody>
      </p:sp>
      <p:sp>
        <p:nvSpPr>
          <p:cNvPr id="3" name="Footer Placeholder">
            <a:extLst>
              <a:ext uri="{FF2B5EF4-FFF2-40B4-BE49-F238E27FC236}">
                <a16:creationId xmlns:a16="http://schemas.microsoft.com/office/drawing/2014/main" id="{4D7C280C-8E1E-4531-A635-C99FE1BDEE91}"/>
              </a:ext>
            </a:extLst>
          </p:cNvPr>
          <p:cNvSpPr>
            <a:spLocks noGrp="1"/>
          </p:cNvSpPr>
          <p:nvPr>
            <p:ph type="ftr" sz="quarter" idx="14"/>
          </p:nvPr>
        </p:nvSpPr>
        <p:spPr>
          <a:xfrm>
            <a:off x="5249664" y="7355205"/>
            <a:ext cx="8977392" cy="493897"/>
          </a:xfrm>
        </p:spPr>
        <p:txBody>
          <a:bodyPr/>
          <a:lstStyle>
            <a:lvl1pPr>
              <a:defRPr>
                <a:latin typeface="+mn-lt"/>
              </a:defRPr>
            </a:lvl1pPr>
          </a:lstStyle>
          <a:p>
            <a:r>
              <a:rPr lang="en-US" dirty="0"/>
              <a:t>Confidential | Authorized</a:t>
            </a:r>
          </a:p>
        </p:txBody>
      </p:sp>
      <p:grpSp>
        <p:nvGrpSpPr>
          <p:cNvPr id="16" name="Logo">
            <a:extLst>
              <a:ext uri="{FF2B5EF4-FFF2-40B4-BE49-F238E27FC236}">
                <a16:creationId xmlns:a16="http://schemas.microsoft.com/office/drawing/2014/main" id="{39DC9A4F-A16F-45B4-A72C-8DB544981AE5}"/>
              </a:ext>
            </a:extLst>
          </p:cNvPr>
          <p:cNvGrpSpPr>
            <a:grpSpLocks noChangeAspect="1"/>
          </p:cNvGrpSpPr>
          <p:nvPr userDrawn="1"/>
        </p:nvGrpSpPr>
        <p:grpSpPr>
          <a:xfrm>
            <a:off x="472228" y="458348"/>
            <a:ext cx="2662494" cy="1072511"/>
            <a:chOff x="393523" y="381956"/>
            <a:chExt cx="2218745" cy="893759"/>
          </a:xfrm>
        </p:grpSpPr>
        <p:sp>
          <p:nvSpPr>
            <p:cNvPr id="20" name="Element">
              <a:extLst>
                <a:ext uri="{FF2B5EF4-FFF2-40B4-BE49-F238E27FC236}">
                  <a16:creationId xmlns:a16="http://schemas.microsoft.com/office/drawing/2014/main" id="{25C81DB6-CCD4-4F17-86A3-D56DF640F56E}"/>
                </a:ext>
              </a:extLst>
            </p:cNvPr>
            <p:cNvSpPr>
              <a:spLocks noEditPoints="1"/>
            </p:cNvSpPr>
            <p:nvPr/>
          </p:nvSpPr>
          <p:spPr bwMode="auto">
            <a:xfrm>
              <a:off x="393523" y="381956"/>
              <a:ext cx="759854" cy="211008"/>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1A982"/>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85" dirty="0">
                <a:latin typeface="MetricHPE Black" panose="020B0A03030202060203" pitchFamily="34" charset="0"/>
              </a:endParaRPr>
            </a:p>
          </p:txBody>
        </p:sp>
        <p:sp>
          <p:nvSpPr>
            <p:cNvPr id="21" name="Wordmark">
              <a:extLst>
                <a:ext uri="{FF2B5EF4-FFF2-40B4-BE49-F238E27FC236}">
                  <a16:creationId xmlns:a16="http://schemas.microsoft.com/office/drawing/2014/main" id="{7CF9A093-3688-4D04-9331-C6E54828F9AB}"/>
                </a:ext>
              </a:extLst>
            </p:cNvPr>
            <p:cNvSpPr>
              <a:spLocks noEditPoints="1"/>
            </p:cNvSpPr>
            <p:nvPr/>
          </p:nvSpPr>
          <p:spPr bwMode="auto">
            <a:xfrm>
              <a:off x="393523" y="730052"/>
              <a:ext cx="2218745" cy="545663"/>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85" dirty="0">
                <a:latin typeface="MetricHPE Black" panose="020B0A03030202060203" pitchFamily="34" charset="0"/>
              </a:endParaRPr>
            </a:p>
          </p:txBody>
        </p:sp>
      </p:grpSp>
    </p:spTree>
    <p:extLst>
      <p:ext uri="{BB962C8B-B14F-4D97-AF65-F5344CB8AC3E}">
        <p14:creationId xmlns:p14="http://schemas.microsoft.com/office/powerpoint/2010/main" val="3659023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5" name="Bar">
            <a:extLst>
              <a:ext uri="{FF2B5EF4-FFF2-40B4-BE49-F238E27FC236}">
                <a16:creationId xmlns:a16="http://schemas.microsoft.com/office/drawing/2014/main" id="{59513FE3-337B-42EA-8F5D-B1D6CDD0F4A0}"/>
              </a:ext>
            </a:extLst>
          </p:cNvPr>
          <p:cNvSpPr/>
          <p:nvPr userDrawn="1"/>
        </p:nvSpPr>
        <p:spPr>
          <a:xfrm>
            <a:off x="462121" y="1012662"/>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2" name="Title">
            <a:extLst>
              <a:ext uri="{FF2B5EF4-FFF2-40B4-BE49-F238E27FC236}">
                <a16:creationId xmlns:a16="http://schemas.microsoft.com/office/drawing/2014/main" id="{05049E51-8DF9-4218-921D-C081999073EA}"/>
              </a:ext>
            </a:extLst>
          </p:cNvPr>
          <p:cNvSpPr>
            <a:spLocks noGrp="1"/>
          </p:cNvSpPr>
          <p:nvPr>
            <p:ph type="title"/>
          </p:nvPr>
        </p:nvSpPr>
        <p:spPr/>
        <p:txBody>
          <a:bodyPr/>
          <a:lstStyle/>
          <a:p>
            <a:r>
              <a:rPr lang="en-US" dirty="0"/>
              <a:t>Click to edit Master title style</a:t>
            </a:r>
          </a:p>
        </p:txBody>
      </p:sp>
      <p:sp>
        <p:nvSpPr>
          <p:cNvPr id="15" name="Text Placeholder 6">
            <a:extLst>
              <a:ext uri="{FF2B5EF4-FFF2-40B4-BE49-F238E27FC236}">
                <a16:creationId xmlns:a16="http://schemas.microsoft.com/office/drawing/2014/main" id="{BFAAB4F0-B0A9-4671-AB48-BA9B5FA97F98}"/>
              </a:ext>
            </a:extLst>
          </p:cNvPr>
          <p:cNvSpPr>
            <a:spLocks noGrp="1"/>
          </p:cNvSpPr>
          <p:nvPr>
            <p:ph type="body" sz="quarter" idx="17"/>
          </p:nvPr>
        </p:nvSpPr>
        <p:spPr>
          <a:xfrm>
            <a:off x="496799" y="6445831"/>
            <a:ext cx="13638240" cy="756000"/>
          </a:xfrm>
          <a:ln>
            <a:solidFill>
              <a:srgbClr val="C6C9CA"/>
            </a:solidFill>
          </a:ln>
        </p:spPr>
        <p:txBody>
          <a:bodyPr lIns="270000" rIns="270000" anchor="ctr">
            <a:normAutofit/>
          </a:bodyPr>
          <a:lstStyle>
            <a:lvl1pPr marL="0" indent="0">
              <a:buNone/>
              <a:defRPr b="1" cap="none" baseline="0">
                <a:latin typeface="+mj-lt"/>
              </a:defRPr>
            </a:lvl1pPr>
          </a:lstStyle>
          <a:p>
            <a:pPr lvl="0"/>
            <a:r>
              <a:rPr lang="en-US" dirty="0"/>
              <a:t>Click to edit Master text styles</a:t>
            </a:r>
          </a:p>
        </p:txBody>
      </p:sp>
      <p:sp>
        <p:nvSpPr>
          <p:cNvPr id="14" name="Text Placeholder 5">
            <a:extLst>
              <a:ext uri="{FF2B5EF4-FFF2-40B4-BE49-F238E27FC236}">
                <a16:creationId xmlns:a16="http://schemas.microsoft.com/office/drawing/2014/main" id="{D4849EE3-6EC2-479A-93E8-35E49B7D799D}"/>
              </a:ext>
            </a:extLst>
          </p:cNvPr>
          <p:cNvSpPr>
            <a:spLocks noGrp="1"/>
          </p:cNvSpPr>
          <p:nvPr>
            <p:ph type="body" sz="quarter" idx="16"/>
          </p:nvPr>
        </p:nvSpPr>
        <p:spPr>
          <a:xfrm>
            <a:off x="496799" y="5413760"/>
            <a:ext cx="13638240" cy="756000"/>
          </a:xfrm>
          <a:ln>
            <a:solidFill>
              <a:srgbClr val="C6C9CA"/>
            </a:solidFill>
          </a:ln>
        </p:spPr>
        <p:txBody>
          <a:bodyPr lIns="270000" rIns="270000" anchor="ctr">
            <a:normAutofit/>
          </a:bodyPr>
          <a:lstStyle>
            <a:lvl1pPr marL="0" indent="0">
              <a:buNone/>
              <a:defRPr b="1" cap="none" baseline="0">
                <a:latin typeface="+mj-lt"/>
              </a:defRPr>
            </a:lvl1pPr>
          </a:lstStyle>
          <a:p>
            <a:pPr lvl="0"/>
            <a:r>
              <a:rPr lang="en-US" dirty="0"/>
              <a:t>Click to edit Master text styles</a:t>
            </a:r>
          </a:p>
        </p:txBody>
      </p:sp>
      <p:sp>
        <p:nvSpPr>
          <p:cNvPr id="13" name="Text Placeholder 4">
            <a:extLst>
              <a:ext uri="{FF2B5EF4-FFF2-40B4-BE49-F238E27FC236}">
                <a16:creationId xmlns:a16="http://schemas.microsoft.com/office/drawing/2014/main" id="{44BC743F-9EA3-4934-A5D5-4DB56D605F91}"/>
              </a:ext>
            </a:extLst>
          </p:cNvPr>
          <p:cNvSpPr>
            <a:spLocks noGrp="1"/>
          </p:cNvSpPr>
          <p:nvPr>
            <p:ph type="body" sz="quarter" idx="15"/>
          </p:nvPr>
        </p:nvSpPr>
        <p:spPr>
          <a:xfrm>
            <a:off x="496799" y="4381687"/>
            <a:ext cx="13638240" cy="756000"/>
          </a:xfrm>
          <a:ln>
            <a:solidFill>
              <a:srgbClr val="C6C9CA"/>
            </a:solidFill>
          </a:ln>
        </p:spPr>
        <p:txBody>
          <a:bodyPr lIns="270000" rIns="270000" anchor="ctr">
            <a:normAutofit/>
          </a:bodyPr>
          <a:lstStyle>
            <a:lvl1pPr marL="0" indent="0">
              <a:buNone/>
              <a:defRPr b="1" cap="none" baseline="0">
                <a:latin typeface="+mj-lt"/>
              </a:defRPr>
            </a:lvl1pPr>
          </a:lstStyle>
          <a:p>
            <a:pPr lvl="0"/>
            <a:r>
              <a:rPr lang="en-US" dirty="0"/>
              <a:t>Click to edit Master text styles</a:t>
            </a:r>
          </a:p>
        </p:txBody>
      </p:sp>
      <p:sp>
        <p:nvSpPr>
          <p:cNvPr id="12" name="Text Placeholder 3">
            <a:extLst>
              <a:ext uri="{FF2B5EF4-FFF2-40B4-BE49-F238E27FC236}">
                <a16:creationId xmlns:a16="http://schemas.microsoft.com/office/drawing/2014/main" id="{30BEDE27-A8C2-4066-B18C-F2AF9D0E869A}"/>
              </a:ext>
            </a:extLst>
          </p:cNvPr>
          <p:cNvSpPr>
            <a:spLocks noGrp="1"/>
          </p:cNvSpPr>
          <p:nvPr>
            <p:ph type="body" sz="quarter" idx="14"/>
          </p:nvPr>
        </p:nvSpPr>
        <p:spPr>
          <a:xfrm>
            <a:off x="496799" y="3349614"/>
            <a:ext cx="13638240" cy="756000"/>
          </a:xfrm>
          <a:ln>
            <a:solidFill>
              <a:srgbClr val="C6C9CA"/>
            </a:solidFill>
          </a:ln>
        </p:spPr>
        <p:txBody>
          <a:bodyPr lIns="270000" rIns="270000" anchor="ctr">
            <a:normAutofit/>
          </a:bodyPr>
          <a:lstStyle>
            <a:lvl1pPr marL="0" indent="0">
              <a:buNone/>
              <a:defRPr b="1" cap="none" baseline="0">
                <a:latin typeface="+mj-lt"/>
              </a:defRPr>
            </a:lvl1pPr>
          </a:lstStyle>
          <a:p>
            <a:pPr lvl="0"/>
            <a:r>
              <a:rPr lang="en-US" dirty="0"/>
              <a:t>Click to edit Master text styles</a:t>
            </a:r>
          </a:p>
        </p:txBody>
      </p:sp>
      <p:sp>
        <p:nvSpPr>
          <p:cNvPr id="11" name="Text Placeholder 2">
            <a:extLst>
              <a:ext uri="{FF2B5EF4-FFF2-40B4-BE49-F238E27FC236}">
                <a16:creationId xmlns:a16="http://schemas.microsoft.com/office/drawing/2014/main" id="{06A40CBC-5E5F-4C0D-B831-0B04ABB23E0E}"/>
              </a:ext>
            </a:extLst>
          </p:cNvPr>
          <p:cNvSpPr>
            <a:spLocks noGrp="1"/>
          </p:cNvSpPr>
          <p:nvPr>
            <p:ph type="body" sz="quarter" idx="13"/>
          </p:nvPr>
        </p:nvSpPr>
        <p:spPr>
          <a:xfrm>
            <a:off x="496799" y="2317541"/>
            <a:ext cx="13638240" cy="756000"/>
          </a:xfrm>
          <a:ln>
            <a:solidFill>
              <a:srgbClr val="C6C9CA"/>
            </a:solidFill>
          </a:ln>
        </p:spPr>
        <p:txBody>
          <a:bodyPr lIns="270000" rIns="270000" anchor="ctr">
            <a:normAutofit/>
          </a:bodyPr>
          <a:lstStyle>
            <a:lvl1pPr marL="0" indent="0">
              <a:buNone/>
              <a:defRPr b="1" cap="none" baseline="0">
                <a:latin typeface="+mj-lt"/>
              </a:defRPr>
            </a:lvl1pPr>
          </a:lstStyle>
          <a:p>
            <a:pPr lvl="0"/>
            <a:r>
              <a:rPr lang="en-US" dirty="0"/>
              <a:t>Click to edit Master text styles</a:t>
            </a:r>
          </a:p>
        </p:txBody>
      </p:sp>
      <p:sp>
        <p:nvSpPr>
          <p:cNvPr id="10" name="Text Placeholder 1">
            <a:extLst>
              <a:ext uri="{FF2B5EF4-FFF2-40B4-BE49-F238E27FC236}">
                <a16:creationId xmlns:a16="http://schemas.microsoft.com/office/drawing/2014/main" id="{6C56A94C-CC87-4EFE-A931-1D7270A84237}"/>
              </a:ext>
            </a:extLst>
          </p:cNvPr>
          <p:cNvSpPr>
            <a:spLocks noGrp="1"/>
          </p:cNvSpPr>
          <p:nvPr>
            <p:ph type="body" sz="quarter" idx="12"/>
          </p:nvPr>
        </p:nvSpPr>
        <p:spPr>
          <a:xfrm>
            <a:off x="496799" y="1285468"/>
            <a:ext cx="13638240" cy="756000"/>
          </a:xfrm>
          <a:ln>
            <a:solidFill>
              <a:srgbClr val="C6C9CA"/>
            </a:solidFill>
          </a:ln>
        </p:spPr>
        <p:txBody>
          <a:bodyPr lIns="270000" rIns="270000" anchor="ctr">
            <a:normAutofit/>
          </a:bodyPr>
          <a:lstStyle>
            <a:lvl1pPr marL="0" indent="0">
              <a:buNone/>
              <a:defRPr b="1" cap="none" baseline="0">
                <a:latin typeface="+mj-lt"/>
              </a:defRPr>
            </a:lvl1pPr>
          </a:lstStyle>
          <a:p>
            <a:pPr lvl="0"/>
            <a:r>
              <a:rPr lang="en-US" dirty="0"/>
              <a:t>Click to edit Master text styles</a:t>
            </a:r>
          </a:p>
        </p:txBody>
      </p:sp>
      <p:sp>
        <p:nvSpPr>
          <p:cNvPr id="3" name="Slide Number Placeholder">
            <a:extLst>
              <a:ext uri="{FF2B5EF4-FFF2-40B4-BE49-F238E27FC236}">
                <a16:creationId xmlns:a16="http://schemas.microsoft.com/office/drawing/2014/main" id="{6E8F2DF7-9AD5-47AF-92C4-F9011D8150E2}"/>
              </a:ext>
            </a:extLst>
          </p:cNvPr>
          <p:cNvSpPr>
            <a:spLocks noGrp="1"/>
          </p:cNvSpPr>
          <p:nvPr>
            <p:ph type="sldNum" sz="quarter" idx="10"/>
          </p:nvPr>
        </p:nvSpPr>
        <p:spPr/>
        <p:txBody>
          <a:bodyPr/>
          <a:lstStyle/>
          <a:p>
            <a:pPr defTabSz="1306105"/>
            <a:fld id="{104FC826-72BB-4AF1-BA01-A94F7396A7DC}" type="slidenum">
              <a:rPr lang="en-US" smtClean="0"/>
              <a:pPr defTabSz="1306105"/>
              <a:t>‹#›</a:t>
            </a:fld>
            <a:endParaRPr lang="en-US" dirty="0"/>
          </a:p>
        </p:txBody>
      </p:sp>
      <p:sp>
        <p:nvSpPr>
          <p:cNvPr id="4" name="Footer Placeholder">
            <a:extLst>
              <a:ext uri="{FF2B5EF4-FFF2-40B4-BE49-F238E27FC236}">
                <a16:creationId xmlns:a16="http://schemas.microsoft.com/office/drawing/2014/main" id="{763A2EDB-3F77-406C-9116-E786D4D6A658}"/>
              </a:ext>
            </a:extLst>
          </p:cNvPr>
          <p:cNvSpPr>
            <a:spLocks noGrp="1"/>
          </p:cNvSpPr>
          <p:nvPr>
            <p:ph type="ftr" sz="quarter" idx="11"/>
          </p:nvPr>
        </p:nvSpPr>
        <p:spPr/>
        <p:txBody>
          <a:bodyPr/>
          <a:lstStyle/>
          <a:p>
            <a:r>
              <a:rPr lang="en-US" dirty="0"/>
              <a:t>Confidential | Authorized</a:t>
            </a:r>
          </a:p>
        </p:txBody>
      </p:sp>
    </p:spTree>
    <p:extLst>
      <p:ext uri="{BB962C8B-B14F-4D97-AF65-F5344CB8AC3E}">
        <p14:creationId xmlns:p14="http://schemas.microsoft.com/office/powerpoint/2010/main" val="2565563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5837C125-1DBF-4F22-925B-D8481E8BC23A}"/>
              </a:ext>
            </a:extLst>
          </p:cNvPr>
          <p:cNvSpPr>
            <a:spLocks noGrp="1"/>
          </p:cNvSpPr>
          <p:nvPr>
            <p:ph type="pic" sz="quarter" idx="15" hasCustomPrompt="1"/>
          </p:nvPr>
        </p:nvSpPr>
        <p:spPr>
          <a:xfrm>
            <a:off x="0" y="0"/>
            <a:ext cx="14630400" cy="8229600"/>
          </a:xfrm>
        </p:spPr>
        <p:txBody>
          <a:bodyPr rIns="1828800" bIns="90000" anchor="ctr"/>
          <a:lstStyle>
            <a:lvl1pPr marL="0" indent="0" algn="r">
              <a:buNone/>
              <a:defRPr>
                <a:latin typeface="+mn-lt"/>
              </a:defRPr>
            </a:lvl1pPr>
          </a:lstStyle>
          <a:p>
            <a:r>
              <a:rPr lang="en-US" dirty="0"/>
              <a:t>Click to add picture</a:t>
            </a:r>
          </a:p>
        </p:txBody>
      </p:sp>
      <p:sp>
        <p:nvSpPr>
          <p:cNvPr id="8" name="Title">
            <a:extLst>
              <a:ext uri="{FF2B5EF4-FFF2-40B4-BE49-F238E27FC236}">
                <a16:creationId xmlns:a16="http://schemas.microsoft.com/office/drawing/2014/main" id="{1D8D4E77-E0A3-4D09-ACAE-F1308CF36BFA}"/>
              </a:ext>
            </a:extLst>
          </p:cNvPr>
          <p:cNvSpPr>
            <a:spLocks noGrp="1"/>
          </p:cNvSpPr>
          <p:nvPr>
            <p:ph type="title" hasCustomPrompt="1"/>
          </p:nvPr>
        </p:nvSpPr>
        <p:spPr>
          <a:xfrm>
            <a:off x="351408" y="3292212"/>
            <a:ext cx="7108573" cy="1782336"/>
          </a:xfrm>
        </p:spPr>
        <p:txBody>
          <a:bodyPr lIns="91440" tIns="91440" rIns="91440" bIns="91440" anchor="t"/>
          <a:lstStyle>
            <a:lvl1pPr>
              <a:defRPr sz="3840" baseline="0"/>
            </a:lvl1pPr>
          </a:lstStyle>
          <a:p>
            <a:r>
              <a:rPr lang="en-US" dirty="0"/>
              <a:t>Click to add section header</a:t>
            </a:r>
            <a:br>
              <a:rPr lang="en-US" dirty="0"/>
            </a:br>
            <a:r>
              <a:rPr lang="en-US" dirty="0"/>
              <a:t>or big idea statement</a:t>
            </a:r>
          </a:p>
        </p:txBody>
      </p:sp>
      <p:sp>
        <p:nvSpPr>
          <p:cNvPr id="3" name="Slide Number Placeholder">
            <a:extLst>
              <a:ext uri="{FF2B5EF4-FFF2-40B4-BE49-F238E27FC236}">
                <a16:creationId xmlns:a16="http://schemas.microsoft.com/office/drawing/2014/main" id="{8809E328-E168-4AEC-AD9B-18A4ACAAA4FA}"/>
              </a:ext>
            </a:extLst>
          </p:cNvPr>
          <p:cNvSpPr>
            <a:spLocks noGrp="1"/>
          </p:cNvSpPr>
          <p:nvPr>
            <p:ph type="sldNum" sz="quarter" idx="17"/>
          </p:nvPr>
        </p:nvSpPr>
        <p:spPr/>
        <p:txBody>
          <a:bodyPr/>
          <a:lstStyle/>
          <a:p>
            <a:pPr defTabSz="1306105">
              <a:buFontTx/>
              <a:buBlip>
                <a:blip r:embed="rId2"/>
              </a:buBlip>
            </a:pPr>
            <a:fld id="{104FC826-72BB-4AF1-BA01-A94F7396A7DC}" type="slidenum">
              <a:rPr lang="en-US" smtClean="0"/>
              <a:pPr defTabSz="1306105">
                <a:buFontTx/>
                <a:buBlip>
                  <a:blip r:embed="rId2"/>
                </a:buBlip>
              </a:pPr>
              <a:t>‹#›</a:t>
            </a:fld>
            <a:endParaRPr lang="en-US" dirty="0"/>
          </a:p>
        </p:txBody>
      </p:sp>
      <p:sp>
        <p:nvSpPr>
          <p:cNvPr id="2" name="Footer Placeholder">
            <a:extLst>
              <a:ext uri="{FF2B5EF4-FFF2-40B4-BE49-F238E27FC236}">
                <a16:creationId xmlns:a16="http://schemas.microsoft.com/office/drawing/2014/main" id="{D456EB42-66C6-4FC9-8A72-F78974DE8485}"/>
              </a:ext>
            </a:extLst>
          </p:cNvPr>
          <p:cNvSpPr>
            <a:spLocks noGrp="1"/>
          </p:cNvSpPr>
          <p:nvPr>
            <p:ph type="ftr" sz="quarter" idx="16"/>
          </p:nvPr>
        </p:nvSpPr>
        <p:spPr/>
        <p:txBody>
          <a:bodyPr/>
          <a:lstStyle/>
          <a:p>
            <a:r>
              <a:rPr lang="en-US" dirty="0"/>
              <a:t>Confidential | Authorized</a:t>
            </a:r>
          </a:p>
        </p:txBody>
      </p:sp>
    </p:spTree>
    <p:extLst>
      <p:ext uri="{BB962C8B-B14F-4D97-AF65-F5344CB8AC3E}">
        <p14:creationId xmlns:p14="http://schemas.microsoft.com/office/powerpoint/2010/main" val="572755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Header with Edge to Edge Picture">
    <p:bg>
      <p:bgPr>
        <a:solidFill>
          <a:schemeClr val="tx1"/>
        </a:solidFill>
        <a:effectLst/>
      </p:bgPr>
    </p:bg>
    <p:spTree>
      <p:nvGrpSpPr>
        <p:cNvPr id="1" name=""/>
        <p:cNvGrpSpPr/>
        <p:nvPr/>
      </p:nvGrpSpPr>
      <p:grpSpPr>
        <a:xfrm>
          <a:off x="0" y="0"/>
          <a:ext cx="0" cy="0"/>
          <a:chOff x="0" y="0"/>
          <a:chExt cx="0" cy="0"/>
        </a:xfrm>
      </p:grpSpPr>
      <p:sp>
        <p:nvSpPr>
          <p:cNvPr id="14" name="Picture Placeholder">
            <a:extLst>
              <a:ext uri="{FF2B5EF4-FFF2-40B4-BE49-F238E27FC236}">
                <a16:creationId xmlns:a16="http://schemas.microsoft.com/office/drawing/2014/main" id="{3B62DF6E-A83A-4117-A2ED-B4864BA8330A}"/>
              </a:ext>
            </a:extLst>
          </p:cNvPr>
          <p:cNvSpPr>
            <a:spLocks noGrp="1"/>
          </p:cNvSpPr>
          <p:nvPr>
            <p:ph type="pic" sz="quarter" idx="15" hasCustomPrompt="1"/>
          </p:nvPr>
        </p:nvSpPr>
        <p:spPr>
          <a:xfrm>
            <a:off x="0" y="0"/>
            <a:ext cx="14630400" cy="8229600"/>
          </a:xfrm>
          <a:noFill/>
        </p:spPr>
        <p:txBody>
          <a:bodyPr rIns="90000" bIns="360000" anchor="b"/>
          <a:lstStyle>
            <a:lvl1pPr marL="0" indent="0" algn="ctr">
              <a:buNone/>
              <a:defRPr>
                <a:solidFill>
                  <a:schemeClr val="bg1"/>
                </a:solidFill>
                <a:latin typeface="+mn-lt"/>
              </a:defRPr>
            </a:lvl1pPr>
          </a:lstStyle>
          <a:p>
            <a:r>
              <a:rPr lang="en-US" dirty="0"/>
              <a:t>Picture placeholder</a:t>
            </a:r>
          </a:p>
        </p:txBody>
      </p:sp>
      <p:sp>
        <p:nvSpPr>
          <p:cNvPr id="10" name="Title"/>
          <p:cNvSpPr>
            <a:spLocks noGrp="1"/>
          </p:cNvSpPr>
          <p:nvPr>
            <p:ph type="title" hasCustomPrompt="1"/>
          </p:nvPr>
        </p:nvSpPr>
        <p:spPr>
          <a:xfrm>
            <a:off x="1697356" y="822961"/>
            <a:ext cx="11235690" cy="6576060"/>
          </a:xfrm>
        </p:spPr>
        <p:txBody>
          <a:bodyPr lIns="91440" tIns="91440" rIns="91440" bIns="91440" anchor="ctr" anchorCtr="0"/>
          <a:lstStyle>
            <a:lvl1pPr algn="ctr">
              <a:defRPr sz="4800" baseline="0">
                <a:solidFill>
                  <a:schemeClr val="bg1"/>
                </a:solidFill>
              </a:defRPr>
            </a:lvl1pPr>
          </a:lstStyle>
          <a:p>
            <a:r>
              <a:rPr lang="en-US" dirty="0"/>
              <a:t>Click to add section header</a:t>
            </a:r>
          </a:p>
        </p:txBody>
      </p:sp>
    </p:spTree>
    <p:extLst>
      <p:ext uri="{BB962C8B-B14F-4D97-AF65-F5344CB8AC3E}">
        <p14:creationId xmlns:p14="http://schemas.microsoft.com/office/powerpoint/2010/main" val="2791067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Header with Picture">
    <p:spTree>
      <p:nvGrpSpPr>
        <p:cNvPr id="1" name=""/>
        <p:cNvGrpSpPr/>
        <p:nvPr/>
      </p:nvGrpSpPr>
      <p:grpSpPr>
        <a:xfrm>
          <a:off x="0" y="0"/>
          <a:ext cx="0" cy="0"/>
          <a:chOff x="0" y="0"/>
          <a:chExt cx="0" cy="0"/>
        </a:xfrm>
      </p:grpSpPr>
      <p:sp>
        <p:nvSpPr>
          <p:cNvPr id="14" name="Picture Placeholder">
            <a:extLst>
              <a:ext uri="{FF2B5EF4-FFF2-40B4-BE49-F238E27FC236}">
                <a16:creationId xmlns:a16="http://schemas.microsoft.com/office/drawing/2014/main" id="{3B62DF6E-A83A-4117-A2ED-B4864BA8330A}"/>
              </a:ext>
            </a:extLst>
          </p:cNvPr>
          <p:cNvSpPr>
            <a:spLocks noGrp="1"/>
          </p:cNvSpPr>
          <p:nvPr>
            <p:ph type="pic" sz="quarter" idx="15" hasCustomPrompt="1"/>
          </p:nvPr>
        </p:nvSpPr>
        <p:spPr>
          <a:xfrm>
            <a:off x="0" y="1805941"/>
            <a:ext cx="14630400" cy="3954781"/>
          </a:xfrm>
          <a:solidFill>
            <a:schemeClr val="tx1"/>
          </a:solidFill>
        </p:spPr>
        <p:txBody>
          <a:bodyPr rIns="1828800" bIns="90000" anchor="ctr"/>
          <a:lstStyle>
            <a:lvl1pPr marL="0" indent="0" algn="r">
              <a:buNone/>
              <a:defRPr>
                <a:solidFill>
                  <a:schemeClr val="bg1"/>
                </a:solidFill>
                <a:latin typeface="+mn-lt"/>
              </a:defRPr>
            </a:lvl1pPr>
          </a:lstStyle>
          <a:p>
            <a:r>
              <a:rPr lang="en-US" dirty="0"/>
              <a:t>Picture placeholder</a:t>
            </a:r>
          </a:p>
        </p:txBody>
      </p:sp>
      <p:sp>
        <p:nvSpPr>
          <p:cNvPr id="11" name="Subtitle"/>
          <p:cNvSpPr>
            <a:spLocks noGrp="1"/>
          </p:cNvSpPr>
          <p:nvPr>
            <p:ph type="body" sz="quarter" idx="14"/>
          </p:nvPr>
        </p:nvSpPr>
        <p:spPr>
          <a:xfrm>
            <a:off x="350521" y="3910363"/>
            <a:ext cx="9873613" cy="640080"/>
          </a:xfrm>
        </p:spPr>
        <p:txBody>
          <a:bodyPr lIns="91440" tIns="91440" rIns="91440" bIns="91440">
            <a:noAutofit/>
          </a:bodyPr>
          <a:lstStyle>
            <a:lvl1pPr marL="0" indent="0">
              <a:spcBef>
                <a:spcPts val="0"/>
              </a:spcBef>
              <a:buFontTx/>
              <a:buNone/>
              <a:defRPr sz="3120">
                <a:solidFill>
                  <a:schemeClr val="bg1"/>
                </a:solidFill>
                <a:latin typeface="+mn-lt"/>
              </a:defRPr>
            </a:lvl1pPr>
            <a:lvl2pPr marL="0" indent="0">
              <a:spcBef>
                <a:spcPts val="0"/>
              </a:spcBef>
              <a:buFontTx/>
              <a:buNone/>
              <a:defRPr sz="2400"/>
            </a:lvl2pPr>
            <a:lvl3pPr marL="0" indent="0">
              <a:spcBef>
                <a:spcPts val="0"/>
              </a:spcBef>
              <a:buFontTx/>
              <a:buNone/>
              <a:defRPr sz="2400"/>
            </a:lvl3pPr>
            <a:lvl4pPr marL="0" indent="0">
              <a:spcBef>
                <a:spcPts val="0"/>
              </a:spcBef>
              <a:buFontTx/>
              <a:buNone/>
              <a:defRPr sz="2400"/>
            </a:lvl4pPr>
            <a:lvl5pPr marL="0" indent="0">
              <a:spcBef>
                <a:spcPts val="0"/>
              </a:spcBef>
              <a:buFontTx/>
              <a:buNone/>
              <a:defRPr sz="2400"/>
            </a:lvl5pPr>
            <a:lvl6pPr marL="0" indent="0">
              <a:spcBef>
                <a:spcPts val="0"/>
              </a:spcBef>
              <a:buFontTx/>
              <a:buNone/>
              <a:defRPr sz="2400"/>
            </a:lvl6pPr>
            <a:lvl7pPr marL="0" indent="0">
              <a:spcBef>
                <a:spcPts val="0"/>
              </a:spcBef>
              <a:buFontTx/>
              <a:buNone/>
              <a:defRPr sz="2400"/>
            </a:lvl7pPr>
            <a:lvl8pPr marL="0" indent="0">
              <a:spcBef>
                <a:spcPts val="0"/>
              </a:spcBef>
              <a:buFontTx/>
              <a:buNone/>
              <a:defRPr sz="2400"/>
            </a:lvl8pPr>
            <a:lvl9pPr marL="0" indent="0">
              <a:spcBef>
                <a:spcPts val="0"/>
              </a:spcBef>
              <a:buFontTx/>
              <a:buNone/>
              <a:defRPr sz="2400"/>
            </a:lvl9pPr>
          </a:lstStyle>
          <a:p>
            <a:pPr lvl="0"/>
            <a:r>
              <a:rPr lang="en-US" dirty="0"/>
              <a:t>Click to edit Master text styles</a:t>
            </a:r>
          </a:p>
        </p:txBody>
      </p:sp>
      <p:sp>
        <p:nvSpPr>
          <p:cNvPr id="10" name="Title"/>
          <p:cNvSpPr>
            <a:spLocks noGrp="1"/>
          </p:cNvSpPr>
          <p:nvPr>
            <p:ph type="title" hasCustomPrompt="1"/>
          </p:nvPr>
        </p:nvSpPr>
        <p:spPr>
          <a:xfrm>
            <a:off x="350521" y="3224056"/>
            <a:ext cx="10226650" cy="599238"/>
          </a:xfrm>
        </p:spPr>
        <p:txBody>
          <a:bodyPr lIns="91440" tIns="91440" rIns="91440" bIns="91440" anchor="b" anchorCtr="0"/>
          <a:lstStyle>
            <a:lvl1pPr>
              <a:defRPr sz="3840" baseline="0">
                <a:solidFill>
                  <a:schemeClr val="bg1"/>
                </a:solidFill>
              </a:defRPr>
            </a:lvl1pPr>
          </a:lstStyle>
          <a:p>
            <a:r>
              <a:rPr lang="en-US" dirty="0"/>
              <a:t>Click to add section header</a:t>
            </a:r>
          </a:p>
        </p:txBody>
      </p:sp>
      <p:sp>
        <p:nvSpPr>
          <p:cNvPr id="4" name="Slide Number Placeholder">
            <a:extLst>
              <a:ext uri="{FF2B5EF4-FFF2-40B4-BE49-F238E27FC236}">
                <a16:creationId xmlns:a16="http://schemas.microsoft.com/office/drawing/2014/main" id="{C8CDE3DB-5BD1-43F6-94A6-D47A00235D79}"/>
              </a:ext>
            </a:extLst>
          </p:cNvPr>
          <p:cNvSpPr>
            <a:spLocks noGrp="1"/>
          </p:cNvSpPr>
          <p:nvPr>
            <p:ph type="sldNum" sz="quarter" idx="17"/>
          </p:nvPr>
        </p:nvSpPr>
        <p:spPr/>
        <p:txBody>
          <a:bodyPr/>
          <a:lstStyle/>
          <a:p>
            <a:pPr defTabSz="1306105"/>
            <a:fld id="{104FC826-72BB-4AF1-BA01-A94F7396A7DC}" type="slidenum">
              <a:rPr lang="en-US" smtClean="0"/>
              <a:pPr defTabSz="1306105"/>
              <a:t>‹#›</a:t>
            </a:fld>
            <a:endParaRPr lang="en-US" dirty="0"/>
          </a:p>
        </p:txBody>
      </p:sp>
      <p:sp>
        <p:nvSpPr>
          <p:cNvPr id="3" name="Footer Placeholder">
            <a:extLst>
              <a:ext uri="{FF2B5EF4-FFF2-40B4-BE49-F238E27FC236}">
                <a16:creationId xmlns:a16="http://schemas.microsoft.com/office/drawing/2014/main" id="{EEEF92A3-A948-430A-BA72-93EBB9877D77}"/>
              </a:ext>
            </a:extLst>
          </p:cNvPr>
          <p:cNvSpPr>
            <a:spLocks noGrp="1"/>
          </p:cNvSpPr>
          <p:nvPr>
            <p:ph type="ftr" sz="quarter" idx="16"/>
          </p:nvPr>
        </p:nvSpPr>
        <p:spPr/>
        <p:txBody>
          <a:bodyPr/>
          <a:lstStyle/>
          <a:p>
            <a:r>
              <a:rPr lang="en-US" dirty="0"/>
              <a:t>Confidential | Authorized</a:t>
            </a:r>
          </a:p>
        </p:txBody>
      </p:sp>
    </p:spTree>
    <p:extLst>
      <p:ext uri="{BB962C8B-B14F-4D97-AF65-F5344CB8AC3E}">
        <p14:creationId xmlns:p14="http://schemas.microsoft.com/office/powerpoint/2010/main" val="4013581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reen Frame Divider">
    <p:spTree>
      <p:nvGrpSpPr>
        <p:cNvPr id="1" name=""/>
        <p:cNvGrpSpPr/>
        <p:nvPr/>
      </p:nvGrpSpPr>
      <p:grpSpPr>
        <a:xfrm>
          <a:off x="0" y="0"/>
          <a:ext cx="0" cy="0"/>
          <a:chOff x="0" y="0"/>
          <a:chExt cx="0" cy="0"/>
        </a:xfrm>
      </p:grpSpPr>
      <p:sp>
        <p:nvSpPr>
          <p:cNvPr id="17" name="Text"/>
          <p:cNvSpPr>
            <a:spLocks noGrp="1"/>
          </p:cNvSpPr>
          <p:nvPr>
            <p:ph type="body" sz="quarter" idx="14"/>
          </p:nvPr>
        </p:nvSpPr>
        <p:spPr>
          <a:xfrm>
            <a:off x="346793" y="3445200"/>
            <a:ext cx="10226650" cy="3283176"/>
          </a:xfrm>
        </p:spPr>
        <p:txBody>
          <a:bodyPr lIns="91440" tIns="91440" rIns="91440" bIns="91440">
            <a:noAutofit/>
          </a:bodyPr>
          <a:lstStyle>
            <a:lvl1pPr marL="0" indent="0">
              <a:spcBef>
                <a:spcPts val="0"/>
              </a:spcBef>
              <a:buFontTx/>
              <a:buNone/>
              <a:defRPr sz="3120">
                <a:latin typeface="+mn-lt"/>
              </a:defRPr>
            </a:lvl1pPr>
            <a:lvl2pPr marL="0" indent="0">
              <a:spcBef>
                <a:spcPts val="0"/>
              </a:spcBef>
              <a:buFontTx/>
              <a:buNone/>
              <a:defRPr sz="2400"/>
            </a:lvl2pPr>
            <a:lvl3pPr marL="0" indent="0">
              <a:spcBef>
                <a:spcPts val="0"/>
              </a:spcBef>
              <a:buFontTx/>
              <a:buNone/>
              <a:defRPr sz="2400"/>
            </a:lvl3pPr>
            <a:lvl4pPr marL="0" indent="0">
              <a:spcBef>
                <a:spcPts val="0"/>
              </a:spcBef>
              <a:buFontTx/>
              <a:buNone/>
              <a:defRPr sz="2400"/>
            </a:lvl4pPr>
            <a:lvl5pPr marL="0" indent="0">
              <a:spcBef>
                <a:spcPts val="0"/>
              </a:spcBef>
              <a:buFontTx/>
              <a:buNone/>
              <a:defRPr sz="2400"/>
            </a:lvl5pPr>
            <a:lvl6pPr marL="0" indent="0">
              <a:spcBef>
                <a:spcPts val="0"/>
              </a:spcBef>
              <a:buFontTx/>
              <a:buNone/>
              <a:defRPr sz="2400"/>
            </a:lvl6pPr>
            <a:lvl7pPr marL="0" indent="0">
              <a:spcBef>
                <a:spcPts val="0"/>
              </a:spcBef>
              <a:buFontTx/>
              <a:buNone/>
              <a:defRPr sz="2400"/>
            </a:lvl7pPr>
            <a:lvl8pPr marL="0" indent="0">
              <a:spcBef>
                <a:spcPts val="0"/>
              </a:spcBef>
              <a:buFontTx/>
              <a:buNone/>
              <a:defRPr sz="2400"/>
            </a:lvl8pPr>
            <a:lvl9pPr marL="0" indent="0">
              <a:spcBef>
                <a:spcPts val="0"/>
              </a:spcBef>
              <a:buFontTx/>
              <a:buNone/>
              <a:defRPr sz="2400"/>
            </a:lvl9pPr>
          </a:lstStyle>
          <a:p>
            <a:pPr lvl="0"/>
            <a:r>
              <a:rPr lang="en-US" dirty="0"/>
              <a:t>Click to edit Master text styles</a:t>
            </a:r>
          </a:p>
        </p:txBody>
      </p:sp>
      <p:sp>
        <p:nvSpPr>
          <p:cNvPr id="18" name="Bar"/>
          <p:cNvSpPr/>
          <p:nvPr userDrawn="1"/>
        </p:nvSpPr>
        <p:spPr>
          <a:xfrm>
            <a:off x="453473" y="3259375"/>
            <a:ext cx="10226650"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16" name="Title"/>
          <p:cNvSpPr>
            <a:spLocks noGrp="1"/>
          </p:cNvSpPr>
          <p:nvPr>
            <p:ph type="title" hasCustomPrompt="1"/>
          </p:nvPr>
        </p:nvSpPr>
        <p:spPr>
          <a:xfrm>
            <a:off x="346794" y="822960"/>
            <a:ext cx="10226650" cy="2348824"/>
          </a:xfrm>
        </p:spPr>
        <p:txBody>
          <a:bodyPr lIns="91440" tIns="91440" rIns="91440" bIns="91440" anchor="b" anchorCtr="0"/>
          <a:lstStyle>
            <a:lvl1pPr>
              <a:defRPr sz="3840" baseline="0"/>
            </a:lvl1pPr>
          </a:lstStyle>
          <a:p>
            <a:r>
              <a:rPr lang="en-US" dirty="0"/>
              <a:t>Click to add section header</a:t>
            </a:r>
          </a:p>
        </p:txBody>
      </p:sp>
      <p:sp>
        <p:nvSpPr>
          <p:cNvPr id="5" name="Slide Number Placeholder">
            <a:extLst>
              <a:ext uri="{FF2B5EF4-FFF2-40B4-BE49-F238E27FC236}">
                <a16:creationId xmlns:a16="http://schemas.microsoft.com/office/drawing/2014/main" id="{B699D1C6-DBB0-43D0-BC06-19A6E62C1986}"/>
              </a:ext>
            </a:extLst>
          </p:cNvPr>
          <p:cNvSpPr>
            <a:spLocks noGrp="1"/>
          </p:cNvSpPr>
          <p:nvPr>
            <p:ph type="sldNum" sz="quarter" idx="16"/>
          </p:nvPr>
        </p:nvSpPr>
        <p:spPr/>
        <p:txBody>
          <a:bodyPr/>
          <a:lstStyle/>
          <a:p>
            <a:pPr defTabSz="1306105"/>
            <a:fld id="{104FC826-72BB-4AF1-BA01-A94F7396A7DC}" type="slidenum">
              <a:rPr lang="en-US" smtClean="0"/>
              <a:pPr defTabSz="1306105"/>
              <a:t>‹#›</a:t>
            </a:fld>
            <a:endParaRPr lang="en-US" dirty="0"/>
          </a:p>
        </p:txBody>
      </p:sp>
      <p:sp>
        <p:nvSpPr>
          <p:cNvPr id="2" name="Footer Placeholder">
            <a:extLst>
              <a:ext uri="{FF2B5EF4-FFF2-40B4-BE49-F238E27FC236}">
                <a16:creationId xmlns:a16="http://schemas.microsoft.com/office/drawing/2014/main" id="{DCAA7B61-F2C7-43C9-A11F-B48C4ED2EBCF}"/>
              </a:ext>
            </a:extLst>
          </p:cNvPr>
          <p:cNvSpPr>
            <a:spLocks noGrp="1"/>
          </p:cNvSpPr>
          <p:nvPr>
            <p:ph type="ftr" sz="quarter" idx="15"/>
          </p:nvPr>
        </p:nvSpPr>
        <p:spPr>
          <a:xfrm>
            <a:off x="4466035" y="7355205"/>
            <a:ext cx="8977392" cy="493897"/>
          </a:xfrm>
        </p:spPr>
        <p:txBody>
          <a:bodyPr/>
          <a:lstStyle/>
          <a:p>
            <a:r>
              <a:rPr lang="en-US" dirty="0"/>
              <a:t>Confidential | Authorized</a:t>
            </a:r>
          </a:p>
        </p:txBody>
      </p:sp>
    </p:spTree>
    <p:extLst>
      <p:ext uri="{BB962C8B-B14F-4D97-AF65-F5344CB8AC3E}">
        <p14:creationId xmlns:p14="http://schemas.microsoft.com/office/powerpoint/2010/main" val="1894698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urple Frame Divider">
    <p:spTree>
      <p:nvGrpSpPr>
        <p:cNvPr id="1" name=""/>
        <p:cNvGrpSpPr/>
        <p:nvPr/>
      </p:nvGrpSpPr>
      <p:grpSpPr>
        <a:xfrm>
          <a:off x="0" y="0"/>
          <a:ext cx="0" cy="0"/>
          <a:chOff x="0" y="0"/>
          <a:chExt cx="0" cy="0"/>
        </a:xfrm>
      </p:grpSpPr>
      <p:sp>
        <p:nvSpPr>
          <p:cNvPr id="13" name="Text">
            <a:extLst>
              <a:ext uri="{FF2B5EF4-FFF2-40B4-BE49-F238E27FC236}">
                <a16:creationId xmlns:a16="http://schemas.microsoft.com/office/drawing/2014/main" id="{B6844C8B-60DD-4EDB-AF8B-41A6695EFCF6}"/>
              </a:ext>
            </a:extLst>
          </p:cNvPr>
          <p:cNvSpPr>
            <a:spLocks noGrp="1"/>
          </p:cNvSpPr>
          <p:nvPr>
            <p:ph type="body" sz="quarter" idx="14"/>
          </p:nvPr>
        </p:nvSpPr>
        <p:spPr>
          <a:xfrm>
            <a:off x="346793" y="3445200"/>
            <a:ext cx="10226650" cy="3283176"/>
          </a:xfrm>
        </p:spPr>
        <p:txBody>
          <a:bodyPr lIns="91440" tIns="91440" rIns="91440" bIns="91440">
            <a:noAutofit/>
          </a:bodyPr>
          <a:lstStyle>
            <a:lvl1pPr marL="0" indent="0">
              <a:spcBef>
                <a:spcPts val="0"/>
              </a:spcBef>
              <a:buFontTx/>
              <a:buNone/>
              <a:defRPr sz="3120">
                <a:latin typeface="+mn-lt"/>
              </a:defRPr>
            </a:lvl1pPr>
            <a:lvl2pPr marL="0" indent="0">
              <a:spcBef>
                <a:spcPts val="0"/>
              </a:spcBef>
              <a:buFontTx/>
              <a:buNone/>
              <a:defRPr sz="2400"/>
            </a:lvl2pPr>
            <a:lvl3pPr marL="0" indent="0">
              <a:spcBef>
                <a:spcPts val="0"/>
              </a:spcBef>
              <a:buFontTx/>
              <a:buNone/>
              <a:defRPr sz="2400"/>
            </a:lvl3pPr>
            <a:lvl4pPr marL="0" indent="0">
              <a:spcBef>
                <a:spcPts val="0"/>
              </a:spcBef>
              <a:buFontTx/>
              <a:buNone/>
              <a:defRPr sz="2400"/>
            </a:lvl4pPr>
            <a:lvl5pPr marL="0" indent="0">
              <a:spcBef>
                <a:spcPts val="0"/>
              </a:spcBef>
              <a:buFontTx/>
              <a:buNone/>
              <a:defRPr sz="2400"/>
            </a:lvl5pPr>
            <a:lvl6pPr marL="0" indent="0">
              <a:spcBef>
                <a:spcPts val="0"/>
              </a:spcBef>
              <a:buFontTx/>
              <a:buNone/>
              <a:defRPr sz="2400"/>
            </a:lvl6pPr>
            <a:lvl7pPr marL="0" indent="0">
              <a:spcBef>
                <a:spcPts val="0"/>
              </a:spcBef>
              <a:buFontTx/>
              <a:buNone/>
              <a:defRPr sz="2400"/>
            </a:lvl7pPr>
            <a:lvl8pPr marL="0" indent="0">
              <a:spcBef>
                <a:spcPts val="0"/>
              </a:spcBef>
              <a:buFontTx/>
              <a:buNone/>
              <a:defRPr sz="2400"/>
            </a:lvl8pPr>
            <a:lvl9pPr marL="0" indent="0">
              <a:spcBef>
                <a:spcPts val="0"/>
              </a:spcBef>
              <a:buFontTx/>
              <a:buNone/>
              <a:defRPr sz="2400"/>
            </a:lvl9pPr>
          </a:lstStyle>
          <a:p>
            <a:pPr lvl="0"/>
            <a:r>
              <a:rPr lang="en-US" dirty="0"/>
              <a:t>Click to edit Master text styles</a:t>
            </a:r>
          </a:p>
        </p:txBody>
      </p:sp>
      <p:sp>
        <p:nvSpPr>
          <p:cNvPr id="16" name="Bar"/>
          <p:cNvSpPr/>
          <p:nvPr userDrawn="1"/>
        </p:nvSpPr>
        <p:spPr>
          <a:xfrm>
            <a:off x="453473" y="3259375"/>
            <a:ext cx="10226650" cy="6583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8" name="Title">
            <a:extLst>
              <a:ext uri="{FF2B5EF4-FFF2-40B4-BE49-F238E27FC236}">
                <a16:creationId xmlns:a16="http://schemas.microsoft.com/office/drawing/2014/main" id="{2CE5726B-4E9B-428F-B8BF-52038F1B0EF7}"/>
              </a:ext>
            </a:extLst>
          </p:cNvPr>
          <p:cNvSpPr>
            <a:spLocks noGrp="1"/>
          </p:cNvSpPr>
          <p:nvPr>
            <p:ph type="title" hasCustomPrompt="1"/>
          </p:nvPr>
        </p:nvSpPr>
        <p:spPr>
          <a:xfrm>
            <a:off x="346794" y="822960"/>
            <a:ext cx="10226650" cy="2348824"/>
          </a:xfrm>
        </p:spPr>
        <p:txBody>
          <a:bodyPr lIns="91440" tIns="91440" rIns="91440" bIns="91440" anchor="b" anchorCtr="0"/>
          <a:lstStyle>
            <a:lvl1pPr>
              <a:defRPr sz="3840" baseline="0"/>
            </a:lvl1pPr>
          </a:lstStyle>
          <a:p>
            <a:r>
              <a:rPr lang="en-US" dirty="0"/>
              <a:t>Click to add section header</a:t>
            </a:r>
          </a:p>
        </p:txBody>
      </p:sp>
      <p:sp>
        <p:nvSpPr>
          <p:cNvPr id="3" name="Slide Number Placeholder">
            <a:extLst>
              <a:ext uri="{FF2B5EF4-FFF2-40B4-BE49-F238E27FC236}">
                <a16:creationId xmlns:a16="http://schemas.microsoft.com/office/drawing/2014/main" id="{0B94C82C-D24B-4532-B992-AD884CD16A94}"/>
              </a:ext>
            </a:extLst>
          </p:cNvPr>
          <p:cNvSpPr>
            <a:spLocks noGrp="1"/>
          </p:cNvSpPr>
          <p:nvPr>
            <p:ph type="sldNum" sz="quarter" idx="16"/>
          </p:nvPr>
        </p:nvSpPr>
        <p:spPr/>
        <p:txBody>
          <a:bodyPr/>
          <a:lstStyle/>
          <a:p>
            <a:pPr defTabSz="1306105"/>
            <a:fld id="{104FC826-72BB-4AF1-BA01-A94F7396A7DC}" type="slidenum">
              <a:rPr lang="en-US" smtClean="0"/>
              <a:pPr defTabSz="1306105"/>
              <a:t>‹#›</a:t>
            </a:fld>
            <a:endParaRPr lang="en-US" dirty="0"/>
          </a:p>
        </p:txBody>
      </p:sp>
      <p:sp>
        <p:nvSpPr>
          <p:cNvPr id="2" name="Footer Placeholder">
            <a:extLst>
              <a:ext uri="{FF2B5EF4-FFF2-40B4-BE49-F238E27FC236}">
                <a16:creationId xmlns:a16="http://schemas.microsoft.com/office/drawing/2014/main" id="{6B49B78C-62D9-4CBC-82AE-117CC49AA73F}"/>
              </a:ext>
            </a:extLst>
          </p:cNvPr>
          <p:cNvSpPr>
            <a:spLocks noGrp="1"/>
          </p:cNvSpPr>
          <p:nvPr>
            <p:ph type="ftr" sz="quarter" idx="15"/>
          </p:nvPr>
        </p:nvSpPr>
        <p:spPr/>
        <p:txBody>
          <a:bodyPr/>
          <a:lstStyle/>
          <a:p>
            <a:r>
              <a:rPr lang="en-US" dirty="0"/>
              <a:t>Confidential | Authorized</a:t>
            </a:r>
          </a:p>
        </p:txBody>
      </p:sp>
    </p:spTree>
    <p:extLst>
      <p:ext uri="{BB962C8B-B14F-4D97-AF65-F5344CB8AC3E}">
        <p14:creationId xmlns:p14="http://schemas.microsoft.com/office/powerpoint/2010/main" val="1145762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Medium Blue Frame Divider">
    <p:spTree>
      <p:nvGrpSpPr>
        <p:cNvPr id="1" name=""/>
        <p:cNvGrpSpPr/>
        <p:nvPr/>
      </p:nvGrpSpPr>
      <p:grpSpPr>
        <a:xfrm>
          <a:off x="0" y="0"/>
          <a:ext cx="0" cy="0"/>
          <a:chOff x="0" y="0"/>
          <a:chExt cx="0" cy="0"/>
        </a:xfrm>
      </p:grpSpPr>
      <p:sp>
        <p:nvSpPr>
          <p:cNvPr id="14" name="Text">
            <a:extLst>
              <a:ext uri="{FF2B5EF4-FFF2-40B4-BE49-F238E27FC236}">
                <a16:creationId xmlns:a16="http://schemas.microsoft.com/office/drawing/2014/main" id="{71441D17-F569-4929-BED2-B3C594D2EB1E}"/>
              </a:ext>
            </a:extLst>
          </p:cNvPr>
          <p:cNvSpPr>
            <a:spLocks noGrp="1"/>
          </p:cNvSpPr>
          <p:nvPr>
            <p:ph type="body" sz="quarter" idx="14"/>
          </p:nvPr>
        </p:nvSpPr>
        <p:spPr>
          <a:xfrm>
            <a:off x="346793" y="3445200"/>
            <a:ext cx="10226650" cy="3283176"/>
          </a:xfrm>
        </p:spPr>
        <p:txBody>
          <a:bodyPr lIns="91440" tIns="91440" rIns="91440" bIns="91440">
            <a:noAutofit/>
          </a:bodyPr>
          <a:lstStyle>
            <a:lvl1pPr marL="0" indent="0">
              <a:spcBef>
                <a:spcPts val="0"/>
              </a:spcBef>
              <a:buFontTx/>
              <a:buNone/>
              <a:defRPr sz="3120">
                <a:latin typeface="+mn-lt"/>
              </a:defRPr>
            </a:lvl1pPr>
            <a:lvl2pPr marL="0" indent="0">
              <a:spcBef>
                <a:spcPts val="0"/>
              </a:spcBef>
              <a:buFontTx/>
              <a:buNone/>
              <a:defRPr sz="2400"/>
            </a:lvl2pPr>
            <a:lvl3pPr marL="0" indent="0">
              <a:spcBef>
                <a:spcPts val="0"/>
              </a:spcBef>
              <a:buFontTx/>
              <a:buNone/>
              <a:defRPr sz="2400"/>
            </a:lvl3pPr>
            <a:lvl4pPr marL="0" indent="0">
              <a:spcBef>
                <a:spcPts val="0"/>
              </a:spcBef>
              <a:buFontTx/>
              <a:buNone/>
              <a:defRPr sz="2400"/>
            </a:lvl4pPr>
            <a:lvl5pPr marL="0" indent="0">
              <a:spcBef>
                <a:spcPts val="0"/>
              </a:spcBef>
              <a:buFontTx/>
              <a:buNone/>
              <a:defRPr sz="2400"/>
            </a:lvl5pPr>
            <a:lvl6pPr marL="0" indent="0">
              <a:spcBef>
                <a:spcPts val="0"/>
              </a:spcBef>
              <a:buFontTx/>
              <a:buNone/>
              <a:defRPr sz="2400"/>
            </a:lvl6pPr>
            <a:lvl7pPr marL="0" indent="0">
              <a:spcBef>
                <a:spcPts val="0"/>
              </a:spcBef>
              <a:buFontTx/>
              <a:buNone/>
              <a:defRPr sz="2400"/>
            </a:lvl7pPr>
            <a:lvl8pPr marL="0" indent="0">
              <a:spcBef>
                <a:spcPts val="0"/>
              </a:spcBef>
              <a:buFontTx/>
              <a:buNone/>
              <a:defRPr sz="2400"/>
            </a:lvl8pPr>
            <a:lvl9pPr marL="0" indent="0">
              <a:spcBef>
                <a:spcPts val="0"/>
              </a:spcBef>
              <a:buFontTx/>
              <a:buNone/>
              <a:defRPr sz="2400"/>
            </a:lvl9pPr>
          </a:lstStyle>
          <a:p>
            <a:pPr lvl="0"/>
            <a:r>
              <a:rPr lang="en-US" dirty="0"/>
              <a:t>Click to edit Master text styles</a:t>
            </a:r>
          </a:p>
        </p:txBody>
      </p:sp>
      <p:sp>
        <p:nvSpPr>
          <p:cNvPr id="16" name="Bar"/>
          <p:cNvSpPr/>
          <p:nvPr userDrawn="1"/>
        </p:nvSpPr>
        <p:spPr>
          <a:xfrm>
            <a:off x="453473" y="3259375"/>
            <a:ext cx="10226650" cy="65837"/>
          </a:xfrm>
          <a:prstGeom prst="rect">
            <a:avLst/>
          </a:prstGeom>
          <a:solidFill>
            <a:srgbClr val="32DA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8" name="Title">
            <a:extLst>
              <a:ext uri="{FF2B5EF4-FFF2-40B4-BE49-F238E27FC236}">
                <a16:creationId xmlns:a16="http://schemas.microsoft.com/office/drawing/2014/main" id="{52C54A16-447D-4A74-9122-F46E4BC750F0}"/>
              </a:ext>
            </a:extLst>
          </p:cNvPr>
          <p:cNvSpPr>
            <a:spLocks noGrp="1"/>
          </p:cNvSpPr>
          <p:nvPr>
            <p:ph type="title" hasCustomPrompt="1"/>
          </p:nvPr>
        </p:nvSpPr>
        <p:spPr>
          <a:xfrm>
            <a:off x="346794" y="822960"/>
            <a:ext cx="10226650" cy="2348824"/>
          </a:xfrm>
        </p:spPr>
        <p:txBody>
          <a:bodyPr lIns="91440" tIns="91440" rIns="91440" bIns="91440" anchor="b" anchorCtr="0"/>
          <a:lstStyle>
            <a:lvl1pPr>
              <a:defRPr sz="3840" baseline="0"/>
            </a:lvl1pPr>
          </a:lstStyle>
          <a:p>
            <a:r>
              <a:rPr lang="en-US" dirty="0"/>
              <a:t>Click to add section header</a:t>
            </a:r>
          </a:p>
        </p:txBody>
      </p:sp>
      <p:sp>
        <p:nvSpPr>
          <p:cNvPr id="3" name="Slide Number Placeholder">
            <a:extLst>
              <a:ext uri="{FF2B5EF4-FFF2-40B4-BE49-F238E27FC236}">
                <a16:creationId xmlns:a16="http://schemas.microsoft.com/office/drawing/2014/main" id="{29926132-14B5-462D-8011-DBD07D3A4F4E}"/>
              </a:ext>
            </a:extLst>
          </p:cNvPr>
          <p:cNvSpPr>
            <a:spLocks noGrp="1"/>
          </p:cNvSpPr>
          <p:nvPr>
            <p:ph type="sldNum" sz="quarter" idx="16"/>
          </p:nvPr>
        </p:nvSpPr>
        <p:spPr/>
        <p:txBody>
          <a:bodyPr/>
          <a:lstStyle/>
          <a:p>
            <a:pPr defTabSz="1306105"/>
            <a:fld id="{104FC826-72BB-4AF1-BA01-A94F7396A7DC}" type="slidenum">
              <a:rPr lang="en-US" smtClean="0"/>
              <a:pPr defTabSz="1306105"/>
              <a:t>‹#›</a:t>
            </a:fld>
            <a:endParaRPr lang="en-US" dirty="0"/>
          </a:p>
        </p:txBody>
      </p:sp>
      <p:sp>
        <p:nvSpPr>
          <p:cNvPr id="2" name="Footer Placeholder">
            <a:extLst>
              <a:ext uri="{FF2B5EF4-FFF2-40B4-BE49-F238E27FC236}">
                <a16:creationId xmlns:a16="http://schemas.microsoft.com/office/drawing/2014/main" id="{0698795D-6546-4F01-AD74-FF78AF2E677C}"/>
              </a:ext>
            </a:extLst>
          </p:cNvPr>
          <p:cNvSpPr>
            <a:spLocks noGrp="1"/>
          </p:cNvSpPr>
          <p:nvPr>
            <p:ph type="ftr" sz="quarter" idx="15"/>
          </p:nvPr>
        </p:nvSpPr>
        <p:spPr/>
        <p:txBody>
          <a:bodyPr/>
          <a:lstStyle/>
          <a:p>
            <a:r>
              <a:rPr lang="en-US" dirty="0"/>
              <a:t>Confidential | Authorized</a:t>
            </a:r>
          </a:p>
        </p:txBody>
      </p:sp>
    </p:spTree>
    <p:extLst>
      <p:ext uri="{BB962C8B-B14F-4D97-AF65-F5344CB8AC3E}">
        <p14:creationId xmlns:p14="http://schemas.microsoft.com/office/powerpoint/2010/main" val="4245356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Orange Frame Divider">
    <p:spTree>
      <p:nvGrpSpPr>
        <p:cNvPr id="1" name=""/>
        <p:cNvGrpSpPr/>
        <p:nvPr/>
      </p:nvGrpSpPr>
      <p:grpSpPr>
        <a:xfrm>
          <a:off x="0" y="0"/>
          <a:ext cx="0" cy="0"/>
          <a:chOff x="0" y="0"/>
          <a:chExt cx="0" cy="0"/>
        </a:xfrm>
      </p:grpSpPr>
      <p:sp>
        <p:nvSpPr>
          <p:cNvPr id="14" name="Text">
            <a:extLst>
              <a:ext uri="{FF2B5EF4-FFF2-40B4-BE49-F238E27FC236}">
                <a16:creationId xmlns:a16="http://schemas.microsoft.com/office/drawing/2014/main" id="{EE3E2CEF-B9DC-4BC7-912D-0AF3140E0BBE}"/>
              </a:ext>
            </a:extLst>
          </p:cNvPr>
          <p:cNvSpPr>
            <a:spLocks noGrp="1"/>
          </p:cNvSpPr>
          <p:nvPr>
            <p:ph type="body" sz="quarter" idx="14"/>
          </p:nvPr>
        </p:nvSpPr>
        <p:spPr>
          <a:xfrm>
            <a:off x="346793" y="3445200"/>
            <a:ext cx="10226650" cy="3283176"/>
          </a:xfrm>
        </p:spPr>
        <p:txBody>
          <a:bodyPr lIns="91440" tIns="91440" rIns="91440" bIns="91440">
            <a:noAutofit/>
          </a:bodyPr>
          <a:lstStyle>
            <a:lvl1pPr marL="0" indent="0">
              <a:spcBef>
                <a:spcPts val="0"/>
              </a:spcBef>
              <a:buFontTx/>
              <a:buNone/>
              <a:defRPr sz="3120">
                <a:latin typeface="+mn-lt"/>
              </a:defRPr>
            </a:lvl1pPr>
            <a:lvl2pPr marL="0" indent="0">
              <a:spcBef>
                <a:spcPts val="0"/>
              </a:spcBef>
              <a:buFontTx/>
              <a:buNone/>
              <a:defRPr sz="2400"/>
            </a:lvl2pPr>
            <a:lvl3pPr marL="0" indent="0">
              <a:spcBef>
                <a:spcPts val="0"/>
              </a:spcBef>
              <a:buFontTx/>
              <a:buNone/>
              <a:defRPr sz="2400"/>
            </a:lvl3pPr>
            <a:lvl4pPr marL="0" indent="0">
              <a:spcBef>
                <a:spcPts val="0"/>
              </a:spcBef>
              <a:buFontTx/>
              <a:buNone/>
              <a:defRPr sz="2400"/>
            </a:lvl4pPr>
            <a:lvl5pPr marL="0" indent="0">
              <a:spcBef>
                <a:spcPts val="0"/>
              </a:spcBef>
              <a:buFontTx/>
              <a:buNone/>
              <a:defRPr sz="2400"/>
            </a:lvl5pPr>
            <a:lvl6pPr marL="0" indent="0">
              <a:spcBef>
                <a:spcPts val="0"/>
              </a:spcBef>
              <a:buFontTx/>
              <a:buNone/>
              <a:defRPr sz="2400"/>
            </a:lvl6pPr>
            <a:lvl7pPr marL="0" indent="0">
              <a:spcBef>
                <a:spcPts val="0"/>
              </a:spcBef>
              <a:buFontTx/>
              <a:buNone/>
              <a:defRPr sz="2400"/>
            </a:lvl7pPr>
            <a:lvl8pPr marL="0" indent="0">
              <a:spcBef>
                <a:spcPts val="0"/>
              </a:spcBef>
              <a:buFontTx/>
              <a:buNone/>
              <a:defRPr sz="2400"/>
            </a:lvl8pPr>
            <a:lvl9pPr marL="0" indent="0">
              <a:spcBef>
                <a:spcPts val="0"/>
              </a:spcBef>
              <a:buFontTx/>
              <a:buNone/>
              <a:defRPr sz="2400"/>
            </a:lvl9pPr>
          </a:lstStyle>
          <a:p>
            <a:pPr lvl="0"/>
            <a:r>
              <a:rPr lang="en-US" dirty="0"/>
              <a:t>Click to edit Master text styles</a:t>
            </a:r>
          </a:p>
        </p:txBody>
      </p:sp>
      <p:sp>
        <p:nvSpPr>
          <p:cNvPr id="16" name="Bar"/>
          <p:cNvSpPr/>
          <p:nvPr userDrawn="1"/>
        </p:nvSpPr>
        <p:spPr>
          <a:xfrm>
            <a:off x="453473" y="3259375"/>
            <a:ext cx="10226650" cy="6583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8" name="Title">
            <a:extLst>
              <a:ext uri="{FF2B5EF4-FFF2-40B4-BE49-F238E27FC236}">
                <a16:creationId xmlns:a16="http://schemas.microsoft.com/office/drawing/2014/main" id="{10CC7B28-F85E-49B0-A5ED-82D39FF680D7}"/>
              </a:ext>
            </a:extLst>
          </p:cNvPr>
          <p:cNvSpPr>
            <a:spLocks noGrp="1"/>
          </p:cNvSpPr>
          <p:nvPr>
            <p:ph type="title" hasCustomPrompt="1"/>
          </p:nvPr>
        </p:nvSpPr>
        <p:spPr>
          <a:xfrm>
            <a:off x="346794" y="822960"/>
            <a:ext cx="10226650" cy="2348824"/>
          </a:xfrm>
        </p:spPr>
        <p:txBody>
          <a:bodyPr lIns="91440" tIns="91440" rIns="91440" bIns="91440" anchor="b" anchorCtr="0"/>
          <a:lstStyle>
            <a:lvl1pPr>
              <a:defRPr sz="3840" baseline="0"/>
            </a:lvl1pPr>
          </a:lstStyle>
          <a:p>
            <a:r>
              <a:rPr lang="en-US" dirty="0"/>
              <a:t>Click to add section header</a:t>
            </a:r>
          </a:p>
        </p:txBody>
      </p:sp>
      <p:sp>
        <p:nvSpPr>
          <p:cNvPr id="3" name="Slide Number Placeholder">
            <a:extLst>
              <a:ext uri="{FF2B5EF4-FFF2-40B4-BE49-F238E27FC236}">
                <a16:creationId xmlns:a16="http://schemas.microsoft.com/office/drawing/2014/main" id="{2452CF67-7C64-4A36-818E-9739F15599EC}"/>
              </a:ext>
            </a:extLst>
          </p:cNvPr>
          <p:cNvSpPr>
            <a:spLocks noGrp="1"/>
          </p:cNvSpPr>
          <p:nvPr>
            <p:ph type="sldNum" sz="quarter" idx="16"/>
          </p:nvPr>
        </p:nvSpPr>
        <p:spPr/>
        <p:txBody>
          <a:bodyPr/>
          <a:lstStyle/>
          <a:p>
            <a:pPr defTabSz="1306105"/>
            <a:fld id="{104FC826-72BB-4AF1-BA01-A94F7396A7DC}" type="slidenum">
              <a:rPr lang="en-US" smtClean="0"/>
              <a:pPr defTabSz="1306105"/>
              <a:t>‹#›</a:t>
            </a:fld>
            <a:endParaRPr lang="en-US" dirty="0"/>
          </a:p>
        </p:txBody>
      </p:sp>
      <p:sp>
        <p:nvSpPr>
          <p:cNvPr id="2" name="Footer Placeholder">
            <a:extLst>
              <a:ext uri="{FF2B5EF4-FFF2-40B4-BE49-F238E27FC236}">
                <a16:creationId xmlns:a16="http://schemas.microsoft.com/office/drawing/2014/main" id="{FE686EF5-477F-4DCE-824F-3C05B5AA6594}"/>
              </a:ext>
            </a:extLst>
          </p:cNvPr>
          <p:cNvSpPr>
            <a:spLocks noGrp="1"/>
          </p:cNvSpPr>
          <p:nvPr>
            <p:ph type="ftr" sz="quarter" idx="15"/>
          </p:nvPr>
        </p:nvSpPr>
        <p:spPr/>
        <p:txBody>
          <a:bodyPr/>
          <a:lstStyle>
            <a:lvl1pPr>
              <a:defRPr cap="none" baseline="0"/>
            </a:lvl1pPr>
          </a:lstStyle>
          <a:p>
            <a:r>
              <a:rPr lang="en-US" dirty="0"/>
              <a:t>Confidential | Authorized</a:t>
            </a:r>
          </a:p>
        </p:txBody>
      </p:sp>
    </p:spTree>
    <p:extLst>
      <p:ext uri="{BB962C8B-B14F-4D97-AF65-F5344CB8AC3E}">
        <p14:creationId xmlns:p14="http://schemas.microsoft.com/office/powerpoint/2010/main" val="2836161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2" name="Name, title, company"/>
          <p:cNvSpPr>
            <a:spLocks noGrp="1"/>
          </p:cNvSpPr>
          <p:nvPr>
            <p:ph type="body" sz="quarter" idx="14" hasCustomPrompt="1"/>
          </p:nvPr>
        </p:nvSpPr>
        <p:spPr>
          <a:xfrm>
            <a:off x="615597" y="4787410"/>
            <a:ext cx="9873613" cy="640080"/>
          </a:xfrm>
        </p:spPr>
        <p:txBody>
          <a:bodyPr lIns="91440">
            <a:noAutofit/>
          </a:bodyPr>
          <a:lstStyle>
            <a:lvl1pPr marL="0" indent="0">
              <a:spcBef>
                <a:spcPts val="0"/>
              </a:spcBef>
              <a:buFontTx/>
              <a:buNone/>
              <a:defRPr sz="3120">
                <a:latin typeface="+mn-lt"/>
              </a:defRPr>
            </a:lvl1pPr>
            <a:lvl2pPr marL="0" indent="0">
              <a:spcBef>
                <a:spcPts val="0"/>
              </a:spcBef>
              <a:buFontTx/>
              <a:buNone/>
              <a:defRPr sz="2400"/>
            </a:lvl2pPr>
            <a:lvl3pPr marL="0" indent="0">
              <a:spcBef>
                <a:spcPts val="0"/>
              </a:spcBef>
              <a:buFontTx/>
              <a:buNone/>
              <a:defRPr sz="2400"/>
            </a:lvl3pPr>
            <a:lvl4pPr marL="0" indent="0">
              <a:spcBef>
                <a:spcPts val="0"/>
              </a:spcBef>
              <a:buFontTx/>
              <a:buNone/>
              <a:defRPr sz="2400"/>
            </a:lvl4pPr>
            <a:lvl5pPr marL="0" indent="0">
              <a:spcBef>
                <a:spcPts val="0"/>
              </a:spcBef>
              <a:buFontTx/>
              <a:buNone/>
              <a:defRPr sz="2400"/>
            </a:lvl5pPr>
            <a:lvl6pPr marL="0" indent="0">
              <a:spcBef>
                <a:spcPts val="0"/>
              </a:spcBef>
              <a:buFontTx/>
              <a:buNone/>
              <a:defRPr sz="2400"/>
            </a:lvl6pPr>
            <a:lvl7pPr marL="0" indent="0">
              <a:spcBef>
                <a:spcPts val="0"/>
              </a:spcBef>
              <a:buFontTx/>
              <a:buNone/>
              <a:defRPr sz="2400"/>
            </a:lvl7pPr>
            <a:lvl8pPr marL="0" indent="0">
              <a:spcBef>
                <a:spcPts val="0"/>
              </a:spcBef>
              <a:buFontTx/>
              <a:buNone/>
              <a:defRPr sz="2400"/>
            </a:lvl8pPr>
            <a:lvl9pPr marL="0" indent="0">
              <a:spcBef>
                <a:spcPts val="0"/>
              </a:spcBef>
              <a:buFontTx/>
              <a:buNone/>
              <a:defRPr sz="2400"/>
            </a:lvl9pPr>
          </a:lstStyle>
          <a:p>
            <a:pPr lvl="0"/>
            <a:r>
              <a:rPr lang="en-US" dirty="0"/>
              <a:t>Click to add quoted person’s name, title, company</a:t>
            </a:r>
          </a:p>
        </p:txBody>
      </p:sp>
      <p:sp>
        <p:nvSpPr>
          <p:cNvPr id="11" name="Quote"/>
          <p:cNvSpPr>
            <a:spLocks noGrp="1"/>
          </p:cNvSpPr>
          <p:nvPr>
            <p:ph type="title" hasCustomPrompt="1"/>
          </p:nvPr>
        </p:nvSpPr>
        <p:spPr>
          <a:xfrm>
            <a:off x="341278" y="822961"/>
            <a:ext cx="10927500" cy="3691033"/>
          </a:xfrm>
        </p:spPr>
        <p:txBody>
          <a:bodyPr lIns="91440" anchor="b" anchorCtr="0"/>
          <a:lstStyle>
            <a:lvl1pPr marL="263347" indent="-263347">
              <a:defRPr sz="5520" cap="none" baseline="0">
                <a:latin typeface="+mn-lt"/>
              </a:defRPr>
            </a:lvl1pPr>
          </a:lstStyle>
          <a:p>
            <a:r>
              <a:rPr lang="en-US" dirty="0"/>
              <a:t>“Click to add quote here. Type quotation marks before and after text.”</a:t>
            </a:r>
          </a:p>
        </p:txBody>
      </p:sp>
      <p:sp>
        <p:nvSpPr>
          <p:cNvPr id="3" name="Slide Number Placeholder">
            <a:extLst>
              <a:ext uri="{FF2B5EF4-FFF2-40B4-BE49-F238E27FC236}">
                <a16:creationId xmlns:a16="http://schemas.microsoft.com/office/drawing/2014/main" id="{416E5649-B5F3-4893-ACEE-FDDDEA277D6A}"/>
              </a:ext>
            </a:extLst>
          </p:cNvPr>
          <p:cNvSpPr>
            <a:spLocks noGrp="1"/>
          </p:cNvSpPr>
          <p:nvPr>
            <p:ph type="sldNum" sz="quarter" idx="16"/>
          </p:nvPr>
        </p:nvSpPr>
        <p:spPr/>
        <p:txBody>
          <a:bodyPr/>
          <a:lstStyle/>
          <a:p>
            <a:pPr defTabSz="1306105"/>
            <a:fld id="{104FC826-72BB-4AF1-BA01-A94F7396A7DC}" type="slidenum">
              <a:rPr lang="en-US" smtClean="0"/>
              <a:pPr defTabSz="1306105"/>
              <a:t>‹#›</a:t>
            </a:fld>
            <a:endParaRPr lang="en-US" dirty="0"/>
          </a:p>
        </p:txBody>
      </p:sp>
      <p:sp>
        <p:nvSpPr>
          <p:cNvPr id="2" name="Footer Placeholder">
            <a:extLst>
              <a:ext uri="{FF2B5EF4-FFF2-40B4-BE49-F238E27FC236}">
                <a16:creationId xmlns:a16="http://schemas.microsoft.com/office/drawing/2014/main" id="{CC9133F1-6679-476E-AEFD-931027BED082}"/>
              </a:ext>
            </a:extLst>
          </p:cNvPr>
          <p:cNvSpPr>
            <a:spLocks noGrp="1"/>
          </p:cNvSpPr>
          <p:nvPr>
            <p:ph type="ftr" sz="quarter" idx="15"/>
          </p:nvPr>
        </p:nvSpPr>
        <p:spPr/>
        <p:txBody>
          <a:bodyPr/>
          <a:lstStyle/>
          <a:p>
            <a:r>
              <a:rPr lang="en-US" dirty="0"/>
              <a:t>Confidential | Authorized</a:t>
            </a:r>
          </a:p>
        </p:txBody>
      </p:sp>
    </p:spTree>
    <p:extLst>
      <p:ext uri="{BB962C8B-B14F-4D97-AF65-F5344CB8AC3E}">
        <p14:creationId xmlns:p14="http://schemas.microsoft.com/office/powerpoint/2010/main" val="1735371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7" name="Bar"/>
          <p:cNvSpPr/>
          <p:nvPr userDrawn="1"/>
        </p:nvSpPr>
        <p:spPr>
          <a:xfrm>
            <a:off x="462121" y="1012662"/>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0"/>
            </a:endParaRPr>
          </a:p>
        </p:txBody>
      </p:sp>
      <p:sp>
        <p:nvSpPr>
          <p:cNvPr id="2" name="Footer Placeholder"/>
          <p:cNvSpPr>
            <a:spLocks noGrp="1"/>
          </p:cNvSpPr>
          <p:nvPr>
            <p:ph type="ftr" sz="quarter" idx="18"/>
          </p:nvPr>
        </p:nvSpPr>
        <p:spPr/>
        <p:txBody>
          <a:bodyPr/>
          <a:lstStyle>
            <a:lvl1pPr>
              <a:defRPr>
                <a:latin typeface="MetricHPE" panose="020B0503030202060203" pitchFamily="34" charset="0"/>
              </a:defRPr>
            </a:lvl1pPr>
          </a:lstStyle>
          <a:p>
            <a:r>
              <a:rPr lang="en-US" dirty="0"/>
              <a:t>Confidential | Authorized</a:t>
            </a:r>
          </a:p>
        </p:txBody>
      </p:sp>
      <p:sp>
        <p:nvSpPr>
          <p:cNvPr id="3" name="Slide Number Placeholder"/>
          <p:cNvSpPr>
            <a:spLocks noGrp="1"/>
          </p:cNvSpPr>
          <p:nvPr>
            <p:ph type="sldNum" sz="quarter" idx="19"/>
          </p:nvPr>
        </p:nvSpPr>
        <p:spPr/>
        <p:txBody>
          <a:bodyPr/>
          <a:lstStyle>
            <a:lvl1pPr>
              <a:defRPr>
                <a:latin typeface="MetricHPE" panose="020B0503030202060203" pitchFamily="34" charset="0"/>
              </a:defRPr>
            </a:lvl1pPr>
          </a:lstStyle>
          <a:p>
            <a:pPr defTabSz="1306105">
              <a:buFontTx/>
              <a:buBlip>
                <a:blip r:embed="rId2"/>
              </a:buBlip>
            </a:pPr>
            <a:fld id="{104FC826-72BB-4AF1-BA01-A94F7396A7DC}" type="slidenum">
              <a:rPr lang="en-US" smtClean="0"/>
              <a:pPr defTabSz="1306105">
                <a:buFontTx/>
                <a:buBlip>
                  <a:blip r:embed="rId2"/>
                </a:buBlip>
              </a:pPr>
              <a:t>‹#›</a:t>
            </a:fld>
            <a:endParaRPr lang="en-US" dirty="0"/>
          </a:p>
        </p:txBody>
      </p:sp>
      <p:sp>
        <p:nvSpPr>
          <p:cNvPr id="9" name="Content Placeholder">
            <a:extLst>
              <a:ext uri="{FF2B5EF4-FFF2-40B4-BE49-F238E27FC236}">
                <a16:creationId xmlns:a16="http://schemas.microsoft.com/office/drawing/2014/main" id="{88F2DF35-63BF-460F-A215-8F5110C2F71B}"/>
              </a:ext>
            </a:extLst>
          </p:cNvPr>
          <p:cNvSpPr>
            <a:spLocks noGrp="1"/>
          </p:cNvSpPr>
          <p:nvPr>
            <p:ph idx="1"/>
          </p:nvPr>
        </p:nvSpPr>
        <p:spPr>
          <a:xfrm>
            <a:off x="457919" y="1198417"/>
            <a:ext cx="13685760" cy="6117120"/>
          </a:xfrm>
        </p:spPr>
        <p:txBody>
          <a:bodyPr lIns="0" rIns="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a:extLst>
              <a:ext uri="{FF2B5EF4-FFF2-40B4-BE49-F238E27FC236}">
                <a16:creationId xmlns:a16="http://schemas.microsoft.com/office/drawing/2014/main" id="{232753FE-5D9A-4A5E-B0B2-3DAAE2EB3541}"/>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2819046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12" name="Content Placeholder">
            <a:extLst>
              <a:ext uri="{FF2B5EF4-FFF2-40B4-BE49-F238E27FC236}">
                <a16:creationId xmlns:a16="http://schemas.microsoft.com/office/drawing/2014/main" id="{A3BBDD58-9EEC-48BC-A84C-F80FB78CB21C}"/>
              </a:ext>
            </a:extLst>
          </p:cNvPr>
          <p:cNvSpPr>
            <a:spLocks noGrp="1"/>
          </p:cNvSpPr>
          <p:nvPr>
            <p:ph sz="quarter" idx="18"/>
          </p:nvPr>
        </p:nvSpPr>
        <p:spPr>
          <a:xfrm>
            <a:off x="457200" y="1613137"/>
            <a:ext cx="13683617" cy="5702400"/>
          </a:xfrm>
        </p:spPr>
        <p:txBody>
          <a:bodyPr lIns="0" rIns="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ubtitle"/>
          <p:cNvSpPr>
            <a:spLocks noGrp="1"/>
          </p:cNvSpPr>
          <p:nvPr>
            <p:ph type="body" sz="quarter" idx="13" hasCustomPrompt="1"/>
          </p:nvPr>
        </p:nvSpPr>
        <p:spPr>
          <a:xfrm>
            <a:off x="338095" y="845198"/>
            <a:ext cx="13802722" cy="457200"/>
          </a:xfrm>
        </p:spPr>
        <p:txBody>
          <a:bodyPr vert="horz" lIns="91440" tIns="91440" rIns="91440" bIns="91440" rtlCol="0" anchor="ctr">
            <a:noAutofit/>
          </a:bodyPr>
          <a:lstStyle>
            <a:lvl1pPr marL="0" indent="0">
              <a:buFont typeface="" panose="020B0604020202020204" pitchFamily="34" charset="0"/>
              <a:buNone/>
              <a:defRPr sz="2880" baseline="0" dirty="0">
                <a:latin typeface="+mn-lt"/>
              </a:defRPr>
            </a:lvl1pPr>
          </a:lstStyle>
          <a:p>
            <a:pPr marL="219456" lvl="0" indent="-219456">
              <a:spcBef>
                <a:spcPts val="0"/>
              </a:spcBef>
            </a:pPr>
            <a:r>
              <a:rPr lang="en-US" dirty="0"/>
              <a:t>Click to add one-line subtitle</a:t>
            </a:r>
          </a:p>
        </p:txBody>
      </p:sp>
      <p:sp>
        <p:nvSpPr>
          <p:cNvPr id="10" name="Bar"/>
          <p:cNvSpPr/>
          <p:nvPr userDrawn="1"/>
        </p:nvSpPr>
        <p:spPr>
          <a:xfrm>
            <a:off x="462121" y="1427394"/>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5" name="Title">
            <a:extLst>
              <a:ext uri="{FF2B5EF4-FFF2-40B4-BE49-F238E27FC236}">
                <a16:creationId xmlns:a16="http://schemas.microsoft.com/office/drawing/2014/main" id="{670D9BB8-8D8D-4F83-B418-E1A6910A3C8D}"/>
              </a:ext>
            </a:extLst>
          </p:cNvPr>
          <p:cNvSpPr>
            <a:spLocks noGrp="1"/>
          </p:cNvSpPr>
          <p:nvPr>
            <p:ph type="title"/>
          </p:nvPr>
        </p:nvSpPr>
        <p:spPr>
          <a:xfrm>
            <a:off x="342892" y="470223"/>
            <a:ext cx="13797924" cy="481634"/>
          </a:xfr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B8A2B8FB-372C-42B9-B280-9D39EC303B0B}"/>
              </a:ext>
            </a:extLst>
          </p:cNvPr>
          <p:cNvSpPr>
            <a:spLocks noGrp="1"/>
          </p:cNvSpPr>
          <p:nvPr>
            <p:ph type="sldNum" sz="quarter" idx="20"/>
          </p:nvPr>
        </p:nvSpPr>
        <p:spPr/>
        <p:txBody>
          <a:bodyPr/>
          <a:lstStyle/>
          <a:p>
            <a:pPr defTabSz="1306105"/>
            <a:fld id="{104FC826-72BB-4AF1-BA01-A94F7396A7DC}" type="slidenum">
              <a:rPr lang="en-US" smtClean="0"/>
              <a:pPr defTabSz="1306105"/>
              <a:t>‹#›</a:t>
            </a:fld>
            <a:endParaRPr lang="en-US" dirty="0"/>
          </a:p>
        </p:txBody>
      </p:sp>
      <p:sp>
        <p:nvSpPr>
          <p:cNvPr id="2" name="Footer Placeholder">
            <a:extLst>
              <a:ext uri="{FF2B5EF4-FFF2-40B4-BE49-F238E27FC236}">
                <a16:creationId xmlns:a16="http://schemas.microsoft.com/office/drawing/2014/main" id="{42026B78-68E1-478D-8813-92F76EAC82C2}"/>
              </a:ext>
            </a:extLst>
          </p:cNvPr>
          <p:cNvSpPr>
            <a:spLocks noGrp="1"/>
          </p:cNvSpPr>
          <p:nvPr>
            <p:ph type="ftr" sz="quarter" idx="19"/>
          </p:nvPr>
        </p:nvSpPr>
        <p:spPr/>
        <p:txBody>
          <a:bodyPr/>
          <a:lstStyle/>
          <a:p>
            <a:r>
              <a:rPr lang="en-US" dirty="0"/>
              <a:t>Confidential | Authorized</a:t>
            </a:r>
          </a:p>
        </p:txBody>
      </p:sp>
    </p:spTree>
    <p:extLst>
      <p:ext uri="{BB962C8B-B14F-4D97-AF65-F5344CB8AC3E}">
        <p14:creationId xmlns:p14="http://schemas.microsoft.com/office/powerpoint/2010/main" val="3380499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Subtitle, Heading and Content">
    <p:spTree>
      <p:nvGrpSpPr>
        <p:cNvPr id="1" name=""/>
        <p:cNvGrpSpPr/>
        <p:nvPr/>
      </p:nvGrpSpPr>
      <p:grpSpPr>
        <a:xfrm>
          <a:off x="0" y="0"/>
          <a:ext cx="0" cy="0"/>
          <a:chOff x="0" y="0"/>
          <a:chExt cx="0" cy="0"/>
        </a:xfrm>
      </p:grpSpPr>
      <p:sp>
        <p:nvSpPr>
          <p:cNvPr id="14" name="Content Placeholder">
            <a:extLst>
              <a:ext uri="{FF2B5EF4-FFF2-40B4-BE49-F238E27FC236}">
                <a16:creationId xmlns:a16="http://schemas.microsoft.com/office/drawing/2014/main" id="{D60021C6-A6F0-40F0-A299-B8269BE0F492}"/>
              </a:ext>
            </a:extLst>
          </p:cNvPr>
          <p:cNvSpPr>
            <a:spLocks noGrp="1"/>
          </p:cNvSpPr>
          <p:nvPr>
            <p:ph sz="quarter" idx="19"/>
          </p:nvPr>
        </p:nvSpPr>
        <p:spPr>
          <a:xfrm>
            <a:off x="457200" y="2079618"/>
            <a:ext cx="13683617" cy="5240160"/>
          </a:xfrm>
        </p:spPr>
        <p:txBody>
          <a:bodyPr lIns="0" rIns="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Heading"/>
          <p:cNvSpPr>
            <a:spLocks noGrp="1"/>
          </p:cNvSpPr>
          <p:nvPr>
            <p:ph type="body" sz="quarter" idx="18" hasCustomPrompt="1"/>
          </p:nvPr>
        </p:nvSpPr>
        <p:spPr>
          <a:xfrm>
            <a:off x="345715" y="1620355"/>
            <a:ext cx="13795102" cy="457200"/>
          </a:xfrm>
        </p:spPr>
        <p:txBody>
          <a:bodyPr>
            <a:noAutofit/>
          </a:bodyPr>
          <a:lstStyle>
            <a:lvl1pPr marL="0" indent="0">
              <a:spcBef>
                <a:spcPts val="0"/>
              </a:spcBef>
              <a:buNone/>
              <a:defRPr sz="2640" b="1" baseline="0">
                <a:latin typeface="+mn-lt"/>
              </a:defRPr>
            </a:lvl1pPr>
            <a:lvl2pPr marL="0" indent="0">
              <a:spcBef>
                <a:spcPts val="0"/>
              </a:spcBef>
              <a:buNone/>
              <a:defRPr sz="2880"/>
            </a:lvl2pPr>
            <a:lvl3pPr marL="0" indent="0">
              <a:spcBef>
                <a:spcPts val="0"/>
              </a:spcBef>
              <a:buNone/>
              <a:defRPr sz="2880"/>
            </a:lvl3pPr>
            <a:lvl4pPr marL="0" indent="0">
              <a:spcBef>
                <a:spcPts val="0"/>
              </a:spcBef>
              <a:buNone/>
              <a:defRPr sz="2880"/>
            </a:lvl4pPr>
            <a:lvl5pPr marL="0" indent="0">
              <a:spcBef>
                <a:spcPts val="0"/>
              </a:spcBef>
              <a:buNone/>
              <a:defRPr sz="2880"/>
            </a:lvl5pPr>
            <a:lvl6pPr marL="0" indent="0">
              <a:spcBef>
                <a:spcPts val="0"/>
              </a:spcBef>
              <a:buNone/>
              <a:defRPr sz="2880"/>
            </a:lvl6pPr>
            <a:lvl7pPr marL="0" indent="0">
              <a:spcBef>
                <a:spcPts val="0"/>
              </a:spcBef>
              <a:buNone/>
              <a:defRPr sz="2880"/>
            </a:lvl7pPr>
            <a:lvl8pPr marL="0" indent="0">
              <a:spcBef>
                <a:spcPts val="0"/>
              </a:spcBef>
              <a:buNone/>
              <a:defRPr sz="2880"/>
            </a:lvl8pPr>
            <a:lvl9pPr marL="0" indent="0">
              <a:spcBef>
                <a:spcPts val="0"/>
              </a:spcBef>
              <a:buNone/>
              <a:defRPr sz="2880"/>
            </a:lvl9pPr>
          </a:lstStyle>
          <a:p>
            <a:pPr lvl="0"/>
            <a:r>
              <a:rPr lang="en-US" dirty="0"/>
              <a:t>Click to add one-line subtitle</a:t>
            </a:r>
          </a:p>
        </p:txBody>
      </p:sp>
      <p:sp>
        <p:nvSpPr>
          <p:cNvPr id="12" name="Bar"/>
          <p:cNvSpPr/>
          <p:nvPr userDrawn="1"/>
        </p:nvSpPr>
        <p:spPr>
          <a:xfrm>
            <a:off x="462121" y="1427394"/>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13" name="Subtitle">
            <a:extLst>
              <a:ext uri="{FF2B5EF4-FFF2-40B4-BE49-F238E27FC236}">
                <a16:creationId xmlns:a16="http://schemas.microsoft.com/office/drawing/2014/main" id="{15C04D0B-D5E2-4F74-B1D6-45E2AEA840C8}"/>
              </a:ext>
            </a:extLst>
          </p:cNvPr>
          <p:cNvSpPr>
            <a:spLocks noGrp="1"/>
          </p:cNvSpPr>
          <p:nvPr>
            <p:ph type="body" sz="quarter" idx="13" hasCustomPrompt="1"/>
          </p:nvPr>
        </p:nvSpPr>
        <p:spPr>
          <a:xfrm>
            <a:off x="338095" y="845198"/>
            <a:ext cx="13795102" cy="457200"/>
          </a:xfrm>
        </p:spPr>
        <p:txBody>
          <a:bodyPr anchor="ctr">
            <a:noAutofit/>
          </a:bodyPr>
          <a:lstStyle>
            <a:lvl1pPr marL="0" indent="0">
              <a:spcBef>
                <a:spcPts val="0"/>
              </a:spcBef>
              <a:buFont typeface="" panose="020B0604020202020204" pitchFamily="34" charset="0"/>
              <a:buNone/>
              <a:defRPr sz="2880" baseline="0">
                <a:latin typeface="+mn-lt"/>
              </a:defRPr>
            </a:lvl1pPr>
            <a:lvl2pPr marL="0" indent="0">
              <a:spcBef>
                <a:spcPts val="0"/>
              </a:spcBef>
              <a:buNone/>
              <a:defRPr sz="2880"/>
            </a:lvl2pPr>
            <a:lvl3pPr marL="0" indent="0">
              <a:spcBef>
                <a:spcPts val="0"/>
              </a:spcBef>
              <a:buNone/>
              <a:defRPr sz="2880"/>
            </a:lvl3pPr>
            <a:lvl4pPr marL="0" indent="0">
              <a:spcBef>
                <a:spcPts val="0"/>
              </a:spcBef>
              <a:buNone/>
              <a:defRPr sz="2880"/>
            </a:lvl4pPr>
            <a:lvl5pPr marL="0" indent="0">
              <a:spcBef>
                <a:spcPts val="0"/>
              </a:spcBef>
              <a:buNone/>
              <a:defRPr sz="2880"/>
            </a:lvl5pPr>
            <a:lvl6pPr marL="0" indent="0">
              <a:spcBef>
                <a:spcPts val="0"/>
              </a:spcBef>
              <a:buNone/>
              <a:defRPr sz="2880"/>
            </a:lvl6pPr>
            <a:lvl7pPr marL="0" indent="0">
              <a:spcBef>
                <a:spcPts val="0"/>
              </a:spcBef>
              <a:buNone/>
              <a:defRPr sz="2880"/>
            </a:lvl7pPr>
            <a:lvl8pPr marL="0" indent="0">
              <a:spcBef>
                <a:spcPts val="0"/>
              </a:spcBef>
              <a:buNone/>
              <a:defRPr sz="2880"/>
            </a:lvl8pPr>
            <a:lvl9pPr marL="0" indent="0">
              <a:spcBef>
                <a:spcPts val="0"/>
              </a:spcBef>
              <a:buNone/>
              <a:defRPr sz="2880"/>
            </a:lvl9pPr>
          </a:lstStyle>
          <a:p>
            <a:pPr lvl="0"/>
            <a:r>
              <a:rPr lang="en-US" dirty="0"/>
              <a:t>Click to add one-line subtitle</a:t>
            </a:r>
          </a:p>
        </p:txBody>
      </p:sp>
      <p:sp>
        <p:nvSpPr>
          <p:cNvPr id="4" name="Title">
            <a:extLst>
              <a:ext uri="{FF2B5EF4-FFF2-40B4-BE49-F238E27FC236}">
                <a16:creationId xmlns:a16="http://schemas.microsoft.com/office/drawing/2014/main" id="{D09EDB93-5BF6-4D1D-9D5F-0E75F455E06A}"/>
              </a:ext>
            </a:extLst>
          </p:cNvPr>
          <p:cNvSpPr>
            <a:spLocks noGrp="1"/>
          </p:cNvSpPr>
          <p:nvPr>
            <p:ph type="title"/>
          </p:nvPr>
        </p:nvSpPr>
        <p:spPr>
          <a:xfrm>
            <a:off x="342891" y="470223"/>
            <a:ext cx="13797925" cy="481634"/>
          </a:xfrm>
          <a:ln w="12700" cap="flat" cmpd="sng" algn="ctr">
            <a:noFill/>
            <a:prstDash val="solid"/>
            <a:miter lim="800000"/>
            <a:headEnd type="none" w="med" len="med"/>
            <a:tailEnd type="none" w="med" len="med"/>
          </a:ln>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9D217CA8-FB11-4E4A-BBCD-EE7B837F4D7D}"/>
              </a:ext>
            </a:extLst>
          </p:cNvPr>
          <p:cNvSpPr>
            <a:spLocks noGrp="1"/>
          </p:cNvSpPr>
          <p:nvPr>
            <p:ph type="sldNum" sz="quarter" idx="21"/>
          </p:nvPr>
        </p:nvSpPr>
        <p:spPr/>
        <p:txBody>
          <a:bodyPr/>
          <a:lstStyle/>
          <a:p>
            <a:pPr defTabSz="1306105"/>
            <a:fld id="{104FC826-72BB-4AF1-BA01-A94F7396A7DC}" type="slidenum">
              <a:rPr lang="en-US" smtClean="0"/>
              <a:pPr defTabSz="1306105"/>
              <a:t>‹#›</a:t>
            </a:fld>
            <a:endParaRPr lang="en-US" dirty="0"/>
          </a:p>
        </p:txBody>
      </p:sp>
      <p:sp>
        <p:nvSpPr>
          <p:cNvPr id="2" name="Footer Placeholder">
            <a:extLst>
              <a:ext uri="{FF2B5EF4-FFF2-40B4-BE49-F238E27FC236}">
                <a16:creationId xmlns:a16="http://schemas.microsoft.com/office/drawing/2014/main" id="{3EA3E28B-F7AC-49D0-8E77-F09CC76C6D4C}"/>
              </a:ext>
            </a:extLst>
          </p:cNvPr>
          <p:cNvSpPr>
            <a:spLocks noGrp="1"/>
          </p:cNvSpPr>
          <p:nvPr>
            <p:ph type="ftr" sz="quarter" idx="20"/>
          </p:nvPr>
        </p:nvSpPr>
        <p:spPr/>
        <p:txBody>
          <a:bodyPr/>
          <a:lstStyle/>
          <a:p>
            <a:r>
              <a:rPr lang="en-US" dirty="0"/>
              <a:t>Confidential | Authorized</a:t>
            </a:r>
          </a:p>
        </p:txBody>
      </p:sp>
    </p:spTree>
    <p:extLst>
      <p:ext uri="{BB962C8B-B14F-4D97-AF65-F5344CB8AC3E}">
        <p14:creationId xmlns:p14="http://schemas.microsoft.com/office/powerpoint/2010/main" val="1737417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592"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6" name="Content Placeholder 2"/>
          <p:cNvSpPr>
            <a:spLocks noGrp="1"/>
          </p:cNvSpPr>
          <p:nvPr>
            <p:ph sz="quarter" idx="18"/>
          </p:nvPr>
        </p:nvSpPr>
        <p:spPr>
          <a:xfrm>
            <a:off x="7512025" y="1194436"/>
            <a:ext cx="6628790" cy="6120764"/>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
          <p:cNvSpPr>
            <a:spLocks noGrp="1"/>
          </p:cNvSpPr>
          <p:nvPr>
            <p:ph sz="quarter" idx="17"/>
          </p:nvPr>
        </p:nvSpPr>
        <p:spPr>
          <a:xfrm>
            <a:off x="462120" y="1194436"/>
            <a:ext cx="6628790" cy="6120764"/>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Bar"/>
          <p:cNvSpPr/>
          <p:nvPr userDrawn="1"/>
        </p:nvSpPr>
        <p:spPr>
          <a:xfrm>
            <a:off x="462121" y="1012662"/>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18" name="Title">
            <a:extLst>
              <a:ext uri="{FF2B5EF4-FFF2-40B4-BE49-F238E27FC236}">
                <a16:creationId xmlns:a16="http://schemas.microsoft.com/office/drawing/2014/main" id="{871CBF7C-DC48-4FC0-9D75-AE2A7B709ECF}"/>
              </a:ext>
            </a:extLst>
          </p:cNvPr>
          <p:cNvSpPr>
            <a:spLocks noGrp="1"/>
          </p:cNvSpPr>
          <p:nvPr>
            <p:ph type="title"/>
          </p:nvPr>
        </p:nvSpPr>
        <p:spPr>
          <a:xfrm>
            <a:off x="342892" y="470223"/>
            <a:ext cx="13797924" cy="481634"/>
          </a:xfr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30D71586-CC8D-433E-9833-9A7FDB8D82E2}"/>
              </a:ext>
            </a:extLst>
          </p:cNvPr>
          <p:cNvSpPr>
            <a:spLocks noGrp="1"/>
          </p:cNvSpPr>
          <p:nvPr>
            <p:ph type="sldNum" sz="quarter" idx="20"/>
          </p:nvPr>
        </p:nvSpPr>
        <p:spPr/>
        <p:txBody>
          <a:bodyPr/>
          <a:lstStyle/>
          <a:p>
            <a:pPr defTabSz="1306105"/>
            <a:fld id="{104FC826-72BB-4AF1-BA01-A94F7396A7DC}" type="slidenum">
              <a:rPr lang="en-US" smtClean="0"/>
              <a:pPr defTabSz="1306105"/>
              <a:t>‹#›</a:t>
            </a:fld>
            <a:endParaRPr lang="en-US" dirty="0"/>
          </a:p>
        </p:txBody>
      </p:sp>
      <p:sp>
        <p:nvSpPr>
          <p:cNvPr id="2" name="Footer Placeholder">
            <a:extLst>
              <a:ext uri="{FF2B5EF4-FFF2-40B4-BE49-F238E27FC236}">
                <a16:creationId xmlns:a16="http://schemas.microsoft.com/office/drawing/2014/main" id="{09C5C9A9-E236-4C76-AAB8-D575E2980D31}"/>
              </a:ext>
            </a:extLst>
          </p:cNvPr>
          <p:cNvSpPr>
            <a:spLocks noGrp="1"/>
          </p:cNvSpPr>
          <p:nvPr>
            <p:ph type="ftr" sz="quarter" idx="19"/>
          </p:nvPr>
        </p:nvSpPr>
        <p:spPr/>
        <p:txBody>
          <a:bodyPr/>
          <a:lstStyle/>
          <a:p>
            <a:r>
              <a:rPr lang="en-US" dirty="0"/>
              <a:t>Confidential | Authorized</a:t>
            </a:r>
          </a:p>
        </p:txBody>
      </p:sp>
    </p:spTree>
    <p:extLst>
      <p:ext uri="{BB962C8B-B14F-4D97-AF65-F5344CB8AC3E}">
        <p14:creationId xmlns:p14="http://schemas.microsoft.com/office/powerpoint/2010/main" val="3521087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Content, Subtitle">
    <p:spTree>
      <p:nvGrpSpPr>
        <p:cNvPr id="1" name=""/>
        <p:cNvGrpSpPr/>
        <p:nvPr/>
      </p:nvGrpSpPr>
      <p:grpSpPr>
        <a:xfrm>
          <a:off x="0" y="0"/>
          <a:ext cx="0" cy="0"/>
          <a:chOff x="0" y="0"/>
          <a:chExt cx="0" cy="0"/>
        </a:xfrm>
      </p:grpSpPr>
      <p:sp>
        <p:nvSpPr>
          <p:cNvPr id="28" name="Content Placeholder 2">
            <a:extLst>
              <a:ext uri="{FF2B5EF4-FFF2-40B4-BE49-F238E27FC236}">
                <a16:creationId xmlns:a16="http://schemas.microsoft.com/office/drawing/2014/main" id="{C2D9C38D-0C96-4F06-9088-13547C056F33}"/>
              </a:ext>
            </a:extLst>
          </p:cNvPr>
          <p:cNvSpPr>
            <a:spLocks noGrp="1"/>
          </p:cNvSpPr>
          <p:nvPr>
            <p:ph sz="quarter" idx="25"/>
          </p:nvPr>
        </p:nvSpPr>
        <p:spPr>
          <a:xfrm>
            <a:off x="7630475" y="1629879"/>
            <a:ext cx="6500284" cy="5685277"/>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Content Placeholder 1">
            <a:extLst>
              <a:ext uri="{FF2B5EF4-FFF2-40B4-BE49-F238E27FC236}">
                <a16:creationId xmlns:a16="http://schemas.microsoft.com/office/drawing/2014/main" id="{790CE829-C5DB-4D0F-8D68-9F31A94FC42A}"/>
              </a:ext>
            </a:extLst>
          </p:cNvPr>
          <p:cNvSpPr>
            <a:spLocks noGrp="1"/>
          </p:cNvSpPr>
          <p:nvPr>
            <p:ph sz="quarter" idx="22"/>
          </p:nvPr>
        </p:nvSpPr>
        <p:spPr>
          <a:xfrm>
            <a:off x="457200" y="1629879"/>
            <a:ext cx="6500284" cy="5685277"/>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Subtitle">
            <a:extLst>
              <a:ext uri="{FF2B5EF4-FFF2-40B4-BE49-F238E27FC236}">
                <a16:creationId xmlns:a16="http://schemas.microsoft.com/office/drawing/2014/main" id="{BE367876-B551-4115-B469-74C12D0C1CE4}"/>
              </a:ext>
            </a:extLst>
          </p:cNvPr>
          <p:cNvSpPr>
            <a:spLocks noGrp="1"/>
          </p:cNvSpPr>
          <p:nvPr>
            <p:ph type="body" sz="quarter" idx="13" hasCustomPrompt="1"/>
          </p:nvPr>
        </p:nvSpPr>
        <p:spPr>
          <a:xfrm>
            <a:off x="338096" y="845198"/>
            <a:ext cx="13792564" cy="457200"/>
          </a:xfrm>
        </p:spPr>
        <p:txBody>
          <a:bodyPr vert="horz" lIns="91440" tIns="91440" rIns="91440" bIns="91440" rtlCol="0" anchor="ctr">
            <a:noAutofit/>
          </a:bodyPr>
          <a:lstStyle>
            <a:lvl1pPr marL="0" indent="0">
              <a:buNone/>
              <a:defRPr sz="2880" baseline="0" dirty="0">
                <a:latin typeface="+mn-lt"/>
              </a:defRPr>
            </a:lvl1pPr>
          </a:lstStyle>
          <a:p>
            <a:pPr marL="219456" lvl="0" indent="-219456">
              <a:spcBef>
                <a:spcPts val="0"/>
              </a:spcBef>
            </a:pPr>
            <a:r>
              <a:rPr lang="en-US" dirty="0"/>
              <a:t>Click to add one-line subtitle</a:t>
            </a:r>
          </a:p>
        </p:txBody>
      </p:sp>
      <p:sp>
        <p:nvSpPr>
          <p:cNvPr id="18" name="Bar"/>
          <p:cNvSpPr/>
          <p:nvPr userDrawn="1"/>
        </p:nvSpPr>
        <p:spPr>
          <a:xfrm>
            <a:off x="462121" y="1427394"/>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4" name="Title">
            <a:extLst>
              <a:ext uri="{FF2B5EF4-FFF2-40B4-BE49-F238E27FC236}">
                <a16:creationId xmlns:a16="http://schemas.microsoft.com/office/drawing/2014/main" id="{5B4DC083-771D-42FC-A297-31FED015807F}"/>
              </a:ext>
            </a:extLst>
          </p:cNvPr>
          <p:cNvSpPr>
            <a:spLocks noGrp="1"/>
          </p:cNvSpPr>
          <p:nvPr>
            <p:ph type="title"/>
          </p:nvPr>
        </p:nvSpPr>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208FD370-F534-4533-9D1C-D71C0301D4F5}"/>
              </a:ext>
            </a:extLst>
          </p:cNvPr>
          <p:cNvSpPr>
            <a:spLocks noGrp="1"/>
          </p:cNvSpPr>
          <p:nvPr>
            <p:ph type="sldNum" sz="quarter" idx="27"/>
          </p:nvPr>
        </p:nvSpPr>
        <p:spPr/>
        <p:txBody>
          <a:bodyPr/>
          <a:lstStyle/>
          <a:p>
            <a:pPr defTabSz="1306105"/>
            <a:fld id="{104FC826-72BB-4AF1-BA01-A94F7396A7DC}" type="slidenum">
              <a:rPr lang="en-US" smtClean="0"/>
              <a:pPr defTabSz="1306105"/>
              <a:t>‹#›</a:t>
            </a:fld>
            <a:endParaRPr lang="en-US" dirty="0"/>
          </a:p>
        </p:txBody>
      </p:sp>
      <p:sp>
        <p:nvSpPr>
          <p:cNvPr id="2" name="Footer Placeholder">
            <a:extLst>
              <a:ext uri="{FF2B5EF4-FFF2-40B4-BE49-F238E27FC236}">
                <a16:creationId xmlns:a16="http://schemas.microsoft.com/office/drawing/2014/main" id="{1B9DB588-CD3A-4605-99DD-5D58A0334468}"/>
              </a:ext>
            </a:extLst>
          </p:cNvPr>
          <p:cNvSpPr>
            <a:spLocks noGrp="1"/>
          </p:cNvSpPr>
          <p:nvPr>
            <p:ph type="ftr" sz="quarter" idx="26"/>
          </p:nvPr>
        </p:nvSpPr>
        <p:spPr/>
        <p:txBody>
          <a:bodyPr/>
          <a:lstStyle/>
          <a:p>
            <a:r>
              <a:rPr lang="en-US" dirty="0"/>
              <a:t>Confidential | Authorized</a:t>
            </a:r>
          </a:p>
        </p:txBody>
      </p:sp>
    </p:spTree>
    <p:extLst>
      <p:ext uri="{BB962C8B-B14F-4D97-AF65-F5344CB8AC3E}">
        <p14:creationId xmlns:p14="http://schemas.microsoft.com/office/powerpoint/2010/main" val="1150835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Content and Headings">
    <p:spTree>
      <p:nvGrpSpPr>
        <p:cNvPr id="1" name=""/>
        <p:cNvGrpSpPr/>
        <p:nvPr/>
      </p:nvGrpSpPr>
      <p:grpSpPr>
        <a:xfrm>
          <a:off x="0" y="0"/>
          <a:ext cx="0" cy="0"/>
          <a:chOff x="0" y="0"/>
          <a:chExt cx="0" cy="0"/>
        </a:xfrm>
      </p:grpSpPr>
      <p:sp>
        <p:nvSpPr>
          <p:cNvPr id="18" name="Rectangle 17"/>
          <p:cNvSpPr/>
          <p:nvPr userDrawn="1"/>
        </p:nvSpPr>
        <p:spPr>
          <a:xfrm>
            <a:off x="462121" y="1012662"/>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0"/>
            </a:endParaRPr>
          </a:p>
        </p:txBody>
      </p:sp>
      <p:sp>
        <p:nvSpPr>
          <p:cNvPr id="22" name="Content Placeholder 14"/>
          <p:cNvSpPr>
            <a:spLocks noGrp="1"/>
          </p:cNvSpPr>
          <p:nvPr>
            <p:ph sz="quarter" idx="17"/>
          </p:nvPr>
        </p:nvSpPr>
        <p:spPr>
          <a:xfrm>
            <a:off x="460804" y="1651636"/>
            <a:ext cx="6501600" cy="5663564"/>
          </a:xfrm>
          <a:ln>
            <a:noFill/>
            <a:miter lim="800000"/>
          </a:ln>
        </p:spPr>
        <p:txBody>
          <a:bodyPr lIns="0" rIns="0"/>
          <a:lstStyle>
            <a:lvl1pPr>
              <a:defRPr>
                <a:latin typeface="MetricHPE" panose="020B0503030202060203" pitchFamily="34" charset="0"/>
              </a:defRPr>
            </a:lvl1pPr>
            <a:lvl2pPr>
              <a:defRPr>
                <a:latin typeface="MetricHPE" panose="020B0503030202060203" pitchFamily="34" charset="0"/>
              </a:defRPr>
            </a:lvl2pPr>
            <a:lvl3pPr>
              <a:defRPr>
                <a:latin typeface="MetricHPE" panose="020B0503030202060203" pitchFamily="34" charset="0"/>
              </a:defRPr>
            </a:lvl3pPr>
            <a:lvl4pPr>
              <a:defRPr>
                <a:latin typeface="MetricHPE" panose="020B0503030202060203" pitchFamily="34" charset="0"/>
              </a:defRPr>
            </a:lvl4pPr>
            <a:lvl5pPr>
              <a:defRPr>
                <a:latin typeface="MetricHPE" panose="020B050303020206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Text Placeholder 7"/>
          <p:cNvSpPr>
            <a:spLocks noGrp="1"/>
          </p:cNvSpPr>
          <p:nvPr>
            <p:ph type="body" sz="quarter" idx="19" hasCustomPrompt="1"/>
          </p:nvPr>
        </p:nvSpPr>
        <p:spPr>
          <a:xfrm>
            <a:off x="345714" y="1194436"/>
            <a:ext cx="6616690" cy="457200"/>
          </a:xfrm>
          <a:ln>
            <a:noFill/>
            <a:miter lim="800000"/>
          </a:ln>
        </p:spPr>
        <p:txBody>
          <a:bodyPr lIns="91440">
            <a:noAutofit/>
          </a:bodyPr>
          <a:lstStyle>
            <a:lvl1pPr marL="0" indent="0">
              <a:spcBef>
                <a:spcPts val="0"/>
              </a:spcBef>
              <a:buNone/>
              <a:defRPr sz="2640" b="1" baseline="0">
                <a:latin typeface="MetricHPE" panose="020B0503030202060203" pitchFamily="34" charset="0"/>
              </a:defRPr>
            </a:lvl1pPr>
            <a:lvl2pPr marL="0" indent="0">
              <a:spcBef>
                <a:spcPts val="0"/>
              </a:spcBef>
              <a:buNone/>
              <a:defRPr sz="2880"/>
            </a:lvl2pPr>
            <a:lvl3pPr marL="0" indent="0">
              <a:spcBef>
                <a:spcPts val="0"/>
              </a:spcBef>
              <a:buNone/>
              <a:defRPr sz="2880"/>
            </a:lvl3pPr>
            <a:lvl4pPr marL="0" indent="0">
              <a:spcBef>
                <a:spcPts val="0"/>
              </a:spcBef>
              <a:buNone/>
              <a:defRPr sz="2880"/>
            </a:lvl4pPr>
            <a:lvl5pPr marL="0" indent="0">
              <a:spcBef>
                <a:spcPts val="0"/>
              </a:spcBef>
              <a:buNone/>
              <a:defRPr sz="2880"/>
            </a:lvl5pPr>
            <a:lvl6pPr marL="0" indent="0">
              <a:spcBef>
                <a:spcPts val="0"/>
              </a:spcBef>
              <a:buNone/>
              <a:defRPr sz="2880"/>
            </a:lvl6pPr>
            <a:lvl7pPr marL="0" indent="0">
              <a:spcBef>
                <a:spcPts val="0"/>
              </a:spcBef>
              <a:buNone/>
              <a:defRPr sz="2880"/>
            </a:lvl7pPr>
            <a:lvl8pPr marL="0" indent="0">
              <a:spcBef>
                <a:spcPts val="0"/>
              </a:spcBef>
              <a:buNone/>
              <a:defRPr sz="2880"/>
            </a:lvl8pPr>
            <a:lvl9pPr marL="0" indent="0">
              <a:spcBef>
                <a:spcPts val="0"/>
              </a:spcBef>
              <a:buNone/>
              <a:defRPr sz="2880"/>
            </a:lvl9pPr>
          </a:lstStyle>
          <a:p>
            <a:pPr lvl="0"/>
            <a:r>
              <a:rPr lang="en-US" dirty="0"/>
              <a:t>Click to add one-line heading</a:t>
            </a:r>
          </a:p>
        </p:txBody>
      </p:sp>
      <p:sp>
        <p:nvSpPr>
          <p:cNvPr id="25" name="Content Placeholder 14"/>
          <p:cNvSpPr>
            <a:spLocks noGrp="1"/>
          </p:cNvSpPr>
          <p:nvPr>
            <p:ph sz="quarter" idx="20"/>
          </p:nvPr>
        </p:nvSpPr>
        <p:spPr>
          <a:xfrm>
            <a:off x="7627570" y="1651636"/>
            <a:ext cx="6501600" cy="5663564"/>
          </a:xfrm>
          <a:ln>
            <a:noFill/>
            <a:miter lim="800000"/>
          </a:ln>
        </p:spPr>
        <p:txBody>
          <a:bodyPr lIns="0" rIns="0"/>
          <a:lstStyle>
            <a:lvl1pPr>
              <a:defRPr>
                <a:latin typeface="MetricHPE" panose="020B0503030202060203" pitchFamily="34" charset="0"/>
              </a:defRPr>
            </a:lvl1pPr>
            <a:lvl2pPr>
              <a:defRPr>
                <a:latin typeface="MetricHPE" panose="020B0503030202060203" pitchFamily="34" charset="0"/>
              </a:defRPr>
            </a:lvl2pPr>
            <a:lvl3pPr>
              <a:defRPr>
                <a:latin typeface="MetricHPE" panose="020B0503030202060203" pitchFamily="34" charset="0"/>
              </a:defRPr>
            </a:lvl3pPr>
            <a:lvl4pPr>
              <a:defRPr>
                <a:latin typeface="MetricHPE" panose="020B0503030202060203" pitchFamily="34" charset="0"/>
              </a:defRPr>
            </a:lvl4pPr>
            <a:lvl5pPr>
              <a:defRPr>
                <a:latin typeface="MetricHPE" panose="020B050303020206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6" name="Text Placeholder 7"/>
          <p:cNvSpPr>
            <a:spLocks noGrp="1"/>
          </p:cNvSpPr>
          <p:nvPr>
            <p:ph type="body" sz="quarter" idx="21" hasCustomPrompt="1"/>
          </p:nvPr>
        </p:nvSpPr>
        <p:spPr>
          <a:xfrm>
            <a:off x="7512480" y="1194436"/>
            <a:ext cx="6616690" cy="457200"/>
          </a:xfrm>
          <a:ln>
            <a:noFill/>
            <a:miter lim="800000"/>
          </a:ln>
        </p:spPr>
        <p:txBody>
          <a:bodyPr lIns="91440">
            <a:noAutofit/>
          </a:bodyPr>
          <a:lstStyle>
            <a:lvl1pPr marL="0" indent="0">
              <a:spcBef>
                <a:spcPts val="0"/>
              </a:spcBef>
              <a:buNone/>
              <a:defRPr sz="2640" b="1" baseline="0">
                <a:latin typeface="MetricHPE" panose="020B0503030202060203" pitchFamily="34" charset="0"/>
              </a:defRPr>
            </a:lvl1pPr>
            <a:lvl2pPr marL="0" indent="0">
              <a:spcBef>
                <a:spcPts val="0"/>
              </a:spcBef>
              <a:buNone/>
              <a:defRPr sz="2880"/>
            </a:lvl2pPr>
            <a:lvl3pPr marL="0" indent="0">
              <a:spcBef>
                <a:spcPts val="0"/>
              </a:spcBef>
              <a:buNone/>
              <a:defRPr sz="2880"/>
            </a:lvl3pPr>
            <a:lvl4pPr marL="0" indent="0">
              <a:spcBef>
                <a:spcPts val="0"/>
              </a:spcBef>
              <a:buNone/>
              <a:defRPr sz="2880"/>
            </a:lvl4pPr>
            <a:lvl5pPr marL="0" indent="0">
              <a:spcBef>
                <a:spcPts val="0"/>
              </a:spcBef>
              <a:buNone/>
              <a:defRPr sz="2880"/>
            </a:lvl5pPr>
            <a:lvl6pPr marL="0" indent="0">
              <a:spcBef>
                <a:spcPts val="0"/>
              </a:spcBef>
              <a:buNone/>
              <a:defRPr sz="2880"/>
            </a:lvl6pPr>
            <a:lvl7pPr marL="0" indent="0">
              <a:spcBef>
                <a:spcPts val="0"/>
              </a:spcBef>
              <a:buNone/>
              <a:defRPr sz="2880"/>
            </a:lvl7pPr>
            <a:lvl8pPr marL="0" indent="0">
              <a:spcBef>
                <a:spcPts val="0"/>
              </a:spcBef>
              <a:buNone/>
              <a:defRPr sz="2880"/>
            </a:lvl8pPr>
            <a:lvl9pPr marL="0" indent="0">
              <a:spcBef>
                <a:spcPts val="0"/>
              </a:spcBef>
              <a:buNone/>
              <a:defRPr sz="2880"/>
            </a:lvl9pPr>
          </a:lstStyle>
          <a:p>
            <a:pPr lvl="0"/>
            <a:r>
              <a:rPr lang="en-US" dirty="0"/>
              <a:t>Click to add one-line heading</a:t>
            </a:r>
          </a:p>
        </p:txBody>
      </p:sp>
      <p:pic>
        <p:nvPicPr>
          <p:cNvPr id="27" name="Picture 2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57200" y="7495217"/>
            <a:ext cx="1144800" cy="329184"/>
          </a:xfrm>
          <a:prstGeom prst="rect">
            <a:avLst/>
          </a:prstGeom>
        </p:spPr>
      </p:pic>
      <p:sp>
        <p:nvSpPr>
          <p:cNvPr id="2" name="Footer Placeholder 1"/>
          <p:cNvSpPr>
            <a:spLocks noGrp="1"/>
          </p:cNvSpPr>
          <p:nvPr>
            <p:ph type="ftr" sz="quarter" idx="22"/>
          </p:nvPr>
        </p:nvSpPr>
        <p:spPr/>
        <p:txBody>
          <a:bodyPr/>
          <a:lstStyle>
            <a:lvl1pPr>
              <a:defRPr>
                <a:latin typeface="MetricHPE" panose="020B0503030202060203" pitchFamily="34" charset="0"/>
              </a:defRPr>
            </a:lvl1pPr>
          </a:lstStyle>
          <a:p>
            <a:r>
              <a:rPr lang="en-US" dirty="0"/>
              <a:t>Confidential | Authorized</a:t>
            </a:r>
          </a:p>
        </p:txBody>
      </p:sp>
      <p:sp>
        <p:nvSpPr>
          <p:cNvPr id="3" name="Slide Number Placeholder 2"/>
          <p:cNvSpPr>
            <a:spLocks noGrp="1"/>
          </p:cNvSpPr>
          <p:nvPr>
            <p:ph type="sldNum" sz="quarter" idx="23"/>
          </p:nvPr>
        </p:nvSpPr>
        <p:spPr/>
        <p:txBody>
          <a:bodyPr/>
          <a:lstStyle>
            <a:lvl1pPr>
              <a:defRPr>
                <a:latin typeface="MetricHPE" panose="020B0503030202060203" pitchFamily="34" charset="0"/>
              </a:defRPr>
            </a:lvl1pPr>
          </a:lstStyle>
          <a:p>
            <a:pPr defTabSz="1306105">
              <a:buFontTx/>
              <a:buBlip>
                <a:blip r:embed="rId3"/>
              </a:buBlip>
            </a:pPr>
            <a:fld id="{104FC826-72BB-4AF1-BA01-A94F7396A7DC}" type="slidenum">
              <a:rPr lang="en-US" smtClean="0"/>
              <a:pPr defTabSz="1306105">
                <a:buFontTx/>
                <a:buBlip>
                  <a:blip r:embed="rId3"/>
                </a:buBlip>
              </a:pPr>
              <a:t>‹#›</a:t>
            </a:fld>
            <a:endParaRPr lang="en-US" dirty="0"/>
          </a:p>
        </p:txBody>
      </p:sp>
      <p:sp>
        <p:nvSpPr>
          <p:cNvPr id="4" name="Title 3">
            <a:extLst>
              <a:ext uri="{FF2B5EF4-FFF2-40B4-BE49-F238E27FC236}">
                <a16:creationId xmlns:a16="http://schemas.microsoft.com/office/drawing/2014/main" id="{73A8584B-E718-4F58-9AF1-BDBF5AD7FFFE}"/>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523556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Content, Subtitle and Headings">
    <p:spTree>
      <p:nvGrpSpPr>
        <p:cNvPr id="1" name=""/>
        <p:cNvGrpSpPr/>
        <p:nvPr/>
      </p:nvGrpSpPr>
      <p:grpSpPr>
        <a:xfrm>
          <a:off x="0" y="0"/>
          <a:ext cx="0" cy="0"/>
          <a:chOff x="0" y="0"/>
          <a:chExt cx="0" cy="0"/>
        </a:xfrm>
      </p:grpSpPr>
      <p:sp>
        <p:nvSpPr>
          <p:cNvPr id="28" name="Content Placeholder 2">
            <a:extLst>
              <a:ext uri="{FF2B5EF4-FFF2-40B4-BE49-F238E27FC236}">
                <a16:creationId xmlns:a16="http://schemas.microsoft.com/office/drawing/2014/main" id="{C2D9C38D-0C96-4F06-9088-13547C056F33}"/>
              </a:ext>
            </a:extLst>
          </p:cNvPr>
          <p:cNvSpPr>
            <a:spLocks noGrp="1"/>
          </p:cNvSpPr>
          <p:nvPr>
            <p:ph sz="quarter" idx="25"/>
          </p:nvPr>
        </p:nvSpPr>
        <p:spPr>
          <a:xfrm>
            <a:off x="7630475" y="2087080"/>
            <a:ext cx="6500284" cy="5228076"/>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Heading 2">
            <a:extLst>
              <a:ext uri="{FF2B5EF4-FFF2-40B4-BE49-F238E27FC236}">
                <a16:creationId xmlns:a16="http://schemas.microsoft.com/office/drawing/2014/main" id="{0F35A58C-1284-494F-A5A7-A8680CA3222B}"/>
              </a:ext>
            </a:extLst>
          </p:cNvPr>
          <p:cNvSpPr>
            <a:spLocks noGrp="1"/>
          </p:cNvSpPr>
          <p:nvPr>
            <p:ph type="body" sz="quarter" idx="21" hasCustomPrompt="1"/>
          </p:nvPr>
        </p:nvSpPr>
        <p:spPr>
          <a:xfrm>
            <a:off x="7513969" y="1629878"/>
            <a:ext cx="6616690" cy="457200"/>
          </a:xfrm>
          <a:ln>
            <a:noFill/>
            <a:miter lim="800000"/>
          </a:ln>
        </p:spPr>
        <p:txBody>
          <a:bodyPr lIns="91440">
            <a:noAutofit/>
          </a:bodyPr>
          <a:lstStyle>
            <a:lvl1pPr marL="0" indent="0">
              <a:spcBef>
                <a:spcPts val="0"/>
              </a:spcBef>
              <a:buNone/>
              <a:defRPr sz="2640" b="1" baseline="0">
                <a:latin typeface="+mn-lt"/>
              </a:defRPr>
            </a:lvl1pPr>
            <a:lvl2pPr marL="0" indent="0">
              <a:spcBef>
                <a:spcPts val="0"/>
              </a:spcBef>
              <a:buNone/>
              <a:defRPr sz="2880"/>
            </a:lvl2pPr>
            <a:lvl3pPr marL="0" indent="0">
              <a:spcBef>
                <a:spcPts val="0"/>
              </a:spcBef>
              <a:buNone/>
              <a:defRPr sz="2880"/>
            </a:lvl3pPr>
            <a:lvl4pPr marL="0" indent="0">
              <a:spcBef>
                <a:spcPts val="0"/>
              </a:spcBef>
              <a:buNone/>
              <a:defRPr sz="2880"/>
            </a:lvl4pPr>
            <a:lvl5pPr marL="0" indent="0">
              <a:spcBef>
                <a:spcPts val="0"/>
              </a:spcBef>
              <a:buNone/>
              <a:defRPr sz="2880"/>
            </a:lvl5pPr>
            <a:lvl6pPr marL="0" indent="0">
              <a:spcBef>
                <a:spcPts val="0"/>
              </a:spcBef>
              <a:buNone/>
              <a:defRPr sz="2880"/>
            </a:lvl6pPr>
            <a:lvl7pPr marL="0" indent="0">
              <a:spcBef>
                <a:spcPts val="0"/>
              </a:spcBef>
              <a:buNone/>
              <a:defRPr sz="2880"/>
            </a:lvl7pPr>
            <a:lvl8pPr marL="0" indent="0">
              <a:spcBef>
                <a:spcPts val="0"/>
              </a:spcBef>
              <a:buNone/>
              <a:defRPr sz="2880"/>
            </a:lvl8pPr>
            <a:lvl9pPr marL="0" indent="0">
              <a:spcBef>
                <a:spcPts val="0"/>
              </a:spcBef>
              <a:buNone/>
              <a:defRPr sz="2880"/>
            </a:lvl9pPr>
          </a:lstStyle>
          <a:p>
            <a:pPr lvl="0"/>
            <a:r>
              <a:rPr lang="en-US" dirty="0"/>
              <a:t>Click to add one-line heading</a:t>
            </a:r>
          </a:p>
        </p:txBody>
      </p:sp>
      <p:sp>
        <p:nvSpPr>
          <p:cNvPr id="21" name="Content Placeholder 1">
            <a:extLst>
              <a:ext uri="{FF2B5EF4-FFF2-40B4-BE49-F238E27FC236}">
                <a16:creationId xmlns:a16="http://schemas.microsoft.com/office/drawing/2014/main" id="{790CE829-C5DB-4D0F-8D68-9F31A94FC42A}"/>
              </a:ext>
            </a:extLst>
          </p:cNvPr>
          <p:cNvSpPr>
            <a:spLocks noGrp="1"/>
          </p:cNvSpPr>
          <p:nvPr>
            <p:ph sz="quarter" idx="22"/>
          </p:nvPr>
        </p:nvSpPr>
        <p:spPr>
          <a:xfrm>
            <a:off x="462120" y="2087080"/>
            <a:ext cx="6500284" cy="5228076"/>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9" name="Heading 1">
            <a:extLst>
              <a:ext uri="{FF2B5EF4-FFF2-40B4-BE49-F238E27FC236}">
                <a16:creationId xmlns:a16="http://schemas.microsoft.com/office/drawing/2014/main" id="{4FFD9C8F-5583-4BD3-BF48-097D5D045AD4}"/>
              </a:ext>
            </a:extLst>
          </p:cNvPr>
          <p:cNvSpPr>
            <a:spLocks noGrp="1"/>
          </p:cNvSpPr>
          <p:nvPr>
            <p:ph type="body" sz="quarter" idx="23" hasCustomPrompt="1"/>
          </p:nvPr>
        </p:nvSpPr>
        <p:spPr>
          <a:xfrm>
            <a:off x="345714" y="1629878"/>
            <a:ext cx="6616690" cy="457200"/>
          </a:xfrm>
          <a:ln>
            <a:noFill/>
            <a:miter lim="800000"/>
          </a:ln>
        </p:spPr>
        <p:txBody>
          <a:bodyPr lIns="91440">
            <a:noAutofit/>
          </a:bodyPr>
          <a:lstStyle>
            <a:lvl1pPr marL="0" indent="0">
              <a:spcBef>
                <a:spcPts val="0"/>
              </a:spcBef>
              <a:buNone/>
              <a:defRPr sz="2640" b="1" baseline="0">
                <a:latin typeface="+mn-lt"/>
              </a:defRPr>
            </a:lvl1pPr>
            <a:lvl2pPr marL="0" indent="0">
              <a:spcBef>
                <a:spcPts val="0"/>
              </a:spcBef>
              <a:buNone/>
              <a:defRPr sz="2880"/>
            </a:lvl2pPr>
            <a:lvl3pPr marL="0" indent="0">
              <a:spcBef>
                <a:spcPts val="0"/>
              </a:spcBef>
              <a:buNone/>
              <a:defRPr sz="2880"/>
            </a:lvl3pPr>
            <a:lvl4pPr marL="0" indent="0">
              <a:spcBef>
                <a:spcPts val="0"/>
              </a:spcBef>
              <a:buNone/>
              <a:defRPr sz="2880"/>
            </a:lvl4pPr>
            <a:lvl5pPr marL="0" indent="0">
              <a:spcBef>
                <a:spcPts val="0"/>
              </a:spcBef>
              <a:buNone/>
              <a:defRPr sz="2880"/>
            </a:lvl5pPr>
            <a:lvl6pPr marL="0" indent="0">
              <a:spcBef>
                <a:spcPts val="0"/>
              </a:spcBef>
              <a:buNone/>
              <a:defRPr sz="2880"/>
            </a:lvl6pPr>
            <a:lvl7pPr marL="0" indent="0">
              <a:spcBef>
                <a:spcPts val="0"/>
              </a:spcBef>
              <a:buNone/>
              <a:defRPr sz="2880"/>
            </a:lvl7pPr>
            <a:lvl8pPr marL="0" indent="0">
              <a:spcBef>
                <a:spcPts val="0"/>
              </a:spcBef>
              <a:buNone/>
              <a:defRPr sz="2880"/>
            </a:lvl8pPr>
            <a:lvl9pPr marL="0" indent="0">
              <a:spcBef>
                <a:spcPts val="0"/>
              </a:spcBef>
              <a:buNone/>
              <a:defRPr sz="2880"/>
            </a:lvl9pPr>
          </a:lstStyle>
          <a:p>
            <a:pPr lvl="0"/>
            <a:r>
              <a:rPr lang="en-US" dirty="0"/>
              <a:t>Click to add one-line heading</a:t>
            </a:r>
          </a:p>
        </p:txBody>
      </p:sp>
      <p:sp>
        <p:nvSpPr>
          <p:cNvPr id="18" name="Bar"/>
          <p:cNvSpPr/>
          <p:nvPr userDrawn="1"/>
        </p:nvSpPr>
        <p:spPr>
          <a:xfrm>
            <a:off x="462121" y="1427394"/>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n-lt"/>
            </a:endParaRPr>
          </a:p>
        </p:txBody>
      </p:sp>
      <p:sp>
        <p:nvSpPr>
          <p:cNvPr id="15" name="Subtitle">
            <a:extLst>
              <a:ext uri="{FF2B5EF4-FFF2-40B4-BE49-F238E27FC236}">
                <a16:creationId xmlns:a16="http://schemas.microsoft.com/office/drawing/2014/main" id="{BE367876-B551-4115-B469-74C12D0C1CE4}"/>
              </a:ext>
            </a:extLst>
          </p:cNvPr>
          <p:cNvSpPr>
            <a:spLocks noGrp="1"/>
          </p:cNvSpPr>
          <p:nvPr>
            <p:ph type="body" sz="quarter" idx="13" hasCustomPrompt="1"/>
          </p:nvPr>
        </p:nvSpPr>
        <p:spPr>
          <a:xfrm>
            <a:off x="338096" y="845198"/>
            <a:ext cx="13792564" cy="457200"/>
          </a:xfrm>
        </p:spPr>
        <p:txBody>
          <a:bodyPr vert="horz" lIns="91440" tIns="91440" rIns="91440" bIns="91440" rtlCol="0" anchor="ctr">
            <a:noAutofit/>
          </a:bodyPr>
          <a:lstStyle>
            <a:lvl1pPr marL="0" indent="0">
              <a:buNone/>
              <a:defRPr sz="2880" baseline="0" dirty="0">
                <a:latin typeface="+mn-lt"/>
              </a:defRPr>
            </a:lvl1pPr>
          </a:lstStyle>
          <a:p>
            <a:pPr marL="219456" lvl="0" indent="-219456">
              <a:spcBef>
                <a:spcPts val="0"/>
              </a:spcBef>
            </a:pPr>
            <a:r>
              <a:rPr lang="en-US" dirty="0"/>
              <a:t>Click to add one-line subtitle</a:t>
            </a:r>
          </a:p>
        </p:txBody>
      </p:sp>
      <p:sp>
        <p:nvSpPr>
          <p:cNvPr id="4" name="Title">
            <a:extLst>
              <a:ext uri="{FF2B5EF4-FFF2-40B4-BE49-F238E27FC236}">
                <a16:creationId xmlns:a16="http://schemas.microsoft.com/office/drawing/2014/main" id="{5B4DC083-771D-42FC-A297-31FED015807F}"/>
              </a:ext>
            </a:extLst>
          </p:cNvPr>
          <p:cNvSpPr>
            <a:spLocks noGrp="1"/>
          </p:cNvSpPr>
          <p:nvPr>
            <p:ph type="title"/>
          </p:nvPr>
        </p:nvSpPr>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12F31EAB-796D-4E98-AD02-5E448046BB3D}"/>
              </a:ext>
            </a:extLst>
          </p:cNvPr>
          <p:cNvSpPr>
            <a:spLocks noGrp="1"/>
          </p:cNvSpPr>
          <p:nvPr>
            <p:ph type="sldNum" sz="quarter" idx="27"/>
          </p:nvPr>
        </p:nvSpPr>
        <p:spPr/>
        <p:txBody>
          <a:bodyPr/>
          <a:lstStyle/>
          <a:p>
            <a:pPr defTabSz="1306105"/>
            <a:fld id="{104FC826-72BB-4AF1-BA01-A94F7396A7DC}" type="slidenum">
              <a:rPr lang="en-US" smtClean="0"/>
              <a:pPr defTabSz="1306105"/>
              <a:t>‹#›</a:t>
            </a:fld>
            <a:endParaRPr lang="en-US" dirty="0"/>
          </a:p>
        </p:txBody>
      </p:sp>
      <p:sp>
        <p:nvSpPr>
          <p:cNvPr id="2" name="Footer Placeholder">
            <a:extLst>
              <a:ext uri="{FF2B5EF4-FFF2-40B4-BE49-F238E27FC236}">
                <a16:creationId xmlns:a16="http://schemas.microsoft.com/office/drawing/2014/main" id="{B9B4ABF0-738F-478F-B9E7-E5D3DF83666E}"/>
              </a:ext>
            </a:extLst>
          </p:cNvPr>
          <p:cNvSpPr>
            <a:spLocks noGrp="1"/>
          </p:cNvSpPr>
          <p:nvPr>
            <p:ph type="ftr" sz="quarter" idx="26"/>
          </p:nvPr>
        </p:nvSpPr>
        <p:spPr/>
        <p:txBody>
          <a:bodyPr/>
          <a:lstStyle/>
          <a:p>
            <a:r>
              <a:rPr lang="en-US" dirty="0"/>
              <a:t>Confidential | Authorized</a:t>
            </a:r>
          </a:p>
        </p:txBody>
      </p:sp>
    </p:spTree>
    <p:extLst>
      <p:ext uri="{BB962C8B-B14F-4D97-AF65-F5344CB8AC3E}">
        <p14:creationId xmlns:p14="http://schemas.microsoft.com/office/powerpoint/2010/main" val="2877361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0" name="Content Placeholder 3"/>
          <p:cNvSpPr>
            <a:spLocks noGrp="1"/>
          </p:cNvSpPr>
          <p:nvPr>
            <p:ph sz="quarter" idx="19"/>
          </p:nvPr>
        </p:nvSpPr>
        <p:spPr>
          <a:xfrm>
            <a:off x="9782970" y="1195639"/>
            <a:ext cx="4354453" cy="6119562"/>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sz="quarter" idx="18"/>
          </p:nvPr>
        </p:nvSpPr>
        <p:spPr>
          <a:xfrm>
            <a:off x="5122545" y="1195639"/>
            <a:ext cx="4354453" cy="6119562"/>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1"/>
          <p:cNvSpPr>
            <a:spLocks noGrp="1"/>
          </p:cNvSpPr>
          <p:nvPr>
            <p:ph sz="quarter" idx="17"/>
          </p:nvPr>
        </p:nvSpPr>
        <p:spPr>
          <a:xfrm>
            <a:off x="462121" y="1195639"/>
            <a:ext cx="4354453" cy="6119562"/>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Bar"/>
          <p:cNvSpPr/>
          <p:nvPr userDrawn="1"/>
        </p:nvSpPr>
        <p:spPr>
          <a:xfrm>
            <a:off x="462121" y="1012662"/>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4" name="Title">
            <a:extLst>
              <a:ext uri="{FF2B5EF4-FFF2-40B4-BE49-F238E27FC236}">
                <a16:creationId xmlns:a16="http://schemas.microsoft.com/office/drawing/2014/main" id="{EAC09279-0D09-4109-A953-16A88732F6EC}"/>
              </a:ext>
            </a:extLst>
          </p:cNvPr>
          <p:cNvSpPr>
            <a:spLocks noGrp="1"/>
          </p:cNvSpPr>
          <p:nvPr>
            <p:ph type="title"/>
          </p:nvPr>
        </p:nvSpPr>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55DFA194-46E5-48DD-9DF0-CE09ECBDE598}"/>
              </a:ext>
            </a:extLst>
          </p:cNvPr>
          <p:cNvSpPr>
            <a:spLocks noGrp="1"/>
          </p:cNvSpPr>
          <p:nvPr>
            <p:ph type="sldNum" sz="quarter" idx="21"/>
          </p:nvPr>
        </p:nvSpPr>
        <p:spPr/>
        <p:txBody>
          <a:bodyPr/>
          <a:lstStyle/>
          <a:p>
            <a:pPr defTabSz="1306105"/>
            <a:fld id="{104FC826-72BB-4AF1-BA01-A94F7396A7DC}" type="slidenum">
              <a:rPr lang="en-US" smtClean="0"/>
              <a:pPr defTabSz="1306105"/>
              <a:t>‹#›</a:t>
            </a:fld>
            <a:endParaRPr lang="en-US" dirty="0"/>
          </a:p>
        </p:txBody>
      </p:sp>
      <p:sp>
        <p:nvSpPr>
          <p:cNvPr id="2" name="Footer Placeholder">
            <a:extLst>
              <a:ext uri="{FF2B5EF4-FFF2-40B4-BE49-F238E27FC236}">
                <a16:creationId xmlns:a16="http://schemas.microsoft.com/office/drawing/2014/main" id="{BEED058A-E779-4D88-ADD2-9B84C2A10502}"/>
              </a:ext>
            </a:extLst>
          </p:cNvPr>
          <p:cNvSpPr>
            <a:spLocks noGrp="1"/>
          </p:cNvSpPr>
          <p:nvPr>
            <p:ph type="ftr" sz="quarter" idx="20"/>
          </p:nvPr>
        </p:nvSpPr>
        <p:spPr/>
        <p:txBody>
          <a:bodyPr/>
          <a:lstStyle/>
          <a:p>
            <a:r>
              <a:rPr lang="en-US" dirty="0"/>
              <a:t>Confidential | Authorized</a:t>
            </a:r>
          </a:p>
        </p:txBody>
      </p:sp>
    </p:spTree>
    <p:extLst>
      <p:ext uri="{BB962C8B-B14F-4D97-AF65-F5344CB8AC3E}">
        <p14:creationId xmlns:p14="http://schemas.microsoft.com/office/powerpoint/2010/main" val="3031886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ree Content, Subtitle">
    <p:spTree>
      <p:nvGrpSpPr>
        <p:cNvPr id="1" name=""/>
        <p:cNvGrpSpPr/>
        <p:nvPr/>
      </p:nvGrpSpPr>
      <p:grpSpPr>
        <a:xfrm>
          <a:off x="0" y="0"/>
          <a:ext cx="0" cy="0"/>
          <a:chOff x="0" y="0"/>
          <a:chExt cx="0" cy="0"/>
        </a:xfrm>
      </p:grpSpPr>
      <p:sp>
        <p:nvSpPr>
          <p:cNvPr id="14" name="Subtitle">
            <a:extLst>
              <a:ext uri="{FF2B5EF4-FFF2-40B4-BE49-F238E27FC236}">
                <a16:creationId xmlns:a16="http://schemas.microsoft.com/office/drawing/2014/main" id="{C831EBB5-21C4-4F56-9D7F-EDB7844B96AF}"/>
              </a:ext>
            </a:extLst>
          </p:cNvPr>
          <p:cNvSpPr>
            <a:spLocks noGrp="1"/>
          </p:cNvSpPr>
          <p:nvPr>
            <p:ph type="body" sz="quarter" idx="13" hasCustomPrompt="1"/>
          </p:nvPr>
        </p:nvSpPr>
        <p:spPr>
          <a:xfrm>
            <a:off x="338095" y="845198"/>
            <a:ext cx="13797924" cy="457200"/>
          </a:xfrm>
        </p:spPr>
        <p:txBody>
          <a:bodyPr vert="horz" lIns="91440" tIns="91440" rIns="91440" bIns="91440" rtlCol="0" anchor="ctr">
            <a:noAutofit/>
          </a:bodyPr>
          <a:lstStyle>
            <a:lvl1pPr marL="0" indent="0">
              <a:buNone/>
              <a:defRPr sz="2880" baseline="0" dirty="0">
                <a:latin typeface="+mn-lt"/>
              </a:defRPr>
            </a:lvl1pPr>
          </a:lstStyle>
          <a:p>
            <a:pPr marL="219456" lvl="0" indent="-219456">
              <a:spcBef>
                <a:spcPts val="0"/>
              </a:spcBef>
            </a:pPr>
            <a:r>
              <a:rPr lang="en-US" dirty="0"/>
              <a:t>Click to add one-line subtitle</a:t>
            </a:r>
          </a:p>
        </p:txBody>
      </p:sp>
      <p:sp>
        <p:nvSpPr>
          <p:cNvPr id="28" name="Bar"/>
          <p:cNvSpPr/>
          <p:nvPr userDrawn="1"/>
        </p:nvSpPr>
        <p:spPr>
          <a:xfrm>
            <a:off x="462121" y="1427394"/>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n-lt"/>
            </a:endParaRPr>
          </a:p>
        </p:txBody>
      </p:sp>
      <p:sp>
        <p:nvSpPr>
          <p:cNvPr id="4" name="Title">
            <a:extLst>
              <a:ext uri="{FF2B5EF4-FFF2-40B4-BE49-F238E27FC236}">
                <a16:creationId xmlns:a16="http://schemas.microsoft.com/office/drawing/2014/main" id="{C9EF0ECA-DE60-41FE-A905-507AB710EE5B}"/>
              </a:ext>
            </a:extLst>
          </p:cNvPr>
          <p:cNvSpPr>
            <a:spLocks noGrp="1"/>
          </p:cNvSpPr>
          <p:nvPr>
            <p:ph type="title"/>
          </p:nvPr>
        </p:nvSpPr>
        <p:spPr/>
        <p:txBody>
          <a:bodyPr/>
          <a:lstStyle/>
          <a:p>
            <a:r>
              <a:rPr lang="en-US" dirty="0"/>
              <a:t>Click to edit Master title style</a:t>
            </a:r>
          </a:p>
        </p:txBody>
      </p:sp>
      <p:sp>
        <p:nvSpPr>
          <p:cNvPr id="19" name="Content Placeholder 3">
            <a:extLst>
              <a:ext uri="{FF2B5EF4-FFF2-40B4-BE49-F238E27FC236}">
                <a16:creationId xmlns:a16="http://schemas.microsoft.com/office/drawing/2014/main" id="{1074A59D-DDE4-4FB2-838A-D5C8E7AD19E1}"/>
              </a:ext>
            </a:extLst>
          </p:cNvPr>
          <p:cNvSpPr>
            <a:spLocks noGrp="1"/>
          </p:cNvSpPr>
          <p:nvPr>
            <p:ph sz="quarter" idx="22"/>
          </p:nvPr>
        </p:nvSpPr>
        <p:spPr>
          <a:xfrm>
            <a:off x="9775346" y="1638199"/>
            <a:ext cx="4354452" cy="5680800"/>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a:extLst>
              <a:ext uri="{FF2B5EF4-FFF2-40B4-BE49-F238E27FC236}">
                <a16:creationId xmlns:a16="http://schemas.microsoft.com/office/drawing/2014/main" id="{F2DA2588-EB78-4045-A57D-317AA672516D}"/>
              </a:ext>
            </a:extLst>
          </p:cNvPr>
          <p:cNvSpPr>
            <a:spLocks noGrp="1"/>
          </p:cNvSpPr>
          <p:nvPr>
            <p:ph sz="quarter" idx="18"/>
          </p:nvPr>
        </p:nvSpPr>
        <p:spPr>
          <a:xfrm>
            <a:off x="5118733" y="1638199"/>
            <a:ext cx="4354452" cy="5681268"/>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Content Placeholder 1">
            <a:extLst>
              <a:ext uri="{FF2B5EF4-FFF2-40B4-BE49-F238E27FC236}">
                <a16:creationId xmlns:a16="http://schemas.microsoft.com/office/drawing/2014/main" id="{31336B0C-F91E-47D8-936F-836334818CB0}"/>
              </a:ext>
            </a:extLst>
          </p:cNvPr>
          <p:cNvSpPr>
            <a:spLocks noGrp="1"/>
          </p:cNvSpPr>
          <p:nvPr>
            <p:ph sz="quarter" idx="17"/>
          </p:nvPr>
        </p:nvSpPr>
        <p:spPr>
          <a:xfrm>
            <a:off x="462120" y="1638199"/>
            <a:ext cx="4354452" cy="5680800"/>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a:extLst>
              <a:ext uri="{FF2B5EF4-FFF2-40B4-BE49-F238E27FC236}">
                <a16:creationId xmlns:a16="http://schemas.microsoft.com/office/drawing/2014/main" id="{C64F2FF0-0CF5-4CC1-8878-96534C54D9A0}"/>
              </a:ext>
            </a:extLst>
          </p:cNvPr>
          <p:cNvSpPr>
            <a:spLocks noGrp="1"/>
          </p:cNvSpPr>
          <p:nvPr>
            <p:ph type="ftr" sz="quarter" idx="23"/>
          </p:nvPr>
        </p:nvSpPr>
        <p:spPr/>
        <p:txBody>
          <a:bodyPr/>
          <a:lstStyle/>
          <a:p>
            <a:r>
              <a:rPr lang="en-US" dirty="0"/>
              <a:t>Confidential | Authorized</a:t>
            </a:r>
          </a:p>
        </p:txBody>
      </p:sp>
      <p:sp>
        <p:nvSpPr>
          <p:cNvPr id="3" name="Slide Number Placeholder">
            <a:extLst>
              <a:ext uri="{FF2B5EF4-FFF2-40B4-BE49-F238E27FC236}">
                <a16:creationId xmlns:a16="http://schemas.microsoft.com/office/drawing/2014/main" id="{749AAC13-0724-4F89-9282-2A985E0669E8}"/>
              </a:ext>
            </a:extLst>
          </p:cNvPr>
          <p:cNvSpPr>
            <a:spLocks noGrp="1"/>
          </p:cNvSpPr>
          <p:nvPr>
            <p:ph type="sldNum" sz="quarter" idx="24"/>
          </p:nvPr>
        </p:nvSpPr>
        <p:spPr/>
        <p:txBody>
          <a:bodyPr/>
          <a:lstStyle/>
          <a:p>
            <a:pPr defTabSz="1306105"/>
            <a:fld id="{104FC826-72BB-4AF1-BA01-A94F7396A7DC}" type="slidenum">
              <a:rPr lang="en-US" smtClean="0"/>
              <a:pPr defTabSz="1306105"/>
              <a:t>‹#›</a:t>
            </a:fld>
            <a:endParaRPr lang="en-US" dirty="0"/>
          </a:p>
        </p:txBody>
      </p:sp>
    </p:spTree>
    <p:extLst>
      <p:ext uri="{BB962C8B-B14F-4D97-AF65-F5344CB8AC3E}">
        <p14:creationId xmlns:p14="http://schemas.microsoft.com/office/powerpoint/2010/main" val="4140259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Content and Headings">
    <p:spTree>
      <p:nvGrpSpPr>
        <p:cNvPr id="1" name=""/>
        <p:cNvGrpSpPr/>
        <p:nvPr/>
      </p:nvGrpSpPr>
      <p:grpSpPr>
        <a:xfrm>
          <a:off x="0" y="0"/>
          <a:ext cx="0" cy="0"/>
          <a:chOff x="0" y="0"/>
          <a:chExt cx="0" cy="0"/>
        </a:xfrm>
      </p:grpSpPr>
      <p:sp>
        <p:nvSpPr>
          <p:cNvPr id="26" name="Content Placeholder 3"/>
          <p:cNvSpPr>
            <a:spLocks noGrp="1"/>
          </p:cNvSpPr>
          <p:nvPr>
            <p:ph sz="quarter" idx="22"/>
          </p:nvPr>
        </p:nvSpPr>
        <p:spPr>
          <a:xfrm>
            <a:off x="9775346" y="1652839"/>
            <a:ext cx="4354452" cy="5662362"/>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Heading 3"/>
          <p:cNvSpPr>
            <a:spLocks noGrp="1"/>
          </p:cNvSpPr>
          <p:nvPr>
            <p:ph type="body" sz="quarter" idx="21" hasCustomPrompt="1"/>
          </p:nvPr>
        </p:nvSpPr>
        <p:spPr>
          <a:xfrm>
            <a:off x="9658598" y="1195638"/>
            <a:ext cx="4471200" cy="457200"/>
          </a:xfrm>
          <a:ln>
            <a:noFill/>
            <a:miter lim="800000"/>
          </a:ln>
        </p:spPr>
        <p:txBody>
          <a:bodyPr lIns="91440">
            <a:noAutofit/>
          </a:bodyPr>
          <a:lstStyle>
            <a:lvl1pPr marL="0" indent="0">
              <a:spcBef>
                <a:spcPts val="0"/>
              </a:spcBef>
              <a:buNone/>
              <a:defRPr sz="2640" b="1" baseline="0">
                <a:latin typeface="+mn-lt"/>
              </a:defRPr>
            </a:lvl1pPr>
            <a:lvl2pPr marL="0" indent="0">
              <a:spcBef>
                <a:spcPts val="0"/>
              </a:spcBef>
              <a:buNone/>
              <a:defRPr sz="2880"/>
            </a:lvl2pPr>
            <a:lvl3pPr marL="0" indent="0">
              <a:spcBef>
                <a:spcPts val="0"/>
              </a:spcBef>
              <a:buNone/>
              <a:defRPr sz="2880"/>
            </a:lvl3pPr>
            <a:lvl4pPr marL="0" indent="0">
              <a:spcBef>
                <a:spcPts val="0"/>
              </a:spcBef>
              <a:buNone/>
              <a:defRPr sz="2880"/>
            </a:lvl4pPr>
            <a:lvl5pPr marL="0" indent="0">
              <a:spcBef>
                <a:spcPts val="0"/>
              </a:spcBef>
              <a:buNone/>
              <a:defRPr sz="2880"/>
            </a:lvl5pPr>
            <a:lvl6pPr marL="0" indent="0">
              <a:spcBef>
                <a:spcPts val="0"/>
              </a:spcBef>
              <a:buNone/>
              <a:defRPr sz="2880"/>
            </a:lvl6pPr>
            <a:lvl7pPr marL="0" indent="0">
              <a:spcBef>
                <a:spcPts val="0"/>
              </a:spcBef>
              <a:buNone/>
              <a:defRPr sz="2880"/>
            </a:lvl7pPr>
            <a:lvl8pPr marL="0" indent="0">
              <a:spcBef>
                <a:spcPts val="0"/>
              </a:spcBef>
              <a:buNone/>
              <a:defRPr sz="2880"/>
            </a:lvl8pPr>
            <a:lvl9pPr marL="0" indent="0">
              <a:spcBef>
                <a:spcPts val="0"/>
              </a:spcBef>
              <a:buNone/>
              <a:defRPr sz="2880"/>
            </a:lvl9pPr>
          </a:lstStyle>
          <a:p>
            <a:pPr lvl="0"/>
            <a:r>
              <a:rPr lang="en-US" dirty="0"/>
              <a:t>Click to add one-line heading</a:t>
            </a:r>
          </a:p>
        </p:txBody>
      </p:sp>
      <p:sp>
        <p:nvSpPr>
          <p:cNvPr id="25" name="Content Placeholder 2"/>
          <p:cNvSpPr>
            <a:spLocks noGrp="1"/>
          </p:cNvSpPr>
          <p:nvPr>
            <p:ph sz="quarter" idx="18"/>
          </p:nvPr>
        </p:nvSpPr>
        <p:spPr>
          <a:xfrm>
            <a:off x="5118733" y="1652839"/>
            <a:ext cx="4354452" cy="5662362"/>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Heading 2"/>
          <p:cNvSpPr>
            <a:spLocks noGrp="1"/>
          </p:cNvSpPr>
          <p:nvPr>
            <p:ph type="body" sz="quarter" idx="23" hasCustomPrompt="1"/>
          </p:nvPr>
        </p:nvSpPr>
        <p:spPr>
          <a:xfrm>
            <a:off x="5001985" y="1195638"/>
            <a:ext cx="4471200" cy="457200"/>
          </a:xfrm>
          <a:ln>
            <a:noFill/>
            <a:miter lim="800000"/>
          </a:ln>
        </p:spPr>
        <p:txBody>
          <a:bodyPr lIns="91440">
            <a:noAutofit/>
          </a:bodyPr>
          <a:lstStyle>
            <a:lvl1pPr marL="0" indent="0">
              <a:spcBef>
                <a:spcPts val="0"/>
              </a:spcBef>
              <a:buNone/>
              <a:defRPr sz="2640" b="1" baseline="0">
                <a:latin typeface="+mn-lt"/>
              </a:defRPr>
            </a:lvl1pPr>
            <a:lvl2pPr marL="0" indent="0">
              <a:spcBef>
                <a:spcPts val="0"/>
              </a:spcBef>
              <a:buNone/>
              <a:defRPr sz="2880"/>
            </a:lvl2pPr>
            <a:lvl3pPr marL="0" indent="0">
              <a:spcBef>
                <a:spcPts val="0"/>
              </a:spcBef>
              <a:buNone/>
              <a:defRPr sz="2880"/>
            </a:lvl3pPr>
            <a:lvl4pPr marL="0" indent="0">
              <a:spcBef>
                <a:spcPts val="0"/>
              </a:spcBef>
              <a:buNone/>
              <a:defRPr sz="2880"/>
            </a:lvl4pPr>
            <a:lvl5pPr marL="0" indent="0">
              <a:spcBef>
                <a:spcPts val="0"/>
              </a:spcBef>
              <a:buNone/>
              <a:defRPr sz="2880"/>
            </a:lvl5pPr>
            <a:lvl6pPr marL="0" indent="0">
              <a:spcBef>
                <a:spcPts val="0"/>
              </a:spcBef>
              <a:buNone/>
              <a:defRPr sz="2880"/>
            </a:lvl6pPr>
            <a:lvl7pPr marL="0" indent="0">
              <a:spcBef>
                <a:spcPts val="0"/>
              </a:spcBef>
              <a:buNone/>
              <a:defRPr sz="2880"/>
            </a:lvl7pPr>
            <a:lvl8pPr marL="0" indent="0">
              <a:spcBef>
                <a:spcPts val="0"/>
              </a:spcBef>
              <a:buNone/>
              <a:defRPr sz="2880"/>
            </a:lvl8pPr>
            <a:lvl9pPr marL="0" indent="0">
              <a:spcBef>
                <a:spcPts val="0"/>
              </a:spcBef>
              <a:buNone/>
              <a:defRPr sz="2880"/>
            </a:lvl9pPr>
          </a:lstStyle>
          <a:p>
            <a:pPr lvl="0"/>
            <a:r>
              <a:rPr lang="en-US" dirty="0"/>
              <a:t>Click to add one-line heading</a:t>
            </a:r>
          </a:p>
        </p:txBody>
      </p:sp>
      <p:sp>
        <p:nvSpPr>
          <p:cNvPr id="24" name="Content Placeholder 1"/>
          <p:cNvSpPr>
            <a:spLocks noGrp="1"/>
          </p:cNvSpPr>
          <p:nvPr>
            <p:ph sz="quarter" idx="17"/>
          </p:nvPr>
        </p:nvSpPr>
        <p:spPr>
          <a:xfrm>
            <a:off x="462120" y="1652839"/>
            <a:ext cx="4354452" cy="5662362"/>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Heading 1"/>
          <p:cNvSpPr>
            <a:spLocks noGrp="1"/>
          </p:cNvSpPr>
          <p:nvPr>
            <p:ph type="body" sz="quarter" idx="19" hasCustomPrompt="1"/>
          </p:nvPr>
        </p:nvSpPr>
        <p:spPr>
          <a:xfrm>
            <a:off x="344913" y="1195638"/>
            <a:ext cx="4471660" cy="457200"/>
          </a:xfrm>
          <a:ln>
            <a:noFill/>
            <a:miter lim="800000"/>
          </a:ln>
        </p:spPr>
        <p:txBody>
          <a:bodyPr lIns="91440">
            <a:noAutofit/>
          </a:bodyPr>
          <a:lstStyle>
            <a:lvl1pPr marL="0" indent="0">
              <a:spcBef>
                <a:spcPts val="0"/>
              </a:spcBef>
              <a:buNone/>
              <a:defRPr sz="2640" b="1" baseline="0">
                <a:latin typeface="+mn-lt"/>
              </a:defRPr>
            </a:lvl1pPr>
            <a:lvl2pPr marL="0" indent="0">
              <a:spcBef>
                <a:spcPts val="0"/>
              </a:spcBef>
              <a:buNone/>
              <a:defRPr sz="2880"/>
            </a:lvl2pPr>
            <a:lvl3pPr marL="0" indent="0">
              <a:spcBef>
                <a:spcPts val="0"/>
              </a:spcBef>
              <a:buNone/>
              <a:defRPr sz="2880"/>
            </a:lvl3pPr>
            <a:lvl4pPr marL="0" indent="0">
              <a:spcBef>
                <a:spcPts val="0"/>
              </a:spcBef>
              <a:buNone/>
              <a:defRPr sz="2880"/>
            </a:lvl4pPr>
            <a:lvl5pPr marL="0" indent="0">
              <a:spcBef>
                <a:spcPts val="0"/>
              </a:spcBef>
              <a:buNone/>
              <a:defRPr sz="2880"/>
            </a:lvl5pPr>
            <a:lvl6pPr marL="0" indent="0">
              <a:spcBef>
                <a:spcPts val="0"/>
              </a:spcBef>
              <a:buNone/>
              <a:defRPr sz="2880"/>
            </a:lvl6pPr>
            <a:lvl7pPr marL="0" indent="0">
              <a:spcBef>
                <a:spcPts val="0"/>
              </a:spcBef>
              <a:buNone/>
              <a:defRPr sz="2880"/>
            </a:lvl7pPr>
            <a:lvl8pPr marL="0" indent="0">
              <a:spcBef>
                <a:spcPts val="0"/>
              </a:spcBef>
              <a:buNone/>
              <a:defRPr sz="2880"/>
            </a:lvl8pPr>
            <a:lvl9pPr marL="0" indent="0">
              <a:spcBef>
                <a:spcPts val="0"/>
              </a:spcBef>
              <a:buNone/>
              <a:defRPr sz="2880"/>
            </a:lvl9pPr>
          </a:lstStyle>
          <a:p>
            <a:pPr lvl="0"/>
            <a:r>
              <a:rPr lang="en-US" dirty="0"/>
              <a:t>Click to add one-line heading</a:t>
            </a:r>
          </a:p>
        </p:txBody>
      </p:sp>
      <p:sp>
        <p:nvSpPr>
          <p:cNvPr id="16" name="Bar"/>
          <p:cNvSpPr/>
          <p:nvPr userDrawn="1"/>
        </p:nvSpPr>
        <p:spPr>
          <a:xfrm>
            <a:off x="462121" y="1012662"/>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4" name="Title">
            <a:extLst>
              <a:ext uri="{FF2B5EF4-FFF2-40B4-BE49-F238E27FC236}">
                <a16:creationId xmlns:a16="http://schemas.microsoft.com/office/drawing/2014/main" id="{24EE87AE-0267-4C69-AFD6-F9C64969AC26}"/>
              </a:ext>
            </a:extLst>
          </p:cNvPr>
          <p:cNvSpPr>
            <a:spLocks noGrp="1"/>
          </p:cNvSpPr>
          <p:nvPr>
            <p:ph type="title"/>
          </p:nvPr>
        </p:nvSpPr>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BB8A07BF-CB97-4E22-9C06-99A9D26C8199}"/>
              </a:ext>
            </a:extLst>
          </p:cNvPr>
          <p:cNvSpPr>
            <a:spLocks noGrp="1"/>
          </p:cNvSpPr>
          <p:nvPr>
            <p:ph type="sldNum" sz="quarter" idx="25"/>
          </p:nvPr>
        </p:nvSpPr>
        <p:spPr/>
        <p:txBody>
          <a:bodyPr/>
          <a:lstStyle/>
          <a:p>
            <a:pPr defTabSz="1306105"/>
            <a:fld id="{104FC826-72BB-4AF1-BA01-A94F7396A7DC}" type="slidenum">
              <a:rPr lang="en-US" smtClean="0"/>
              <a:pPr defTabSz="1306105"/>
              <a:t>‹#›</a:t>
            </a:fld>
            <a:endParaRPr lang="en-US" dirty="0"/>
          </a:p>
        </p:txBody>
      </p:sp>
      <p:sp>
        <p:nvSpPr>
          <p:cNvPr id="2" name="Footer Placeholder">
            <a:extLst>
              <a:ext uri="{FF2B5EF4-FFF2-40B4-BE49-F238E27FC236}">
                <a16:creationId xmlns:a16="http://schemas.microsoft.com/office/drawing/2014/main" id="{7833D610-4CA4-41A3-B735-6F0642F98549}"/>
              </a:ext>
            </a:extLst>
          </p:cNvPr>
          <p:cNvSpPr>
            <a:spLocks noGrp="1"/>
          </p:cNvSpPr>
          <p:nvPr>
            <p:ph type="ftr" sz="quarter" idx="24"/>
          </p:nvPr>
        </p:nvSpPr>
        <p:spPr/>
        <p:txBody>
          <a:bodyPr/>
          <a:lstStyle/>
          <a:p>
            <a:r>
              <a:rPr lang="en-US" dirty="0"/>
              <a:t>Confidential | Authorized</a:t>
            </a:r>
          </a:p>
        </p:txBody>
      </p:sp>
    </p:spTree>
    <p:extLst>
      <p:ext uri="{BB962C8B-B14F-4D97-AF65-F5344CB8AC3E}">
        <p14:creationId xmlns:p14="http://schemas.microsoft.com/office/powerpoint/2010/main" val="1632628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ree Content, Subtitle and Headings">
    <p:spTree>
      <p:nvGrpSpPr>
        <p:cNvPr id="1" name=""/>
        <p:cNvGrpSpPr/>
        <p:nvPr/>
      </p:nvGrpSpPr>
      <p:grpSpPr>
        <a:xfrm>
          <a:off x="0" y="0"/>
          <a:ext cx="0" cy="0"/>
          <a:chOff x="0" y="0"/>
          <a:chExt cx="0" cy="0"/>
        </a:xfrm>
      </p:grpSpPr>
      <p:sp>
        <p:nvSpPr>
          <p:cNvPr id="19" name="Content Placeholder 3">
            <a:extLst>
              <a:ext uri="{FF2B5EF4-FFF2-40B4-BE49-F238E27FC236}">
                <a16:creationId xmlns:a16="http://schemas.microsoft.com/office/drawing/2014/main" id="{1074A59D-DDE4-4FB2-838A-D5C8E7AD19E1}"/>
              </a:ext>
            </a:extLst>
          </p:cNvPr>
          <p:cNvSpPr>
            <a:spLocks noGrp="1"/>
          </p:cNvSpPr>
          <p:nvPr>
            <p:ph sz="quarter" idx="22"/>
          </p:nvPr>
        </p:nvSpPr>
        <p:spPr>
          <a:xfrm>
            <a:off x="9775346" y="2097017"/>
            <a:ext cx="4354452" cy="5222450"/>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Heading 3">
            <a:extLst>
              <a:ext uri="{FF2B5EF4-FFF2-40B4-BE49-F238E27FC236}">
                <a16:creationId xmlns:a16="http://schemas.microsoft.com/office/drawing/2014/main" id="{2B395F8D-D2D6-46E9-A9E6-236C365E0BE9}"/>
              </a:ext>
            </a:extLst>
          </p:cNvPr>
          <p:cNvSpPr>
            <a:spLocks noGrp="1"/>
          </p:cNvSpPr>
          <p:nvPr>
            <p:ph type="body" sz="quarter" idx="21" hasCustomPrompt="1"/>
          </p:nvPr>
        </p:nvSpPr>
        <p:spPr>
          <a:xfrm>
            <a:off x="9658598" y="1638199"/>
            <a:ext cx="4471200" cy="457200"/>
          </a:xfrm>
          <a:ln>
            <a:noFill/>
            <a:miter lim="800000"/>
          </a:ln>
        </p:spPr>
        <p:txBody>
          <a:bodyPr lIns="91440">
            <a:noAutofit/>
          </a:bodyPr>
          <a:lstStyle>
            <a:lvl1pPr marL="0" indent="0">
              <a:spcBef>
                <a:spcPts val="0"/>
              </a:spcBef>
              <a:buNone/>
              <a:defRPr sz="2640" b="1" baseline="0">
                <a:latin typeface="+mn-lt"/>
              </a:defRPr>
            </a:lvl1pPr>
            <a:lvl2pPr marL="0" indent="0">
              <a:spcBef>
                <a:spcPts val="0"/>
              </a:spcBef>
              <a:buNone/>
              <a:defRPr sz="2880"/>
            </a:lvl2pPr>
            <a:lvl3pPr marL="0" indent="0">
              <a:spcBef>
                <a:spcPts val="0"/>
              </a:spcBef>
              <a:buNone/>
              <a:defRPr sz="2880"/>
            </a:lvl3pPr>
            <a:lvl4pPr marL="0" indent="0">
              <a:spcBef>
                <a:spcPts val="0"/>
              </a:spcBef>
              <a:buNone/>
              <a:defRPr sz="2880"/>
            </a:lvl4pPr>
            <a:lvl5pPr marL="0" indent="0">
              <a:spcBef>
                <a:spcPts val="0"/>
              </a:spcBef>
              <a:buNone/>
              <a:defRPr sz="2880"/>
            </a:lvl5pPr>
            <a:lvl6pPr marL="0" indent="0">
              <a:spcBef>
                <a:spcPts val="0"/>
              </a:spcBef>
              <a:buNone/>
              <a:defRPr sz="2880"/>
            </a:lvl6pPr>
            <a:lvl7pPr marL="0" indent="0">
              <a:spcBef>
                <a:spcPts val="0"/>
              </a:spcBef>
              <a:buNone/>
              <a:defRPr sz="2880"/>
            </a:lvl7pPr>
            <a:lvl8pPr marL="0" indent="0">
              <a:spcBef>
                <a:spcPts val="0"/>
              </a:spcBef>
              <a:buNone/>
              <a:defRPr sz="2880"/>
            </a:lvl8pPr>
            <a:lvl9pPr marL="0" indent="0">
              <a:spcBef>
                <a:spcPts val="0"/>
              </a:spcBef>
              <a:buNone/>
              <a:defRPr sz="2880"/>
            </a:lvl9pPr>
          </a:lstStyle>
          <a:p>
            <a:pPr lvl="0"/>
            <a:r>
              <a:rPr lang="en-US" dirty="0"/>
              <a:t>Click to add one-line heading</a:t>
            </a:r>
          </a:p>
        </p:txBody>
      </p:sp>
      <p:sp>
        <p:nvSpPr>
          <p:cNvPr id="18" name="Content Placeholder 2">
            <a:extLst>
              <a:ext uri="{FF2B5EF4-FFF2-40B4-BE49-F238E27FC236}">
                <a16:creationId xmlns:a16="http://schemas.microsoft.com/office/drawing/2014/main" id="{F2DA2588-EB78-4045-A57D-317AA672516D}"/>
              </a:ext>
            </a:extLst>
          </p:cNvPr>
          <p:cNvSpPr>
            <a:spLocks noGrp="1"/>
          </p:cNvSpPr>
          <p:nvPr>
            <p:ph sz="quarter" idx="18"/>
          </p:nvPr>
        </p:nvSpPr>
        <p:spPr>
          <a:xfrm>
            <a:off x="5118733" y="2097017"/>
            <a:ext cx="4354452" cy="5222450"/>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Heading 2">
            <a:extLst>
              <a:ext uri="{FF2B5EF4-FFF2-40B4-BE49-F238E27FC236}">
                <a16:creationId xmlns:a16="http://schemas.microsoft.com/office/drawing/2014/main" id="{1E3C34FD-66F2-429D-BA98-17802C5C837E}"/>
              </a:ext>
            </a:extLst>
          </p:cNvPr>
          <p:cNvSpPr>
            <a:spLocks noGrp="1"/>
          </p:cNvSpPr>
          <p:nvPr>
            <p:ph type="body" sz="quarter" idx="23" hasCustomPrompt="1"/>
          </p:nvPr>
        </p:nvSpPr>
        <p:spPr>
          <a:xfrm>
            <a:off x="5001985" y="1638199"/>
            <a:ext cx="4471200" cy="457200"/>
          </a:xfrm>
          <a:ln>
            <a:noFill/>
            <a:miter lim="800000"/>
          </a:ln>
        </p:spPr>
        <p:txBody>
          <a:bodyPr lIns="91440">
            <a:noAutofit/>
          </a:bodyPr>
          <a:lstStyle>
            <a:lvl1pPr marL="0" indent="0">
              <a:spcBef>
                <a:spcPts val="0"/>
              </a:spcBef>
              <a:buNone/>
              <a:defRPr sz="2640" b="1" baseline="0">
                <a:latin typeface="+mn-lt"/>
              </a:defRPr>
            </a:lvl1pPr>
            <a:lvl2pPr marL="0" indent="0">
              <a:spcBef>
                <a:spcPts val="0"/>
              </a:spcBef>
              <a:buNone/>
              <a:defRPr sz="2880"/>
            </a:lvl2pPr>
            <a:lvl3pPr marL="0" indent="0">
              <a:spcBef>
                <a:spcPts val="0"/>
              </a:spcBef>
              <a:buNone/>
              <a:defRPr sz="2880"/>
            </a:lvl3pPr>
            <a:lvl4pPr marL="0" indent="0">
              <a:spcBef>
                <a:spcPts val="0"/>
              </a:spcBef>
              <a:buNone/>
              <a:defRPr sz="2880"/>
            </a:lvl4pPr>
            <a:lvl5pPr marL="0" indent="0">
              <a:spcBef>
                <a:spcPts val="0"/>
              </a:spcBef>
              <a:buNone/>
              <a:defRPr sz="2880"/>
            </a:lvl5pPr>
            <a:lvl6pPr marL="0" indent="0">
              <a:spcBef>
                <a:spcPts val="0"/>
              </a:spcBef>
              <a:buNone/>
              <a:defRPr sz="2880"/>
            </a:lvl6pPr>
            <a:lvl7pPr marL="0" indent="0">
              <a:spcBef>
                <a:spcPts val="0"/>
              </a:spcBef>
              <a:buNone/>
              <a:defRPr sz="2880"/>
            </a:lvl7pPr>
            <a:lvl8pPr marL="0" indent="0">
              <a:spcBef>
                <a:spcPts val="0"/>
              </a:spcBef>
              <a:buNone/>
              <a:defRPr sz="2880"/>
            </a:lvl8pPr>
            <a:lvl9pPr marL="0" indent="0">
              <a:spcBef>
                <a:spcPts val="0"/>
              </a:spcBef>
              <a:buNone/>
              <a:defRPr sz="2880"/>
            </a:lvl9pPr>
          </a:lstStyle>
          <a:p>
            <a:pPr lvl="0"/>
            <a:r>
              <a:rPr lang="en-US" dirty="0"/>
              <a:t>Click to add one-line heading</a:t>
            </a:r>
          </a:p>
        </p:txBody>
      </p:sp>
      <p:sp>
        <p:nvSpPr>
          <p:cNvPr id="31" name="Content Placeholder 1">
            <a:extLst>
              <a:ext uri="{FF2B5EF4-FFF2-40B4-BE49-F238E27FC236}">
                <a16:creationId xmlns:a16="http://schemas.microsoft.com/office/drawing/2014/main" id="{31336B0C-F91E-47D8-936F-836334818CB0}"/>
              </a:ext>
            </a:extLst>
          </p:cNvPr>
          <p:cNvSpPr>
            <a:spLocks noGrp="1"/>
          </p:cNvSpPr>
          <p:nvPr>
            <p:ph sz="quarter" idx="17"/>
          </p:nvPr>
        </p:nvSpPr>
        <p:spPr>
          <a:xfrm>
            <a:off x="462120" y="2097017"/>
            <a:ext cx="4354452" cy="5222450"/>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9" name="Heading 1">
            <a:extLst>
              <a:ext uri="{FF2B5EF4-FFF2-40B4-BE49-F238E27FC236}">
                <a16:creationId xmlns:a16="http://schemas.microsoft.com/office/drawing/2014/main" id="{2C5A79F9-54A7-42C3-958C-707025A75133}"/>
              </a:ext>
            </a:extLst>
          </p:cNvPr>
          <p:cNvSpPr>
            <a:spLocks noGrp="1"/>
          </p:cNvSpPr>
          <p:nvPr>
            <p:ph type="body" sz="quarter" idx="19" hasCustomPrompt="1"/>
          </p:nvPr>
        </p:nvSpPr>
        <p:spPr>
          <a:xfrm>
            <a:off x="344913" y="1638199"/>
            <a:ext cx="4471660" cy="457200"/>
          </a:xfrm>
          <a:ln>
            <a:noFill/>
            <a:miter lim="800000"/>
          </a:ln>
        </p:spPr>
        <p:txBody>
          <a:bodyPr lIns="91440">
            <a:noAutofit/>
          </a:bodyPr>
          <a:lstStyle>
            <a:lvl1pPr marL="0" indent="0">
              <a:spcBef>
                <a:spcPts val="0"/>
              </a:spcBef>
              <a:buNone/>
              <a:defRPr sz="2640" b="1" baseline="0">
                <a:latin typeface="+mn-lt"/>
              </a:defRPr>
            </a:lvl1pPr>
            <a:lvl2pPr marL="0" indent="0">
              <a:spcBef>
                <a:spcPts val="0"/>
              </a:spcBef>
              <a:buNone/>
              <a:defRPr sz="2880"/>
            </a:lvl2pPr>
            <a:lvl3pPr marL="0" indent="0">
              <a:spcBef>
                <a:spcPts val="0"/>
              </a:spcBef>
              <a:buNone/>
              <a:defRPr sz="2880"/>
            </a:lvl3pPr>
            <a:lvl4pPr marL="0" indent="0">
              <a:spcBef>
                <a:spcPts val="0"/>
              </a:spcBef>
              <a:buNone/>
              <a:defRPr sz="2880"/>
            </a:lvl4pPr>
            <a:lvl5pPr marL="0" indent="0">
              <a:spcBef>
                <a:spcPts val="0"/>
              </a:spcBef>
              <a:buNone/>
              <a:defRPr sz="2880"/>
            </a:lvl5pPr>
            <a:lvl6pPr marL="0" indent="0">
              <a:spcBef>
                <a:spcPts val="0"/>
              </a:spcBef>
              <a:buNone/>
              <a:defRPr sz="2880"/>
            </a:lvl6pPr>
            <a:lvl7pPr marL="0" indent="0">
              <a:spcBef>
                <a:spcPts val="0"/>
              </a:spcBef>
              <a:buNone/>
              <a:defRPr sz="2880"/>
            </a:lvl7pPr>
            <a:lvl8pPr marL="0" indent="0">
              <a:spcBef>
                <a:spcPts val="0"/>
              </a:spcBef>
              <a:buNone/>
              <a:defRPr sz="2880"/>
            </a:lvl8pPr>
            <a:lvl9pPr marL="0" indent="0">
              <a:spcBef>
                <a:spcPts val="0"/>
              </a:spcBef>
              <a:buNone/>
              <a:defRPr sz="2880"/>
            </a:lvl9pPr>
          </a:lstStyle>
          <a:p>
            <a:pPr lvl="0"/>
            <a:r>
              <a:rPr lang="en-US" dirty="0"/>
              <a:t>Click to add one-line heading</a:t>
            </a:r>
          </a:p>
        </p:txBody>
      </p:sp>
      <p:sp>
        <p:nvSpPr>
          <p:cNvPr id="28" name="Bar"/>
          <p:cNvSpPr/>
          <p:nvPr userDrawn="1"/>
        </p:nvSpPr>
        <p:spPr>
          <a:xfrm>
            <a:off x="462121" y="1427394"/>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n-lt"/>
            </a:endParaRPr>
          </a:p>
        </p:txBody>
      </p:sp>
      <p:sp>
        <p:nvSpPr>
          <p:cNvPr id="14" name="Subtitle">
            <a:extLst>
              <a:ext uri="{FF2B5EF4-FFF2-40B4-BE49-F238E27FC236}">
                <a16:creationId xmlns:a16="http://schemas.microsoft.com/office/drawing/2014/main" id="{C831EBB5-21C4-4F56-9D7F-EDB7844B96AF}"/>
              </a:ext>
            </a:extLst>
          </p:cNvPr>
          <p:cNvSpPr>
            <a:spLocks noGrp="1"/>
          </p:cNvSpPr>
          <p:nvPr>
            <p:ph type="body" sz="quarter" idx="13" hasCustomPrompt="1"/>
          </p:nvPr>
        </p:nvSpPr>
        <p:spPr>
          <a:xfrm>
            <a:off x="338095" y="845198"/>
            <a:ext cx="13797924" cy="457200"/>
          </a:xfrm>
        </p:spPr>
        <p:txBody>
          <a:bodyPr vert="horz" lIns="91440" tIns="91440" rIns="91440" bIns="91440" rtlCol="0" anchor="ctr">
            <a:noAutofit/>
          </a:bodyPr>
          <a:lstStyle>
            <a:lvl1pPr marL="0" indent="0">
              <a:buNone/>
              <a:defRPr sz="2880" baseline="0" dirty="0">
                <a:latin typeface="+mn-lt"/>
              </a:defRPr>
            </a:lvl1pPr>
          </a:lstStyle>
          <a:p>
            <a:pPr marL="219456" lvl="0" indent="-219456">
              <a:spcBef>
                <a:spcPts val="0"/>
              </a:spcBef>
            </a:pPr>
            <a:r>
              <a:rPr lang="en-US" dirty="0"/>
              <a:t>Click to add one-line subtitle</a:t>
            </a:r>
          </a:p>
        </p:txBody>
      </p:sp>
      <p:sp>
        <p:nvSpPr>
          <p:cNvPr id="4" name="Title">
            <a:extLst>
              <a:ext uri="{FF2B5EF4-FFF2-40B4-BE49-F238E27FC236}">
                <a16:creationId xmlns:a16="http://schemas.microsoft.com/office/drawing/2014/main" id="{C9EF0ECA-DE60-41FE-A905-507AB710EE5B}"/>
              </a:ext>
            </a:extLst>
          </p:cNvPr>
          <p:cNvSpPr>
            <a:spLocks noGrp="1"/>
          </p:cNvSpPr>
          <p:nvPr>
            <p:ph type="title"/>
          </p:nvPr>
        </p:nvSpPr>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FF0756C0-7641-4173-A68F-865597D4BB0D}"/>
              </a:ext>
            </a:extLst>
          </p:cNvPr>
          <p:cNvSpPr>
            <a:spLocks noGrp="1"/>
          </p:cNvSpPr>
          <p:nvPr>
            <p:ph type="sldNum" sz="quarter" idx="25"/>
          </p:nvPr>
        </p:nvSpPr>
        <p:spPr/>
        <p:txBody>
          <a:bodyPr/>
          <a:lstStyle/>
          <a:p>
            <a:pPr defTabSz="1306105"/>
            <a:fld id="{104FC826-72BB-4AF1-BA01-A94F7396A7DC}" type="slidenum">
              <a:rPr lang="en-US" smtClean="0"/>
              <a:pPr defTabSz="1306105"/>
              <a:t>‹#›</a:t>
            </a:fld>
            <a:endParaRPr lang="en-US" dirty="0"/>
          </a:p>
        </p:txBody>
      </p:sp>
      <p:sp>
        <p:nvSpPr>
          <p:cNvPr id="2" name="Footer Placeholder">
            <a:extLst>
              <a:ext uri="{FF2B5EF4-FFF2-40B4-BE49-F238E27FC236}">
                <a16:creationId xmlns:a16="http://schemas.microsoft.com/office/drawing/2014/main" id="{3221C879-23BF-48A0-9B6C-5B66C3419755}"/>
              </a:ext>
            </a:extLst>
          </p:cNvPr>
          <p:cNvSpPr>
            <a:spLocks noGrp="1"/>
          </p:cNvSpPr>
          <p:nvPr>
            <p:ph type="ftr" sz="quarter" idx="24"/>
          </p:nvPr>
        </p:nvSpPr>
        <p:spPr/>
        <p:txBody>
          <a:bodyPr/>
          <a:lstStyle/>
          <a:p>
            <a:r>
              <a:rPr lang="en-US" dirty="0"/>
              <a:t>Confidential | Authorized</a:t>
            </a:r>
          </a:p>
        </p:txBody>
      </p:sp>
    </p:spTree>
    <p:extLst>
      <p:ext uri="{BB962C8B-B14F-4D97-AF65-F5344CB8AC3E}">
        <p14:creationId xmlns:p14="http://schemas.microsoft.com/office/powerpoint/2010/main" val="176467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Bar"/>
          <p:cNvSpPr/>
          <p:nvPr userDrawn="1"/>
        </p:nvSpPr>
        <p:spPr>
          <a:xfrm>
            <a:off x="462121" y="1012662"/>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4" name="Title">
            <a:extLst>
              <a:ext uri="{FF2B5EF4-FFF2-40B4-BE49-F238E27FC236}">
                <a16:creationId xmlns:a16="http://schemas.microsoft.com/office/drawing/2014/main" id="{EAE54251-B0D2-4947-83BB-BD7F95F3A0E8}"/>
              </a:ext>
            </a:extLst>
          </p:cNvPr>
          <p:cNvSpPr>
            <a:spLocks noGrp="1"/>
          </p:cNvSpPr>
          <p:nvPr>
            <p:ph type="title"/>
          </p:nvPr>
        </p:nvSpPr>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8287B217-2E30-4712-99AE-652EEDB044CE}"/>
              </a:ext>
            </a:extLst>
          </p:cNvPr>
          <p:cNvSpPr>
            <a:spLocks noGrp="1"/>
          </p:cNvSpPr>
          <p:nvPr>
            <p:ph type="sldNum" sz="quarter" idx="11"/>
          </p:nvPr>
        </p:nvSpPr>
        <p:spPr/>
        <p:txBody>
          <a:bodyPr/>
          <a:lstStyle/>
          <a:p>
            <a:pPr defTabSz="1306105"/>
            <a:fld id="{104FC826-72BB-4AF1-BA01-A94F7396A7DC}" type="slidenum">
              <a:rPr lang="en-US" smtClean="0"/>
              <a:pPr defTabSz="1306105"/>
              <a:t>‹#›</a:t>
            </a:fld>
            <a:endParaRPr lang="en-US" dirty="0"/>
          </a:p>
        </p:txBody>
      </p:sp>
      <p:sp>
        <p:nvSpPr>
          <p:cNvPr id="2" name="Footer Placeholder">
            <a:extLst>
              <a:ext uri="{FF2B5EF4-FFF2-40B4-BE49-F238E27FC236}">
                <a16:creationId xmlns:a16="http://schemas.microsoft.com/office/drawing/2014/main" id="{64EA22A1-FE1F-4F4A-9C07-F0E86D67EF45}"/>
              </a:ext>
            </a:extLst>
          </p:cNvPr>
          <p:cNvSpPr>
            <a:spLocks noGrp="1"/>
          </p:cNvSpPr>
          <p:nvPr>
            <p:ph type="ftr" sz="quarter" idx="10"/>
          </p:nvPr>
        </p:nvSpPr>
        <p:spPr/>
        <p:txBody>
          <a:bodyPr/>
          <a:lstStyle/>
          <a:p>
            <a:r>
              <a:rPr lang="en-US" dirty="0"/>
              <a:t>Confidential | Authorized</a:t>
            </a:r>
          </a:p>
        </p:txBody>
      </p:sp>
    </p:spTree>
    <p:extLst>
      <p:ext uri="{BB962C8B-B14F-4D97-AF65-F5344CB8AC3E}">
        <p14:creationId xmlns:p14="http://schemas.microsoft.com/office/powerpoint/2010/main" val="2368461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13" name="Subtitle">
            <a:extLst>
              <a:ext uri="{FF2B5EF4-FFF2-40B4-BE49-F238E27FC236}">
                <a16:creationId xmlns:a16="http://schemas.microsoft.com/office/drawing/2014/main" id="{71AE6212-DACF-49FB-929D-2FA8B00CFD70}"/>
              </a:ext>
            </a:extLst>
          </p:cNvPr>
          <p:cNvSpPr>
            <a:spLocks noGrp="1"/>
          </p:cNvSpPr>
          <p:nvPr>
            <p:ph type="body" sz="quarter" idx="13" hasCustomPrompt="1"/>
          </p:nvPr>
        </p:nvSpPr>
        <p:spPr>
          <a:xfrm>
            <a:off x="338095" y="845198"/>
            <a:ext cx="13835105" cy="457200"/>
          </a:xfrm>
        </p:spPr>
        <p:txBody>
          <a:bodyPr vert="horz" lIns="91440" tIns="91440" rIns="91440" bIns="91440" rtlCol="0" anchor="ctr">
            <a:noAutofit/>
          </a:bodyPr>
          <a:lstStyle>
            <a:lvl1pPr marL="0" indent="0">
              <a:buNone/>
              <a:defRPr sz="2880" baseline="0" dirty="0">
                <a:latin typeface="+mn-lt"/>
              </a:defRPr>
            </a:lvl1pPr>
          </a:lstStyle>
          <a:p>
            <a:pPr marL="219456" lvl="0" indent="-219456">
              <a:spcBef>
                <a:spcPts val="0"/>
              </a:spcBef>
            </a:pPr>
            <a:r>
              <a:rPr lang="en-US" dirty="0"/>
              <a:t>Click to add one-line subtitle</a:t>
            </a:r>
          </a:p>
        </p:txBody>
      </p:sp>
      <p:sp>
        <p:nvSpPr>
          <p:cNvPr id="10" name="Bar"/>
          <p:cNvSpPr/>
          <p:nvPr userDrawn="1"/>
        </p:nvSpPr>
        <p:spPr>
          <a:xfrm>
            <a:off x="462121" y="1427394"/>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2" name="Title">
            <a:extLst>
              <a:ext uri="{FF2B5EF4-FFF2-40B4-BE49-F238E27FC236}">
                <a16:creationId xmlns:a16="http://schemas.microsoft.com/office/drawing/2014/main" id="{90391D03-EF6B-45A2-9268-5A807C7AE716}"/>
              </a:ext>
            </a:extLst>
          </p:cNvPr>
          <p:cNvSpPr>
            <a:spLocks noGrp="1"/>
          </p:cNvSpPr>
          <p:nvPr>
            <p:ph type="title"/>
          </p:nvPr>
        </p:nvSpPr>
        <p:spPr/>
        <p:txBody>
          <a:bodyPr/>
          <a:lstStyle/>
          <a:p>
            <a:r>
              <a:rPr lang="en-US" dirty="0"/>
              <a:t>Click to edit Master title style</a:t>
            </a:r>
          </a:p>
        </p:txBody>
      </p:sp>
      <p:sp>
        <p:nvSpPr>
          <p:cNvPr id="3" name="Footer Placeholder">
            <a:extLst>
              <a:ext uri="{FF2B5EF4-FFF2-40B4-BE49-F238E27FC236}">
                <a16:creationId xmlns:a16="http://schemas.microsoft.com/office/drawing/2014/main" id="{D8B57979-9B2D-4984-B19E-0EFD2E111CE9}"/>
              </a:ext>
            </a:extLst>
          </p:cNvPr>
          <p:cNvSpPr>
            <a:spLocks noGrp="1"/>
          </p:cNvSpPr>
          <p:nvPr>
            <p:ph type="ftr" sz="quarter" idx="14"/>
          </p:nvPr>
        </p:nvSpPr>
        <p:spPr/>
        <p:txBody>
          <a:bodyPr/>
          <a:lstStyle/>
          <a:p>
            <a:r>
              <a:rPr lang="en-US" dirty="0"/>
              <a:t>Confidential | Authorized</a:t>
            </a:r>
          </a:p>
        </p:txBody>
      </p:sp>
      <p:sp>
        <p:nvSpPr>
          <p:cNvPr id="4" name="Slide Number Placeholder">
            <a:extLst>
              <a:ext uri="{FF2B5EF4-FFF2-40B4-BE49-F238E27FC236}">
                <a16:creationId xmlns:a16="http://schemas.microsoft.com/office/drawing/2014/main" id="{FA02681C-9BC6-4D8A-BB6B-D65D1A039593}"/>
              </a:ext>
            </a:extLst>
          </p:cNvPr>
          <p:cNvSpPr>
            <a:spLocks noGrp="1"/>
          </p:cNvSpPr>
          <p:nvPr>
            <p:ph type="sldNum" sz="quarter" idx="15"/>
          </p:nvPr>
        </p:nvSpPr>
        <p:spPr/>
        <p:txBody>
          <a:bodyPr/>
          <a:lstStyle/>
          <a:p>
            <a:pPr defTabSz="1306105"/>
            <a:fld id="{104FC826-72BB-4AF1-BA01-A94F7396A7DC}" type="slidenum">
              <a:rPr lang="en-US" smtClean="0"/>
              <a:pPr defTabSz="1306105"/>
              <a:t>‹#›</a:t>
            </a:fld>
            <a:endParaRPr lang="en-US" dirty="0"/>
          </a:p>
        </p:txBody>
      </p:sp>
    </p:spTree>
    <p:extLst>
      <p:ext uri="{BB962C8B-B14F-4D97-AF65-F5344CB8AC3E}">
        <p14:creationId xmlns:p14="http://schemas.microsoft.com/office/powerpoint/2010/main" val="3192045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Only, 2 Line">
    <p:spTree>
      <p:nvGrpSpPr>
        <p:cNvPr id="1" name=""/>
        <p:cNvGrpSpPr/>
        <p:nvPr/>
      </p:nvGrpSpPr>
      <p:grpSpPr>
        <a:xfrm>
          <a:off x="0" y="0"/>
          <a:ext cx="0" cy="0"/>
          <a:chOff x="0" y="0"/>
          <a:chExt cx="0" cy="0"/>
        </a:xfrm>
      </p:grpSpPr>
      <p:sp>
        <p:nvSpPr>
          <p:cNvPr id="15" name="Bar">
            <a:extLst>
              <a:ext uri="{FF2B5EF4-FFF2-40B4-BE49-F238E27FC236}">
                <a16:creationId xmlns:a16="http://schemas.microsoft.com/office/drawing/2014/main" id="{8EF5646D-2EB2-41E1-98F7-8AFF5323E04E}"/>
              </a:ext>
            </a:extLst>
          </p:cNvPr>
          <p:cNvSpPr/>
          <p:nvPr userDrawn="1"/>
        </p:nvSpPr>
        <p:spPr>
          <a:xfrm>
            <a:off x="462121" y="1496986"/>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17" name="Title">
            <a:extLst>
              <a:ext uri="{FF2B5EF4-FFF2-40B4-BE49-F238E27FC236}">
                <a16:creationId xmlns:a16="http://schemas.microsoft.com/office/drawing/2014/main" id="{7764AC2A-714D-48E6-8850-2398C74A5907}"/>
              </a:ext>
            </a:extLst>
          </p:cNvPr>
          <p:cNvSpPr>
            <a:spLocks noGrp="1"/>
          </p:cNvSpPr>
          <p:nvPr>
            <p:ph type="title" hasCustomPrompt="1"/>
          </p:nvPr>
        </p:nvSpPr>
        <p:spPr>
          <a:xfrm>
            <a:off x="346948" y="478042"/>
            <a:ext cx="13793868" cy="1042416"/>
          </a:xfrm>
        </p:spPr>
        <p:txBody>
          <a:bodyPr anchor="b"/>
          <a:lstStyle>
            <a:lvl1pPr>
              <a:defRPr/>
            </a:lvl1pPr>
          </a:lstStyle>
          <a:p>
            <a:r>
              <a:rPr lang="en-US" dirty="0"/>
              <a:t>Click to Add</a:t>
            </a:r>
            <a:br>
              <a:rPr lang="en-US" dirty="0"/>
            </a:br>
            <a:r>
              <a:rPr lang="en-US" dirty="0"/>
              <a:t>Two-Line Title</a:t>
            </a:r>
          </a:p>
        </p:txBody>
      </p:sp>
      <p:sp>
        <p:nvSpPr>
          <p:cNvPr id="3" name="Slide Number Placeholder">
            <a:extLst>
              <a:ext uri="{FF2B5EF4-FFF2-40B4-BE49-F238E27FC236}">
                <a16:creationId xmlns:a16="http://schemas.microsoft.com/office/drawing/2014/main" id="{EBA2B6B1-8B85-4F7A-B1B8-3C2A2CA72C15}"/>
              </a:ext>
            </a:extLst>
          </p:cNvPr>
          <p:cNvSpPr>
            <a:spLocks noGrp="1"/>
          </p:cNvSpPr>
          <p:nvPr>
            <p:ph type="sldNum" sz="quarter" idx="11"/>
          </p:nvPr>
        </p:nvSpPr>
        <p:spPr/>
        <p:txBody>
          <a:bodyPr/>
          <a:lstStyle/>
          <a:p>
            <a:pPr defTabSz="1306105"/>
            <a:fld id="{104FC826-72BB-4AF1-BA01-A94F7396A7DC}" type="slidenum">
              <a:rPr lang="en-US" smtClean="0"/>
              <a:pPr defTabSz="1306105"/>
              <a:t>‹#›</a:t>
            </a:fld>
            <a:endParaRPr lang="en-US" dirty="0"/>
          </a:p>
        </p:txBody>
      </p:sp>
      <p:sp>
        <p:nvSpPr>
          <p:cNvPr id="2" name="Footer Placeholder">
            <a:extLst>
              <a:ext uri="{FF2B5EF4-FFF2-40B4-BE49-F238E27FC236}">
                <a16:creationId xmlns:a16="http://schemas.microsoft.com/office/drawing/2014/main" id="{F6172FFC-9966-4FB3-B3D2-FBE84B01901E}"/>
              </a:ext>
            </a:extLst>
          </p:cNvPr>
          <p:cNvSpPr>
            <a:spLocks noGrp="1"/>
          </p:cNvSpPr>
          <p:nvPr>
            <p:ph type="ftr" sz="quarter" idx="10"/>
          </p:nvPr>
        </p:nvSpPr>
        <p:spPr/>
        <p:txBody>
          <a:bodyPr/>
          <a:lstStyle/>
          <a:p>
            <a:r>
              <a:rPr lang="en-US" dirty="0"/>
              <a:t>Confidential | Authorized</a:t>
            </a:r>
          </a:p>
        </p:txBody>
      </p:sp>
    </p:spTree>
    <p:extLst>
      <p:ext uri="{BB962C8B-B14F-4D97-AF65-F5344CB8AC3E}">
        <p14:creationId xmlns:p14="http://schemas.microsoft.com/office/powerpoint/2010/main" val="2221864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and Subtitle, 2 Line">
    <p:spTree>
      <p:nvGrpSpPr>
        <p:cNvPr id="1" name=""/>
        <p:cNvGrpSpPr/>
        <p:nvPr/>
      </p:nvGrpSpPr>
      <p:grpSpPr>
        <a:xfrm>
          <a:off x="0" y="0"/>
          <a:ext cx="0" cy="0"/>
          <a:chOff x="0" y="0"/>
          <a:chExt cx="0" cy="0"/>
        </a:xfrm>
      </p:grpSpPr>
      <p:sp>
        <p:nvSpPr>
          <p:cNvPr id="9" name="Subtitle">
            <a:extLst>
              <a:ext uri="{FF2B5EF4-FFF2-40B4-BE49-F238E27FC236}">
                <a16:creationId xmlns:a16="http://schemas.microsoft.com/office/drawing/2014/main" id="{6957406C-CA6F-47F8-9FC9-A15BE313C415}"/>
              </a:ext>
            </a:extLst>
          </p:cNvPr>
          <p:cNvSpPr>
            <a:spLocks noGrp="1"/>
          </p:cNvSpPr>
          <p:nvPr>
            <p:ph type="body" sz="quarter" idx="13" hasCustomPrompt="1"/>
          </p:nvPr>
        </p:nvSpPr>
        <p:spPr>
          <a:xfrm>
            <a:off x="338095" y="1413799"/>
            <a:ext cx="13835105" cy="457200"/>
          </a:xfrm>
        </p:spPr>
        <p:txBody>
          <a:bodyPr vert="horz" lIns="91440" tIns="91440" rIns="91440" bIns="91440" rtlCol="0" anchor="ctr">
            <a:noAutofit/>
          </a:bodyPr>
          <a:lstStyle>
            <a:lvl1pPr marL="0" indent="0">
              <a:buNone/>
              <a:defRPr sz="2880" baseline="0" dirty="0">
                <a:latin typeface="+mn-lt"/>
              </a:defRPr>
            </a:lvl1pPr>
          </a:lstStyle>
          <a:p>
            <a:pPr marL="219456" lvl="0" indent="-219456">
              <a:spcBef>
                <a:spcPts val="0"/>
              </a:spcBef>
            </a:pPr>
            <a:r>
              <a:rPr lang="en-US" dirty="0"/>
              <a:t>Click to add one-line subtitle</a:t>
            </a:r>
          </a:p>
        </p:txBody>
      </p:sp>
      <p:sp>
        <p:nvSpPr>
          <p:cNvPr id="10" name="Bar">
            <a:extLst>
              <a:ext uri="{FF2B5EF4-FFF2-40B4-BE49-F238E27FC236}">
                <a16:creationId xmlns:a16="http://schemas.microsoft.com/office/drawing/2014/main" id="{371489F8-FD72-440E-84EC-51D4A768BB5E}"/>
              </a:ext>
            </a:extLst>
          </p:cNvPr>
          <p:cNvSpPr/>
          <p:nvPr userDrawn="1"/>
        </p:nvSpPr>
        <p:spPr>
          <a:xfrm>
            <a:off x="462121" y="1995995"/>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22" name="Title">
            <a:extLst>
              <a:ext uri="{FF2B5EF4-FFF2-40B4-BE49-F238E27FC236}">
                <a16:creationId xmlns:a16="http://schemas.microsoft.com/office/drawing/2014/main" id="{5535819F-7681-4776-AE9B-BEAB22E80CFE}"/>
              </a:ext>
            </a:extLst>
          </p:cNvPr>
          <p:cNvSpPr>
            <a:spLocks noGrp="1"/>
          </p:cNvSpPr>
          <p:nvPr>
            <p:ph type="title" hasCustomPrompt="1"/>
          </p:nvPr>
        </p:nvSpPr>
        <p:spPr>
          <a:xfrm>
            <a:off x="346948" y="478042"/>
            <a:ext cx="13793868" cy="1042416"/>
          </a:xfrm>
        </p:spPr>
        <p:txBody>
          <a:bodyPr anchor="b"/>
          <a:lstStyle>
            <a:lvl1pPr>
              <a:defRPr/>
            </a:lvl1pPr>
          </a:lstStyle>
          <a:p>
            <a:r>
              <a:rPr lang="en-US" dirty="0"/>
              <a:t>Click to Add</a:t>
            </a:r>
            <a:br>
              <a:rPr lang="en-US" dirty="0"/>
            </a:br>
            <a:r>
              <a:rPr lang="en-US" dirty="0"/>
              <a:t>Two-Line Title</a:t>
            </a:r>
          </a:p>
        </p:txBody>
      </p:sp>
      <p:sp>
        <p:nvSpPr>
          <p:cNvPr id="3" name="Slide Number Placeholder">
            <a:extLst>
              <a:ext uri="{FF2B5EF4-FFF2-40B4-BE49-F238E27FC236}">
                <a16:creationId xmlns:a16="http://schemas.microsoft.com/office/drawing/2014/main" id="{C903090B-018E-41F6-821A-0DB185B16788}"/>
              </a:ext>
            </a:extLst>
          </p:cNvPr>
          <p:cNvSpPr>
            <a:spLocks noGrp="1"/>
          </p:cNvSpPr>
          <p:nvPr>
            <p:ph type="sldNum" sz="quarter" idx="15"/>
          </p:nvPr>
        </p:nvSpPr>
        <p:spPr/>
        <p:txBody>
          <a:bodyPr/>
          <a:lstStyle/>
          <a:p>
            <a:pPr defTabSz="1306105"/>
            <a:fld id="{104FC826-72BB-4AF1-BA01-A94F7396A7DC}" type="slidenum">
              <a:rPr lang="en-US" smtClean="0"/>
              <a:pPr defTabSz="1306105"/>
              <a:t>‹#›</a:t>
            </a:fld>
            <a:endParaRPr lang="en-US" dirty="0"/>
          </a:p>
        </p:txBody>
      </p:sp>
      <p:sp>
        <p:nvSpPr>
          <p:cNvPr id="2" name="Footer Placeholder">
            <a:extLst>
              <a:ext uri="{FF2B5EF4-FFF2-40B4-BE49-F238E27FC236}">
                <a16:creationId xmlns:a16="http://schemas.microsoft.com/office/drawing/2014/main" id="{4EE71AD2-3B17-4BBC-A780-3AEAE01E7470}"/>
              </a:ext>
            </a:extLst>
          </p:cNvPr>
          <p:cNvSpPr>
            <a:spLocks noGrp="1"/>
          </p:cNvSpPr>
          <p:nvPr>
            <p:ph type="ftr" sz="quarter" idx="14"/>
          </p:nvPr>
        </p:nvSpPr>
        <p:spPr/>
        <p:txBody>
          <a:bodyPr/>
          <a:lstStyle/>
          <a:p>
            <a:r>
              <a:rPr lang="en-US" dirty="0"/>
              <a:t>Confidential | Authorized</a:t>
            </a:r>
          </a:p>
        </p:txBody>
      </p:sp>
    </p:spTree>
    <p:extLst>
      <p:ext uri="{BB962C8B-B14F-4D97-AF65-F5344CB8AC3E}">
        <p14:creationId xmlns:p14="http://schemas.microsoft.com/office/powerpoint/2010/main" val="224406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Only, Left">
    <p:spTree>
      <p:nvGrpSpPr>
        <p:cNvPr id="1" name=""/>
        <p:cNvGrpSpPr/>
        <p:nvPr/>
      </p:nvGrpSpPr>
      <p:grpSpPr>
        <a:xfrm>
          <a:off x="0" y="0"/>
          <a:ext cx="0" cy="0"/>
          <a:chOff x="0" y="0"/>
          <a:chExt cx="0" cy="0"/>
        </a:xfrm>
      </p:grpSpPr>
      <p:sp>
        <p:nvSpPr>
          <p:cNvPr id="8" name="Bar"/>
          <p:cNvSpPr/>
          <p:nvPr userDrawn="1"/>
        </p:nvSpPr>
        <p:spPr>
          <a:xfrm>
            <a:off x="462121" y="4339418"/>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2" name="Title"/>
          <p:cNvSpPr>
            <a:spLocks noGrp="1"/>
          </p:cNvSpPr>
          <p:nvPr>
            <p:ph type="title" hasCustomPrompt="1"/>
          </p:nvPr>
        </p:nvSpPr>
        <p:spPr>
          <a:xfrm>
            <a:off x="346948" y="3212273"/>
            <a:ext cx="4422371" cy="1042416"/>
          </a:xfrm>
        </p:spPr>
        <p:txBody>
          <a:bodyPr anchor="b"/>
          <a:lstStyle>
            <a:lvl1pPr>
              <a:defRPr/>
            </a:lvl1pPr>
          </a:lstStyle>
          <a:p>
            <a:r>
              <a:rPr lang="en-US" dirty="0"/>
              <a:t>Click to Add</a:t>
            </a:r>
            <a:br>
              <a:rPr lang="en-US" dirty="0"/>
            </a:br>
            <a:r>
              <a:rPr lang="en-US" dirty="0"/>
              <a:t>multi-Line Title</a:t>
            </a:r>
          </a:p>
        </p:txBody>
      </p:sp>
      <p:sp>
        <p:nvSpPr>
          <p:cNvPr id="4" name="Slide Number Placeholder">
            <a:extLst>
              <a:ext uri="{FF2B5EF4-FFF2-40B4-BE49-F238E27FC236}">
                <a16:creationId xmlns:a16="http://schemas.microsoft.com/office/drawing/2014/main" id="{2818CA98-330E-4FE7-B6FF-632E3112335A}"/>
              </a:ext>
            </a:extLst>
          </p:cNvPr>
          <p:cNvSpPr>
            <a:spLocks noGrp="1"/>
          </p:cNvSpPr>
          <p:nvPr>
            <p:ph type="sldNum" sz="quarter" idx="11"/>
          </p:nvPr>
        </p:nvSpPr>
        <p:spPr/>
        <p:txBody>
          <a:bodyPr/>
          <a:lstStyle/>
          <a:p>
            <a:pPr defTabSz="1306105"/>
            <a:fld id="{104FC826-72BB-4AF1-BA01-A94F7396A7DC}" type="slidenum">
              <a:rPr lang="en-US" smtClean="0"/>
              <a:pPr defTabSz="1306105"/>
              <a:t>‹#›</a:t>
            </a:fld>
            <a:endParaRPr lang="en-US" dirty="0"/>
          </a:p>
        </p:txBody>
      </p:sp>
      <p:sp>
        <p:nvSpPr>
          <p:cNvPr id="3" name="Footer Placeholder">
            <a:extLst>
              <a:ext uri="{FF2B5EF4-FFF2-40B4-BE49-F238E27FC236}">
                <a16:creationId xmlns:a16="http://schemas.microsoft.com/office/drawing/2014/main" id="{1F90604F-7FA1-41D8-9914-866F3305034E}"/>
              </a:ext>
            </a:extLst>
          </p:cNvPr>
          <p:cNvSpPr>
            <a:spLocks noGrp="1"/>
          </p:cNvSpPr>
          <p:nvPr>
            <p:ph type="ftr" sz="quarter" idx="10"/>
          </p:nvPr>
        </p:nvSpPr>
        <p:spPr/>
        <p:txBody>
          <a:bodyPr/>
          <a:lstStyle/>
          <a:p>
            <a:r>
              <a:rPr lang="en-US" dirty="0"/>
              <a:t>Confidential | Authorized</a:t>
            </a:r>
          </a:p>
        </p:txBody>
      </p:sp>
    </p:spTree>
    <p:extLst>
      <p:ext uri="{BB962C8B-B14F-4D97-AF65-F5344CB8AC3E}">
        <p14:creationId xmlns:p14="http://schemas.microsoft.com/office/powerpoint/2010/main" val="1662111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and Content, Left">
    <p:spTree>
      <p:nvGrpSpPr>
        <p:cNvPr id="1" name=""/>
        <p:cNvGrpSpPr/>
        <p:nvPr/>
      </p:nvGrpSpPr>
      <p:grpSpPr>
        <a:xfrm>
          <a:off x="0" y="0"/>
          <a:ext cx="0" cy="0"/>
          <a:chOff x="0" y="0"/>
          <a:chExt cx="0" cy="0"/>
        </a:xfrm>
      </p:grpSpPr>
      <p:sp>
        <p:nvSpPr>
          <p:cNvPr id="11" name="Content Placeholder"/>
          <p:cNvSpPr>
            <a:spLocks noGrp="1"/>
          </p:cNvSpPr>
          <p:nvPr>
            <p:ph sz="quarter" idx="13"/>
          </p:nvPr>
        </p:nvSpPr>
        <p:spPr>
          <a:xfrm>
            <a:off x="4892040" y="398146"/>
            <a:ext cx="9281160" cy="6917054"/>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Bar"/>
          <p:cNvSpPr/>
          <p:nvPr userDrawn="1"/>
        </p:nvSpPr>
        <p:spPr>
          <a:xfrm>
            <a:off x="462121" y="4339418"/>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2" name="Title"/>
          <p:cNvSpPr>
            <a:spLocks noGrp="1"/>
          </p:cNvSpPr>
          <p:nvPr>
            <p:ph type="title" hasCustomPrompt="1"/>
          </p:nvPr>
        </p:nvSpPr>
        <p:spPr>
          <a:xfrm>
            <a:off x="346947" y="3212273"/>
            <a:ext cx="4243648" cy="1042416"/>
          </a:xfrm>
        </p:spPr>
        <p:txBody>
          <a:bodyPr anchor="b"/>
          <a:lstStyle>
            <a:lvl1pPr>
              <a:defRPr/>
            </a:lvl1pPr>
          </a:lstStyle>
          <a:p>
            <a:r>
              <a:rPr lang="en-US" dirty="0"/>
              <a:t>Click to Add</a:t>
            </a:r>
            <a:br>
              <a:rPr lang="en-US" dirty="0"/>
            </a:br>
            <a:r>
              <a:rPr lang="en-US" dirty="0"/>
              <a:t>multi-Line Title</a:t>
            </a:r>
          </a:p>
        </p:txBody>
      </p:sp>
      <p:sp>
        <p:nvSpPr>
          <p:cNvPr id="4" name="Slide Number Placeholder">
            <a:extLst>
              <a:ext uri="{FF2B5EF4-FFF2-40B4-BE49-F238E27FC236}">
                <a16:creationId xmlns:a16="http://schemas.microsoft.com/office/drawing/2014/main" id="{92DC03DA-1907-4E05-9BC8-105621713139}"/>
              </a:ext>
            </a:extLst>
          </p:cNvPr>
          <p:cNvSpPr>
            <a:spLocks noGrp="1"/>
          </p:cNvSpPr>
          <p:nvPr>
            <p:ph type="sldNum" sz="quarter" idx="15"/>
          </p:nvPr>
        </p:nvSpPr>
        <p:spPr/>
        <p:txBody>
          <a:bodyPr/>
          <a:lstStyle/>
          <a:p>
            <a:pPr defTabSz="1306105"/>
            <a:fld id="{104FC826-72BB-4AF1-BA01-A94F7396A7DC}" type="slidenum">
              <a:rPr lang="en-US" smtClean="0"/>
              <a:pPr defTabSz="1306105"/>
              <a:t>‹#›</a:t>
            </a:fld>
            <a:endParaRPr lang="en-US" dirty="0"/>
          </a:p>
        </p:txBody>
      </p:sp>
      <p:sp>
        <p:nvSpPr>
          <p:cNvPr id="3" name="Footer Placeholder">
            <a:extLst>
              <a:ext uri="{FF2B5EF4-FFF2-40B4-BE49-F238E27FC236}">
                <a16:creationId xmlns:a16="http://schemas.microsoft.com/office/drawing/2014/main" id="{DB2C94F6-2456-49E7-A85E-744A4B16A883}"/>
              </a:ext>
            </a:extLst>
          </p:cNvPr>
          <p:cNvSpPr>
            <a:spLocks noGrp="1"/>
          </p:cNvSpPr>
          <p:nvPr>
            <p:ph type="ftr" sz="quarter" idx="14"/>
          </p:nvPr>
        </p:nvSpPr>
        <p:spPr/>
        <p:txBody>
          <a:bodyPr/>
          <a:lstStyle/>
          <a:p>
            <a:r>
              <a:rPr lang="en-US" dirty="0"/>
              <a:t>Confidential | Authorized</a:t>
            </a:r>
          </a:p>
        </p:txBody>
      </p:sp>
    </p:spTree>
    <p:extLst>
      <p:ext uri="{BB962C8B-B14F-4D97-AF65-F5344CB8AC3E}">
        <p14:creationId xmlns:p14="http://schemas.microsoft.com/office/powerpoint/2010/main" val="1312343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ubtitle and Content, Left">
    <p:spTree>
      <p:nvGrpSpPr>
        <p:cNvPr id="1" name=""/>
        <p:cNvGrpSpPr/>
        <p:nvPr/>
      </p:nvGrpSpPr>
      <p:grpSpPr>
        <a:xfrm>
          <a:off x="0" y="0"/>
          <a:ext cx="0" cy="0"/>
          <a:chOff x="0" y="0"/>
          <a:chExt cx="0" cy="0"/>
        </a:xfrm>
      </p:grpSpPr>
      <p:sp>
        <p:nvSpPr>
          <p:cNvPr id="11" name="Content Placeholder"/>
          <p:cNvSpPr>
            <a:spLocks noGrp="1"/>
          </p:cNvSpPr>
          <p:nvPr>
            <p:ph sz="quarter" idx="13"/>
          </p:nvPr>
        </p:nvSpPr>
        <p:spPr>
          <a:xfrm>
            <a:off x="4892040" y="398146"/>
            <a:ext cx="9281160" cy="6917054"/>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Bar"/>
          <p:cNvSpPr/>
          <p:nvPr userDrawn="1"/>
        </p:nvSpPr>
        <p:spPr>
          <a:xfrm>
            <a:off x="462121" y="4339418"/>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10" name="Text Placeholder"/>
          <p:cNvSpPr>
            <a:spLocks noGrp="1"/>
          </p:cNvSpPr>
          <p:nvPr>
            <p:ph type="body" sz="quarter" idx="14" hasCustomPrompt="1"/>
          </p:nvPr>
        </p:nvSpPr>
        <p:spPr>
          <a:xfrm>
            <a:off x="346947" y="3230226"/>
            <a:ext cx="4279447" cy="954634"/>
          </a:xfrm>
        </p:spPr>
        <p:txBody>
          <a:bodyPr vert="horz" lIns="91440" tIns="91440" rIns="91440" bIns="91440" rtlCol="0" anchor="ctr">
            <a:noAutofit/>
          </a:bodyPr>
          <a:lstStyle>
            <a:lvl1pPr>
              <a:defRPr sz="2880" baseline="0" dirty="0">
                <a:latin typeface="+mn-lt"/>
              </a:defRPr>
            </a:lvl1pPr>
          </a:lstStyle>
          <a:p>
            <a:pPr marL="0" lvl="0" indent="0">
              <a:spcBef>
                <a:spcPts val="0"/>
              </a:spcBef>
              <a:buNone/>
            </a:pPr>
            <a:r>
              <a:rPr lang="en-US" dirty="0"/>
              <a:t>Click to add</a:t>
            </a:r>
            <a:br>
              <a:rPr lang="en-US" dirty="0"/>
            </a:br>
            <a:r>
              <a:rPr lang="en-US" dirty="0"/>
              <a:t>two-line subtitle</a:t>
            </a:r>
          </a:p>
        </p:txBody>
      </p:sp>
      <p:sp>
        <p:nvSpPr>
          <p:cNvPr id="14" name="Title"/>
          <p:cNvSpPr>
            <a:spLocks noGrp="1"/>
          </p:cNvSpPr>
          <p:nvPr>
            <p:ph type="title" hasCustomPrompt="1"/>
          </p:nvPr>
        </p:nvSpPr>
        <p:spPr>
          <a:xfrm>
            <a:off x="346947" y="2377055"/>
            <a:ext cx="4279447" cy="1042416"/>
          </a:xfrm>
        </p:spPr>
        <p:txBody>
          <a:bodyPr anchor="b"/>
          <a:lstStyle>
            <a:lvl1pPr>
              <a:defRPr/>
            </a:lvl1pPr>
          </a:lstStyle>
          <a:p>
            <a:r>
              <a:rPr lang="en-US" dirty="0"/>
              <a:t>Click to Add</a:t>
            </a:r>
            <a:br>
              <a:rPr lang="en-US" dirty="0"/>
            </a:br>
            <a:r>
              <a:rPr lang="en-US" dirty="0"/>
              <a:t>multi-Line Title</a:t>
            </a:r>
          </a:p>
        </p:txBody>
      </p:sp>
      <p:sp>
        <p:nvSpPr>
          <p:cNvPr id="3" name="Slide Number Placeholder">
            <a:extLst>
              <a:ext uri="{FF2B5EF4-FFF2-40B4-BE49-F238E27FC236}">
                <a16:creationId xmlns:a16="http://schemas.microsoft.com/office/drawing/2014/main" id="{C2D12F7D-5A80-4CB3-A519-0EC3099CAB83}"/>
              </a:ext>
            </a:extLst>
          </p:cNvPr>
          <p:cNvSpPr>
            <a:spLocks noGrp="1"/>
          </p:cNvSpPr>
          <p:nvPr>
            <p:ph type="sldNum" sz="quarter" idx="16"/>
          </p:nvPr>
        </p:nvSpPr>
        <p:spPr/>
        <p:txBody>
          <a:bodyPr/>
          <a:lstStyle/>
          <a:p>
            <a:pPr defTabSz="1306105"/>
            <a:fld id="{104FC826-72BB-4AF1-BA01-A94F7396A7DC}" type="slidenum">
              <a:rPr lang="en-US" smtClean="0"/>
              <a:pPr defTabSz="1306105"/>
              <a:t>‹#›</a:t>
            </a:fld>
            <a:endParaRPr lang="en-US" dirty="0"/>
          </a:p>
        </p:txBody>
      </p:sp>
      <p:sp>
        <p:nvSpPr>
          <p:cNvPr id="2" name="Footer Placeholder">
            <a:extLst>
              <a:ext uri="{FF2B5EF4-FFF2-40B4-BE49-F238E27FC236}">
                <a16:creationId xmlns:a16="http://schemas.microsoft.com/office/drawing/2014/main" id="{0977D698-96B1-4B1C-AC10-E28AA670736D}"/>
              </a:ext>
            </a:extLst>
          </p:cNvPr>
          <p:cNvSpPr>
            <a:spLocks noGrp="1"/>
          </p:cNvSpPr>
          <p:nvPr>
            <p:ph type="ftr" sz="quarter" idx="15"/>
          </p:nvPr>
        </p:nvSpPr>
        <p:spPr/>
        <p:txBody>
          <a:bodyPr/>
          <a:lstStyle/>
          <a:p>
            <a:r>
              <a:rPr lang="en-US" dirty="0"/>
              <a:t>Confidential | Authorized</a:t>
            </a:r>
          </a:p>
        </p:txBody>
      </p:sp>
    </p:spTree>
    <p:extLst>
      <p:ext uri="{BB962C8B-B14F-4D97-AF65-F5344CB8AC3E}">
        <p14:creationId xmlns:p14="http://schemas.microsoft.com/office/powerpoint/2010/main" val="2439134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Content and Caption, Left">
    <p:spTree>
      <p:nvGrpSpPr>
        <p:cNvPr id="1" name=""/>
        <p:cNvGrpSpPr/>
        <p:nvPr/>
      </p:nvGrpSpPr>
      <p:grpSpPr>
        <a:xfrm>
          <a:off x="0" y="0"/>
          <a:ext cx="0" cy="0"/>
          <a:chOff x="0" y="0"/>
          <a:chExt cx="0" cy="0"/>
        </a:xfrm>
      </p:grpSpPr>
      <p:sp>
        <p:nvSpPr>
          <p:cNvPr id="11" name="Content Placeholder"/>
          <p:cNvSpPr>
            <a:spLocks noGrp="1"/>
          </p:cNvSpPr>
          <p:nvPr>
            <p:ph sz="quarter" idx="13"/>
          </p:nvPr>
        </p:nvSpPr>
        <p:spPr>
          <a:xfrm>
            <a:off x="4892040" y="398146"/>
            <a:ext cx="9281160" cy="6917054"/>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p:cNvSpPr>
            <a:spLocks noGrp="1"/>
          </p:cNvSpPr>
          <p:nvPr>
            <p:ph type="body" sz="quarter" idx="14"/>
          </p:nvPr>
        </p:nvSpPr>
        <p:spPr>
          <a:xfrm>
            <a:off x="334479" y="3041952"/>
            <a:ext cx="4255770" cy="4135754"/>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Bar"/>
          <p:cNvSpPr/>
          <p:nvPr userDrawn="1"/>
        </p:nvSpPr>
        <p:spPr>
          <a:xfrm>
            <a:off x="462121" y="2827930"/>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2" name="Title"/>
          <p:cNvSpPr>
            <a:spLocks noGrp="1"/>
          </p:cNvSpPr>
          <p:nvPr>
            <p:ph type="title" hasCustomPrompt="1"/>
          </p:nvPr>
        </p:nvSpPr>
        <p:spPr>
          <a:xfrm>
            <a:off x="346948" y="1700784"/>
            <a:ext cx="4243648" cy="1042416"/>
          </a:xfrm>
        </p:spPr>
        <p:txBody>
          <a:bodyPr anchor="b"/>
          <a:lstStyle>
            <a:lvl1pPr>
              <a:defRPr/>
            </a:lvl1pPr>
          </a:lstStyle>
          <a:p>
            <a:r>
              <a:rPr lang="en-US" dirty="0"/>
              <a:t>Click to Add</a:t>
            </a:r>
            <a:br>
              <a:rPr lang="en-US" dirty="0"/>
            </a:br>
            <a:r>
              <a:rPr lang="en-US" dirty="0"/>
              <a:t>multi-Line Title</a:t>
            </a:r>
          </a:p>
        </p:txBody>
      </p:sp>
      <p:sp>
        <p:nvSpPr>
          <p:cNvPr id="4" name="Slide Number Placeholder">
            <a:extLst>
              <a:ext uri="{FF2B5EF4-FFF2-40B4-BE49-F238E27FC236}">
                <a16:creationId xmlns:a16="http://schemas.microsoft.com/office/drawing/2014/main" id="{F37736B1-D7A7-4407-BE85-C3B77D9DE3FC}"/>
              </a:ext>
            </a:extLst>
          </p:cNvPr>
          <p:cNvSpPr>
            <a:spLocks noGrp="1"/>
          </p:cNvSpPr>
          <p:nvPr>
            <p:ph type="sldNum" sz="quarter" idx="16"/>
          </p:nvPr>
        </p:nvSpPr>
        <p:spPr/>
        <p:txBody>
          <a:bodyPr/>
          <a:lstStyle/>
          <a:p>
            <a:pPr defTabSz="1306105"/>
            <a:fld id="{104FC826-72BB-4AF1-BA01-A94F7396A7DC}" type="slidenum">
              <a:rPr lang="en-US" smtClean="0"/>
              <a:pPr defTabSz="1306105"/>
              <a:t>‹#›</a:t>
            </a:fld>
            <a:endParaRPr lang="en-US" dirty="0"/>
          </a:p>
        </p:txBody>
      </p:sp>
      <p:sp>
        <p:nvSpPr>
          <p:cNvPr id="3" name="Footer Placeholder">
            <a:extLst>
              <a:ext uri="{FF2B5EF4-FFF2-40B4-BE49-F238E27FC236}">
                <a16:creationId xmlns:a16="http://schemas.microsoft.com/office/drawing/2014/main" id="{C2633DB1-4E58-49AF-9CC5-F4480459AEB7}"/>
              </a:ext>
            </a:extLst>
          </p:cNvPr>
          <p:cNvSpPr>
            <a:spLocks noGrp="1"/>
          </p:cNvSpPr>
          <p:nvPr>
            <p:ph type="ftr" sz="quarter" idx="15"/>
          </p:nvPr>
        </p:nvSpPr>
        <p:spPr/>
        <p:txBody>
          <a:bodyPr/>
          <a:lstStyle/>
          <a:p>
            <a:r>
              <a:rPr lang="en-US" dirty="0"/>
              <a:t>Confidential | Authorized</a:t>
            </a:r>
          </a:p>
        </p:txBody>
      </p:sp>
    </p:spTree>
    <p:extLst>
      <p:ext uri="{BB962C8B-B14F-4D97-AF65-F5344CB8AC3E}">
        <p14:creationId xmlns:p14="http://schemas.microsoft.com/office/powerpoint/2010/main" val="691657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Picture and Caption, Left">
    <p:spTree>
      <p:nvGrpSpPr>
        <p:cNvPr id="1" name=""/>
        <p:cNvGrpSpPr/>
        <p:nvPr/>
      </p:nvGrpSpPr>
      <p:grpSpPr>
        <a:xfrm>
          <a:off x="0" y="0"/>
          <a:ext cx="0" cy="0"/>
          <a:chOff x="0" y="0"/>
          <a:chExt cx="0" cy="0"/>
        </a:xfrm>
      </p:grpSpPr>
      <p:sp>
        <p:nvSpPr>
          <p:cNvPr id="11" name="Picture Placeholder">
            <a:extLst>
              <a:ext uri="{FF2B5EF4-FFF2-40B4-BE49-F238E27FC236}">
                <a16:creationId xmlns:a16="http://schemas.microsoft.com/office/drawing/2014/main" id="{685C0DB9-A0DF-42B9-B705-83944EECB349}"/>
              </a:ext>
            </a:extLst>
          </p:cNvPr>
          <p:cNvSpPr>
            <a:spLocks noGrp="1"/>
          </p:cNvSpPr>
          <p:nvPr>
            <p:ph type="pic" sz="quarter" idx="15" hasCustomPrompt="1"/>
          </p:nvPr>
        </p:nvSpPr>
        <p:spPr>
          <a:xfrm>
            <a:off x="4892040" y="0"/>
            <a:ext cx="9738360" cy="8229600"/>
          </a:xfrm>
        </p:spPr>
        <p:txBody>
          <a:bodyPr anchor="ctr"/>
          <a:lstStyle>
            <a:lvl1pPr marL="0" indent="0" algn="ctr">
              <a:buNone/>
              <a:defRPr>
                <a:latin typeface="+mn-lt"/>
              </a:defRPr>
            </a:lvl1pPr>
          </a:lstStyle>
          <a:p>
            <a:r>
              <a:rPr lang="en-US" dirty="0"/>
              <a:t>Click to add edge-to-edge picture</a:t>
            </a:r>
          </a:p>
        </p:txBody>
      </p:sp>
      <p:sp>
        <p:nvSpPr>
          <p:cNvPr id="7" name="Text Placeholder"/>
          <p:cNvSpPr>
            <a:spLocks noGrp="1"/>
          </p:cNvSpPr>
          <p:nvPr>
            <p:ph type="body" sz="quarter" idx="14"/>
          </p:nvPr>
        </p:nvSpPr>
        <p:spPr>
          <a:xfrm>
            <a:off x="334478" y="3041952"/>
            <a:ext cx="4255770" cy="4135754"/>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Bar"/>
          <p:cNvSpPr/>
          <p:nvPr userDrawn="1"/>
        </p:nvSpPr>
        <p:spPr>
          <a:xfrm>
            <a:off x="462121" y="2827930"/>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2" name="Title"/>
          <p:cNvSpPr>
            <a:spLocks noGrp="1"/>
          </p:cNvSpPr>
          <p:nvPr>
            <p:ph type="title" hasCustomPrompt="1"/>
          </p:nvPr>
        </p:nvSpPr>
        <p:spPr>
          <a:xfrm>
            <a:off x="346947" y="1700784"/>
            <a:ext cx="4243648" cy="1042416"/>
          </a:xfrm>
        </p:spPr>
        <p:txBody>
          <a:bodyPr anchor="b"/>
          <a:lstStyle>
            <a:lvl1pPr>
              <a:defRPr/>
            </a:lvl1pPr>
          </a:lstStyle>
          <a:p>
            <a:r>
              <a:rPr lang="en-US" dirty="0"/>
              <a:t>Click to Add</a:t>
            </a:r>
            <a:br>
              <a:rPr lang="en-US" dirty="0"/>
            </a:br>
            <a:r>
              <a:rPr lang="en-US" dirty="0"/>
              <a:t>multi-Line Title</a:t>
            </a:r>
          </a:p>
        </p:txBody>
      </p:sp>
      <p:sp>
        <p:nvSpPr>
          <p:cNvPr id="4" name="Slide Number Placeholder">
            <a:extLst>
              <a:ext uri="{FF2B5EF4-FFF2-40B4-BE49-F238E27FC236}">
                <a16:creationId xmlns:a16="http://schemas.microsoft.com/office/drawing/2014/main" id="{8085FE46-B145-48DA-84CC-BEC7ABB0F6C2}"/>
              </a:ext>
            </a:extLst>
          </p:cNvPr>
          <p:cNvSpPr>
            <a:spLocks noGrp="1"/>
          </p:cNvSpPr>
          <p:nvPr>
            <p:ph type="sldNum" sz="quarter" idx="17"/>
          </p:nvPr>
        </p:nvSpPr>
        <p:spPr/>
        <p:txBody>
          <a:bodyPr/>
          <a:lstStyle/>
          <a:p>
            <a:pPr defTabSz="1306105"/>
            <a:fld id="{104FC826-72BB-4AF1-BA01-A94F7396A7DC}" type="slidenum">
              <a:rPr lang="en-US" smtClean="0"/>
              <a:pPr defTabSz="1306105"/>
              <a:t>‹#›</a:t>
            </a:fld>
            <a:endParaRPr lang="en-US" dirty="0"/>
          </a:p>
        </p:txBody>
      </p:sp>
      <p:sp>
        <p:nvSpPr>
          <p:cNvPr id="3" name="Footer Placeholder">
            <a:extLst>
              <a:ext uri="{FF2B5EF4-FFF2-40B4-BE49-F238E27FC236}">
                <a16:creationId xmlns:a16="http://schemas.microsoft.com/office/drawing/2014/main" id="{62B249EC-9477-452C-91FB-A412BD37EFC8}"/>
              </a:ext>
            </a:extLst>
          </p:cNvPr>
          <p:cNvSpPr>
            <a:spLocks noGrp="1"/>
          </p:cNvSpPr>
          <p:nvPr>
            <p:ph type="ftr" sz="quarter" idx="16"/>
          </p:nvPr>
        </p:nvSpPr>
        <p:spPr/>
        <p:txBody>
          <a:bodyPr/>
          <a:lstStyle/>
          <a:p>
            <a:r>
              <a:rPr lang="en-US" dirty="0"/>
              <a:t>Confidential | Authorized</a:t>
            </a:r>
          </a:p>
        </p:txBody>
      </p:sp>
    </p:spTree>
    <p:extLst>
      <p:ext uri="{BB962C8B-B14F-4D97-AF65-F5344CB8AC3E}">
        <p14:creationId xmlns:p14="http://schemas.microsoft.com/office/powerpoint/2010/main" val="2170800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Layered picture (1:1) and Caption, Left">
    <p:spTree>
      <p:nvGrpSpPr>
        <p:cNvPr id="1" name=""/>
        <p:cNvGrpSpPr/>
        <p:nvPr/>
      </p:nvGrpSpPr>
      <p:grpSpPr>
        <a:xfrm>
          <a:off x="0" y="0"/>
          <a:ext cx="0" cy="0"/>
          <a:chOff x="0" y="0"/>
          <a:chExt cx="0" cy="0"/>
        </a:xfrm>
      </p:grpSpPr>
      <p:sp>
        <p:nvSpPr>
          <p:cNvPr id="11" name="Picture Placeholder">
            <a:extLst>
              <a:ext uri="{FF2B5EF4-FFF2-40B4-BE49-F238E27FC236}">
                <a16:creationId xmlns:a16="http://schemas.microsoft.com/office/drawing/2014/main" id="{685C0DB9-A0DF-42B9-B705-83944EECB349}"/>
              </a:ext>
            </a:extLst>
          </p:cNvPr>
          <p:cNvSpPr>
            <a:spLocks noGrp="1"/>
          </p:cNvSpPr>
          <p:nvPr>
            <p:ph type="pic" sz="quarter" idx="15" hasCustomPrompt="1"/>
          </p:nvPr>
        </p:nvSpPr>
        <p:spPr>
          <a:xfrm>
            <a:off x="6400800" y="0"/>
            <a:ext cx="8229600" cy="8229600"/>
          </a:xfrm>
        </p:spPr>
        <p:txBody>
          <a:bodyPr anchor="ctr"/>
          <a:lstStyle>
            <a:lvl1pPr marL="0" indent="0" algn="ctr">
              <a:buNone/>
              <a:defRPr>
                <a:latin typeface="+mn-lt"/>
              </a:defRPr>
            </a:lvl1pPr>
          </a:lstStyle>
          <a:p>
            <a:r>
              <a:rPr lang="en-US" dirty="0"/>
              <a:t>Click to add edge-to-edge picture</a:t>
            </a:r>
          </a:p>
        </p:txBody>
      </p:sp>
      <p:sp>
        <p:nvSpPr>
          <p:cNvPr id="7" name="Text Placeholder"/>
          <p:cNvSpPr>
            <a:spLocks noGrp="1"/>
          </p:cNvSpPr>
          <p:nvPr>
            <p:ph type="body" sz="quarter" idx="14"/>
          </p:nvPr>
        </p:nvSpPr>
        <p:spPr>
          <a:xfrm>
            <a:off x="334478" y="3041952"/>
            <a:ext cx="5764530" cy="4135754"/>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Bar"/>
          <p:cNvSpPr/>
          <p:nvPr userDrawn="1"/>
        </p:nvSpPr>
        <p:spPr>
          <a:xfrm>
            <a:off x="462121" y="2827930"/>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2" name="Title"/>
          <p:cNvSpPr>
            <a:spLocks noGrp="1"/>
          </p:cNvSpPr>
          <p:nvPr>
            <p:ph type="title" hasCustomPrompt="1"/>
          </p:nvPr>
        </p:nvSpPr>
        <p:spPr>
          <a:xfrm>
            <a:off x="346947" y="1700784"/>
            <a:ext cx="5748110" cy="1042416"/>
          </a:xfrm>
        </p:spPr>
        <p:txBody>
          <a:bodyPr anchor="b"/>
          <a:lstStyle>
            <a:lvl1pPr>
              <a:defRPr/>
            </a:lvl1pPr>
          </a:lstStyle>
          <a:p>
            <a:r>
              <a:rPr lang="en-US" dirty="0"/>
              <a:t>Click to Add</a:t>
            </a:r>
            <a:br>
              <a:rPr lang="en-US" dirty="0"/>
            </a:br>
            <a:r>
              <a:rPr lang="en-US" dirty="0"/>
              <a:t>multi-Line Title</a:t>
            </a:r>
          </a:p>
        </p:txBody>
      </p:sp>
      <p:sp>
        <p:nvSpPr>
          <p:cNvPr id="4" name="Slide Number Placeholder">
            <a:extLst>
              <a:ext uri="{FF2B5EF4-FFF2-40B4-BE49-F238E27FC236}">
                <a16:creationId xmlns:a16="http://schemas.microsoft.com/office/drawing/2014/main" id="{8085FE46-B145-48DA-84CC-BEC7ABB0F6C2}"/>
              </a:ext>
            </a:extLst>
          </p:cNvPr>
          <p:cNvSpPr>
            <a:spLocks noGrp="1"/>
          </p:cNvSpPr>
          <p:nvPr>
            <p:ph type="sldNum" sz="quarter" idx="17"/>
          </p:nvPr>
        </p:nvSpPr>
        <p:spPr/>
        <p:txBody>
          <a:bodyPr/>
          <a:lstStyle/>
          <a:p>
            <a:pPr defTabSz="1306105"/>
            <a:fld id="{104FC826-72BB-4AF1-BA01-A94F7396A7DC}" type="slidenum">
              <a:rPr lang="en-US" smtClean="0"/>
              <a:pPr defTabSz="1306105"/>
              <a:t>‹#›</a:t>
            </a:fld>
            <a:endParaRPr lang="en-US" dirty="0"/>
          </a:p>
        </p:txBody>
      </p:sp>
      <p:sp>
        <p:nvSpPr>
          <p:cNvPr id="3" name="Footer Placeholder">
            <a:extLst>
              <a:ext uri="{FF2B5EF4-FFF2-40B4-BE49-F238E27FC236}">
                <a16:creationId xmlns:a16="http://schemas.microsoft.com/office/drawing/2014/main" id="{62B249EC-9477-452C-91FB-A412BD37EFC8}"/>
              </a:ext>
            </a:extLst>
          </p:cNvPr>
          <p:cNvSpPr>
            <a:spLocks noGrp="1"/>
          </p:cNvSpPr>
          <p:nvPr>
            <p:ph type="ftr" sz="quarter" idx="16"/>
          </p:nvPr>
        </p:nvSpPr>
        <p:spPr/>
        <p:txBody>
          <a:bodyPr/>
          <a:lstStyle/>
          <a:p>
            <a:r>
              <a:rPr lang="en-US" dirty="0"/>
              <a:t>Confidential | Authorized</a:t>
            </a:r>
          </a:p>
        </p:txBody>
      </p:sp>
    </p:spTree>
    <p:extLst>
      <p:ext uri="{BB962C8B-B14F-4D97-AF65-F5344CB8AC3E}">
        <p14:creationId xmlns:p14="http://schemas.microsoft.com/office/powerpoint/2010/main" val="3813014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1" name="Text Placeholder"/>
          <p:cNvSpPr>
            <a:spLocks noGrp="1"/>
          </p:cNvSpPr>
          <p:nvPr>
            <p:ph type="body" sz="half" idx="2" hasCustomPrompt="1"/>
          </p:nvPr>
        </p:nvSpPr>
        <p:spPr bwMode="ltGray">
          <a:xfrm>
            <a:off x="10231400" y="1199609"/>
            <a:ext cx="3909416" cy="6115591"/>
          </a:xfrm>
          <a:noFill/>
          <a:ln w="57150">
            <a:solidFill>
              <a:srgbClr val="32DAC8"/>
            </a:solidFill>
            <a:miter lim="800000"/>
          </a:ln>
        </p:spPr>
        <p:txBody>
          <a:bodyPr lIns="137160" tIns="91440" rIns="137160" bIns="91440">
            <a:noAutofit/>
          </a:bodyPr>
          <a:lstStyle>
            <a:lvl1pPr marL="0" indent="0">
              <a:spcBef>
                <a:spcPts val="1080"/>
              </a:spcBef>
              <a:buNone/>
              <a:defRPr sz="2640">
                <a:latin typeface="+mn-lt"/>
              </a:defRPr>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dirty="0"/>
              <a:t>Click to add supporting text</a:t>
            </a:r>
          </a:p>
          <a:p>
            <a:pPr lvl="0"/>
            <a:endParaRPr lang="en-US" dirty="0"/>
          </a:p>
        </p:txBody>
      </p:sp>
      <p:sp>
        <p:nvSpPr>
          <p:cNvPr id="12" name="Content Placeholder">
            <a:extLst>
              <a:ext uri="{FF2B5EF4-FFF2-40B4-BE49-F238E27FC236}">
                <a16:creationId xmlns:a16="http://schemas.microsoft.com/office/drawing/2014/main" id="{269A3E8D-DCFB-4D37-86BB-56632B0912B1}"/>
              </a:ext>
            </a:extLst>
          </p:cNvPr>
          <p:cNvSpPr>
            <a:spLocks noGrp="1"/>
          </p:cNvSpPr>
          <p:nvPr>
            <p:ph sz="quarter" idx="18"/>
          </p:nvPr>
        </p:nvSpPr>
        <p:spPr>
          <a:xfrm>
            <a:off x="462120" y="1194436"/>
            <a:ext cx="9413400" cy="6120764"/>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Bar"/>
          <p:cNvSpPr/>
          <p:nvPr userDrawn="1"/>
        </p:nvSpPr>
        <p:spPr>
          <a:xfrm>
            <a:off x="462121" y="1012662"/>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4" name="Title">
            <a:extLst>
              <a:ext uri="{FF2B5EF4-FFF2-40B4-BE49-F238E27FC236}">
                <a16:creationId xmlns:a16="http://schemas.microsoft.com/office/drawing/2014/main" id="{37FCC12E-6D90-403E-80FA-0F7CB28A28D9}"/>
              </a:ext>
            </a:extLst>
          </p:cNvPr>
          <p:cNvSpPr>
            <a:spLocks noGrp="1"/>
          </p:cNvSpPr>
          <p:nvPr>
            <p:ph type="title"/>
          </p:nvPr>
        </p:nvSpPr>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91E92FAC-B699-43F5-B87D-2D8B714080E4}"/>
              </a:ext>
            </a:extLst>
          </p:cNvPr>
          <p:cNvSpPr>
            <a:spLocks noGrp="1"/>
          </p:cNvSpPr>
          <p:nvPr>
            <p:ph type="sldNum" sz="quarter" idx="20"/>
          </p:nvPr>
        </p:nvSpPr>
        <p:spPr/>
        <p:txBody>
          <a:bodyPr/>
          <a:lstStyle/>
          <a:p>
            <a:pPr defTabSz="1306105"/>
            <a:fld id="{104FC826-72BB-4AF1-BA01-A94F7396A7DC}" type="slidenum">
              <a:rPr lang="en-US" smtClean="0"/>
              <a:pPr defTabSz="1306105"/>
              <a:t>‹#›</a:t>
            </a:fld>
            <a:endParaRPr lang="en-US" dirty="0"/>
          </a:p>
        </p:txBody>
      </p:sp>
      <p:sp>
        <p:nvSpPr>
          <p:cNvPr id="2" name="Footer Placeholder">
            <a:extLst>
              <a:ext uri="{FF2B5EF4-FFF2-40B4-BE49-F238E27FC236}">
                <a16:creationId xmlns:a16="http://schemas.microsoft.com/office/drawing/2014/main" id="{C38747A7-25DE-48D8-8D31-0F3DF66ADF9A}"/>
              </a:ext>
            </a:extLst>
          </p:cNvPr>
          <p:cNvSpPr>
            <a:spLocks noGrp="1"/>
          </p:cNvSpPr>
          <p:nvPr>
            <p:ph type="ftr" sz="quarter" idx="19"/>
          </p:nvPr>
        </p:nvSpPr>
        <p:spPr/>
        <p:txBody>
          <a:bodyPr/>
          <a:lstStyle/>
          <a:p>
            <a:r>
              <a:rPr lang="en-US" dirty="0"/>
              <a:t>Confidential | Authorized</a:t>
            </a:r>
          </a:p>
        </p:txBody>
      </p:sp>
    </p:spTree>
    <p:extLst>
      <p:ext uri="{BB962C8B-B14F-4D97-AF65-F5344CB8AC3E}">
        <p14:creationId xmlns:p14="http://schemas.microsoft.com/office/powerpoint/2010/main" val="2446689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4" name="Text Placeholder"/>
          <p:cNvSpPr>
            <a:spLocks noGrp="1"/>
          </p:cNvSpPr>
          <p:nvPr>
            <p:ph type="body" sz="half" idx="2" hasCustomPrompt="1"/>
          </p:nvPr>
        </p:nvSpPr>
        <p:spPr bwMode="ltGray">
          <a:xfrm>
            <a:off x="10231400" y="1199609"/>
            <a:ext cx="3909416" cy="6115591"/>
          </a:xfrm>
          <a:noFill/>
          <a:ln w="57150">
            <a:noFill/>
            <a:miter lim="800000"/>
          </a:ln>
        </p:spPr>
        <p:txBody>
          <a:bodyPr lIns="137160" tIns="91440" rIns="137160" bIns="91440">
            <a:noAutofit/>
          </a:bodyPr>
          <a:lstStyle>
            <a:lvl1pPr marL="0" indent="0">
              <a:spcBef>
                <a:spcPts val="1080"/>
              </a:spcBef>
              <a:buNone/>
              <a:defRPr sz="2640">
                <a:latin typeface="+mn-lt"/>
              </a:defRPr>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dirty="0"/>
              <a:t>Click to add supporting text</a:t>
            </a:r>
          </a:p>
          <a:p>
            <a:pPr lvl="0"/>
            <a:endParaRPr lang="en-US" dirty="0"/>
          </a:p>
        </p:txBody>
      </p:sp>
      <p:sp>
        <p:nvSpPr>
          <p:cNvPr id="15" name="Picture Placeholder"/>
          <p:cNvSpPr>
            <a:spLocks noGrp="1"/>
          </p:cNvSpPr>
          <p:nvPr>
            <p:ph type="pic" sz="quarter" idx="18" hasCustomPrompt="1"/>
          </p:nvPr>
        </p:nvSpPr>
        <p:spPr>
          <a:xfrm>
            <a:off x="457200" y="1199448"/>
            <a:ext cx="8964778" cy="6115752"/>
          </a:xfrm>
          <a:ln>
            <a:noFill/>
            <a:miter lim="800000"/>
          </a:ln>
        </p:spPr>
        <p:txBody>
          <a:bodyPr anchor="ctr"/>
          <a:lstStyle>
            <a:lvl1pPr marL="0" indent="0" algn="ctr">
              <a:buNone/>
              <a:defRPr>
                <a:latin typeface="+mn-lt"/>
              </a:defRPr>
            </a:lvl1pPr>
          </a:lstStyle>
          <a:p>
            <a:r>
              <a:rPr lang="en-US" dirty="0"/>
              <a:t>Click to add picture</a:t>
            </a:r>
          </a:p>
        </p:txBody>
      </p:sp>
      <p:sp>
        <p:nvSpPr>
          <p:cNvPr id="10" name="Bar"/>
          <p:cNvSpPr/>
          <p:nvPr userDrawn="1"/>
        </p:nvSpPr>
        <p:spPr>
          <a:xfrm>
            <a:off x="462121" y="1012662"/>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4" name="Title">
            <a:extLst>
              <a:ext uri="{FF2B5EF4-FFF2-40B4-BE49-F238E27FC236}">
                <a16:creationId xmlns:a16="http://schemas.microsoft.com/office/drawing/2014/main" id="{C5722C60-FC76-4A73-9A5C-0D547B644D69}"/>
              </a:ext>
            </a:extLst>
          </p:cNvPr>
          <p:cNvSpPr>
            <a:spLocks noGrp="1"/>
          </p:cNvSpPr>
          <p:nvPr>
            <p:ph type="title"/>
          </p:nvPr>
        </p:nvSpPr>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88A295B4-CD29-4A4B-B08E-9A6CC4F4CF81}"/>
              </a:ext>
            </a:extLst>
          </p:cNvPr>
          <p:cNvSpPr>
            <a:spLocks noGrp="1"/>
          </p:cNvSpPr>
          <p:nvPr>
            <p:ph type="sldNum" sz="quarter" idx="20"/>
          </p:nvPr>
        </p:nvSpPr>
        <p:spPr/>
        <p:txBody>
          <a:bodyPr/>
          <a:lstStyle/>
          <a:p>
            <a:pPr defTabSz="1306105"/>
            <a:fld id="{104FC826-72BB-4AF1-BA01-A94F7396A7DC}" type="slidenum">
              <a:rPr lang="en-US" smtClean="0"/>
              <a:pPr defTabSz="1306105"/>
              <a:t>‹#›</a:t>
            </a:fld>
            <a:endParaRPr lang="en-US" dirty="0"/>
          </a:p>
        </p:txBody>
      </p:sp>
      <p:sp>
        <p:nvSpPr>
          <p:cNvPr id="2" name="Footer Placeholder">
            <a:extLst>
              <a:ext uri="{FF2B5EF4-FFF2-40B4-BE49-F238E27FC236}">
                <a16:creationId xmlns:a16="http://schemas.microsoft.com/office/drawing/2014/main" id="{0B8558E5-A9EE-4418-B017-3EBC0B35FAB1}"/>
              </a:ext>
            </a:extLst>
          </p:cNvPr>
          <p:cNvSpPr>
            <a:spLocks noGrp="1"/>
          </p:cNvSpPr>
          <p:nvPr>
            <p:ph type="ftr" sz="quarter" idx="19"/>
          </p:nvPr>
        </p:nvSpPr>
        <p:spPr/>
        <p:txBody>
          <a:bodyPr/>
          <a:lstStyle/>
          <a:p>
            <a:r>
              <a:rPr lang="en-US" dirty="0"/>
              <a:t>Confidential | Authorized</a:t>
            </a:r>
          </a:p>
        </p:txBody>
      </p:sp>
    </p:spTree>
    <p:extLst>
      <p:ext uri="{BB962C8B-B14F-4D97-AF65-F5344CB8AC3E}">
        <p14:creationId xmlns:p14="http://schemas.microsoft.com/office/powerpoint/2010/main" val="1929537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Picture with Caption, Left">
    <p:spTree>
      <p:nvGrpSpPr>
        <p:cNvPr id="1" name=""/>
        <p:cNvGrpSpPr/>
        <p:nvPr/>
      </p:nvGrpSpPr>
      <p:grpSpPr>
        <a:xfrm>
          <a:off x="0" y="0"/>
          <a:ext cx="0" cy="0"/>
          <a:chOff x="0" y="0"/>
          <a:chExt cx="0" cy="0"/>
        </a:xfrm>
      </p:grpSpPr>
      <p:sp>
        <p:nvSpPr>
          <p:cNvPr id="14" name="Text Placeholder"/>
          <p:cNvSpPr>
            <a:spLocks noGrp="1"/>
          </p:cNvSpPr>
          <p:nvPr>
            <p:ph type="body" sz="half" idx="2" hasCustomPrompt="1"/>
          </p:nvPr>
        </p:nvSpPr>
        <p:spPr bwMode="ltGray">
          <a:xfrm>
            <a:off x="342892" y="1199609"/>
            <a:ext cx="3909416" cy="6115591"/>
          </a:xfrm>
          <a:noFill/>
          <a:ln w="57150">
            <a:noFill/>
            <a:miter lim="800000"/>
          </a:ln>
        </p:spPr>
        <p:txBody>
          <a:bodyPr lIns="137160" tIns="91440" rIns="137160" bIns="91440">
            <a:noAutofit/>
          </a:bodyPr>
          <a:lstStyle>
            <a:lvl1pPr marL="0" indent="0">
              <a:spcBef>
                <a:spcPts val="1080"/>
              </a:spcBef>
              <a:buNone/>
              <a:defRPr sz="2640">
                <a:latin typeface="+mn-lt"/>
              </a:defRPr>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dirty="0"/>
              <a:t>Click to add supporting text</a:t>
            </a:r>
          </a:p>
          <a:p>
            <a:pPr lvl="0"/>
            <a:endParaRPr lang="en-US" dirty="0"/>
          </a:p>
        </p:txBody>
      </p:sp>
      <p:sp>
        <p:nvSpPr>
          <p:cNvPr id="15" name="Picture Placeholder"/>
          <p:cNvSpPr>
            <a:spLocks noGrp="1"/>
          </p:cNvSpPr>
          <p:nvPr>
            <p:ph type="pic" sz="quarter" idx="18" hasCustomPrompt="1"/>
          </p:nvPr>
        </p:nvSpPr>
        <p:spPr>
          <a:xfrm>
            <a:off x="5176038" y="1199448"/>
            <a:ext cx="8964778" cy="6115752"/>
          </a:xfrm>
          <a:ln>
            <a:noFill/>
            <a:miter lim="800000"/>
          </a:ln>
        </p:spPr>
        <p:txBody>
          <a:bodyPr anchor="ctr"/>
          <a:lstStyle>
            <a:lvl1pPr marL="0" indent="0" algn="ctr">
              <a:buNone/>
              <a:defRPr>
                <a:latin typeface="+mn-lt"/>
              </a:defRPr>
            </a:lvl1pPr>
          </a:lstStyle>
          <a:p>
            <a:r>
              <a:rPr lang="en-US" dirty="0"/>
              <a:t>Click to add picture</a:t>
            </a:r>
          </a:p>
        </p:txBody>
      </p:sp>
      <p:sp>
        <p:nvSpPr>
          <p:cNvPr id="10" name="Bar"/>
          <p:cNvSpPr/>
          <p:nvPr userDrawn="1"/>
        </p:nvSpPr>
        <p:spPr>
          <a:xfrm>
            <a:off x="462121" y="1012662"/>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4" name="Title">
            <a:extLst>
              <a:ext uri="{FF2B5EF4-FFF2-40B4-BE49-F238E27FC236}">
                <a16:creationId xmlns:a16="http://schemas.microsoft.com/office/drawing/2014/main" id="{C5722C60-FC76-4A73-9A5C-0D547B644D69}"/>
              </a:ext>
            </a:extLst>
          </p:cNvPr>
          <p:cNvSpPr>
            <a:spLocks noGrp="1"/>
          </p:cNvSpPr>
          <p:nvPr>
            <p:ph type="title"/>
          </p:nvPr>
        </p:nvSpPr>
        <p:spPr>
          <a:xfrm>
            <a:off x="342892" y="470223"/>
            <a:ext cx="13797924" cy="481634"/>
          </a:xfr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88A295B4-CD29-4A4B-B08E-9A6CC4F4CF81}"/>
              </a:ext>
            </a:extLst>
          </p:cNvPr>
          <p:cNvSpPr>
            <a:spLocks noGrp="1"/>
          </p:cNvSpPr>
          <p:nvPr>
            <p:ph type="sldNum" sz="quarter" idx="20"/>
          </p:nvPr>
        </p:nvSpPr>
        <p:spPr/>
        <p:txBody>
          <a:bodyPr/>
          <a:lstStyle/>
          <a:p>
            <a:pPr defTabSz="1306105"/>
            <a:fld id="{104FC826-72BB-4AF1-BA01-A94F7396A7DC}" type="slidenum">
              <a:rPr lang="en-US" smtClean="0"/>
              <a:pPr defTabSz="1306105"/>
              <a:t>‹#›</a:t>
            </a:fld>
            <a:endParaRPr lang="en-US" dirty="0"/>
          </a:p>
        </p:txBody>
      </p:sp>
      <p:sp>
        <p:nvSpPr>
          <p:cNvPr id="2" name="Footer Placeholder">
            <a:extLst>
              <a:ext uri="{FF2B5EF4-FFF2-40B4-BE49-F238E27FC236}">
                <a16:creationId xmlns:a16="http://schemas.microsoft.com/office/drawing/2014/main" id="{0B8558E5-A9EE-4418-B017-3EBC0B35FAB1}"/>
              </a:ext>
            </a:extLst>
          </p:cNvPr>
          <p:cNvSpPr>
            <a:spLocks noGrp="1"/>
          </p:cNvSpPr>
          <p:nvPr>
            <p:ph type="ftr" sz="quarter" idx="19"/>
          </p:nvPr>
        </p:nvSpPr>
        <p:spPr/>
        <p:txBody>
          <a:bodyPr/>
          <a:lstStyle/>
          <a:p>
            <a:r>
              <a:rPr lang="en-US" dirty="0"/>
              <a:t>Confidential | Authorized</a:t>
            </a:r>
          </a:p>
        </p:txBody>
      </p:sp>
    </p:spTree>
    <p:extLst>
      <p:ext uri="{BB962C8B-B14F-4D97-AF65-F5344CB8AC3E}">
        <p14:creationId xmlns:p14="http://schemas.microsoft.com/office/powerpoint/2010/main" val="3677980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icture with Content">
    <p:spTree>
      <p:nvGrpSpPr>
        <p:cNvPr id="1" name=""/>
        <p:cNvGrpSpPr/>
        <p:nvPr/>
      </p:nvGrpSpPr>
      <p:grpSpPr>
        <a:xfrm>
          <a:off x="0" y="0"/>
          <a:ext cx="0" cy="0"/>
          <a:chOff x="0" y="0"/>
          <a:chExt cx="0" cy="0"/>
        </a:xfrm>
      </p:grpSpPr>
      <p:sp>
        <p:nvSpPr>
          <p:cNvPr id="9" name="Content Placeholder">
            <a:extLst>
              <a:ext uri="{FF2B5EF4-FFF2-40B4-BE49-F238E27FC236}">
                <a16:creationId xmlns:a16="http://schemas.microsoft.com/office/drawing/2014/main" id="{184DB124-5DB1-4AD3-9276-D81D2209D170}"/>
              </a:ext>
            </a:extLst>
          </p:cNvPr>
          <p:cNvSpPr>
            <a:spLocks noGrp="1"/>
          </p:cNvSpPr>
          <p:nvPr>
            <p:ph sz="quarter" idx="22"/>
          </p:nvPr>
        </p:nvSpPr>
        <p:spPr>
          <a:xfrm>
            <a:off x="10218535" y="1199449"/>
            <a:ext cx="3909416" cy="6120637"/>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Picture Placeholder"/>
          <p:cNvSpPr>
            <a:spLocks noGrp="1"/>
          </p:cNvSpPr>
          <p:nvPr>
            <p:ph type="pic" sz="quarter" idx="18" hasCustomPrompt="1"/>
          </p:nvPr>
        </p:nvSpPr>
        <p:spPr>
          <a:xfrm>
            <a:off x="457200" y="1199448"/>
            <a:ext cx="8964778" cy="6115752"/>
          </a:xfrm>
          <a:ln>
            <a:noFill/>
            <a:miter lim="800000"/>
          </a:ln>
        </p:spPr>
        <p:txBody>
          <a:bodyPr anchor="ctr"/>
          <a:lstStyle>
            <a:lvl1pPr marL="0" indent="0" algn="ctr">
              <a:buNone/>
              <a:defRPr>
                <a:latin typeface="+mn-lt"/>
              </a:defRPr>
            </a:lvl1pPr>
          </a:lstStyle>
          <a:p>
            <a:r>
              <a:rPr lang="en-US" dirty="0"/>
              <a:t>Click to add picture</a:t>
            </a:r>
          </a:p>
        </p:txBody>
      </p:sp>
      <p:sp>
        <p:nvSpPr>
          <p:cNvPr id="10" name="Bar"/>
          <p:cNvSpPr/>
          <p:nvPr userDrawn="1"/>
        </p:nvSpPr>
        <p:spPr>
          <a:xfrm>
            <a:off x="462121" y="1012662"/>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n-lt"/>
            </a:endParaRPr>
          </a:p>
        </p:txBody>
      </p:sp>
      <p:sp>
        <p:nvSpPr>
          <p:cNvPr id="4" name="Title">
            <a:extLst>
              <a:ext uri="{FF2B5EF4-FFF2-40B4-BE49-F238E27FC236}">
                <a16:creationId xmlns:a16="http://schemas.microsoft.com/office/drawing/2014/main" id="{4B1C1C31-7119-4D9E-8DED-87033B4B0713}"/>
              </a:ext>
            </a:extLst>
          </p:cNvPr>
          <p:cNvSpPr>
            <a:spLocks noGrp="1"/>
          </p:cNvSpPr>
          <p:nvPr>
            <p:ph type="title"/>
          </p:nvPr>
        </p:nvSpPr>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6B8E13A3-BC15-450D-96D1-EB785D605BB8}"/>
              </a:ext>
            </a:extLst>
          </p:cNvPr>
          <p:cNvSpPr>
            <a:spLocks noGrp="1"/>
          </p:cNvSpPr>
          <p:nvPr>
            <p:ph type="sldNum" sz="quarter" idx="24"/>
          </p:nvPr>
        </p:nvSpPr>
        <p:spPr/>
        <p:txBody>
          <a:bodyPr/>
          <a:lstStyle/>
          <a:p>
            <a:pPr defTabSz="1306105"/>
            <a:fld id="{104FC826-72BB-4AF1-BA01-A94F7396A7DC}" type="slidenum">
              <a:rPr lang="en-US" smtClean="0"/>
              <a:pPr defTabSz="1306105"/>
              <a:t>‹#›</a:t>
            </a:fld>
            <a:endParaRPr lang="en-US" dirty="0"/>
          </a:p>
        </p:txBody>
      </p:sp>
      <p:sp>
        <p:nvSpPr>
          <p:cNvPr id="2" name="Footer Placeholder">
            <a:extLst>
              <a:ext uri="{FF2B5EF4-FFF2-40B4-BE49-F238E27FC236}">
                <a16:creationId xmlns:a16="http://schemas.microsoft.com/office/drawing/2014/main" id="{191AA25E-ECBD-44CD-9DE9-F058616E771E}"/>
              </a:ext>
            </a:extLst>
          </p:cNvPr>
          <p:cNvSpPr>
            <a:spLocks noGrp="1"/>
          </p:cNvSpPr>
          <p:nvPr>
            <p:ph type="ftr" sz="quarter" idx="23"/>
          </p:nvPr>
        </p:nvSpPr>
        <p:spPr/>
        <p:txBody>
          <a:bodyPr/>
          <a:lstStyle/>
          <a:p>
            <a:r>
              <a:rPr lang="en-US" dirty="0"/>
              <a:t>Confidential | Authorized</a:t>
            </a:r>
          </a:p>
        </p:txBody>
      </p:sp>
    </p:spTree>
    <p:extLst>
      <p:ext uri="{BB962C8B-B14F-4D97-AF65-F5344CB8AC3E}">
        <p14:creationId xmlns:p14="http://schemas.microsoft.com/office/powerpoint/2010/main" val="3252043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wo Pictures with Captions">
    <p:spTree>
      <p:nvGrpSpPr>
        <p:cNvPr id="1" name=""/>
        <p:cNvGrpSpPr/>
        <p:nvPr/>
      </p:nvGrpSpPr>
      <p:grpSpPr>
        <a:xfrm>
          <a:off x="0" y="0"/>
          <a:ext cx="0" cy="0"/>
          <a:chOff x="0" y="0"/>
          <a:chExt cx="0" cy="0"/>
        </a:xfrm>
      </p:grpSpPr>
      <p:sp>
        <p:nvSpPr>
          <p:cNvPr id="18" name="Text Placeholder 2"/>
          <p:cNvSpPr>
            <a:spLocks noGrp="1"/>
          </p:cNvSpPr>
          <p:nvPr>
            <p:ph type="body" sz="half" idx="19" hasCustomPrompt="1"/>
          </p:nvPr>
        </p:nvSpPr>
        <p:spPr bwMode="ltGray">
          <a:xfrm>
            <a:off x="7407474" y="5910888"/>
            <a:ext cx="6733342" cy="1404312"/>
          </a:xfrm>
          <a:noFill/>
          <a:ln w="57150">
            <a:noFill/>
            <a:miter lim="800000"/>
          </a:ln>
        </p:spPr>
        <p:txBody>
          <a:bodyPr lIns="137160" tIns="91440" rIns="137160" bIns="91440">
            <a:noAutofit/>
          </a:bodyPr>
          <a:lstStyle>
            <a:lvl1pPr marL="0" indent="0" algn="ctr">
              <a:spcBef>
                <a:spcPts val="1080"/>
              </a:spcBef>
              <a:buNone/>
              <a:defRPr sz="2160">
                <a:latin typeface="+mn-lt"/>
              </a:defRPr>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dirty="0"/>
              <a:t>Click to add caption</a:t>
            </a:r>
          </a:p>
          <a:p>
            <a:pPr lvl="0"/>
            <a:endParaRPr lang="en-US" dirty="0"/>
          </a:p>
        </p:txBody>
      </p:sp>
      <p:sp>
        <p:nvSpPr>
          <p:cNvPr id="10" name="Picture Placeholder 2">
            <a:extLst>
              <a:ext uri="{FF2B5EF4-FFF2-40B4-BE49-F238E27FC236}">
                <a16:creationId xmlns:a16="http://schemas.microsoft.com/office/drawing/2014/main" id="{E11EEBA4-9351-4C42-9CB1-BC966ADFAF07}"/>
              </a:ext>
            </a:extLst>
          </p:cNvPr>
          <p:cNvSpPr>
            <a:spLocks noGrp="1"/>
          </p:cNvSpPr>
          <p:nvPr>
            <p:ph type="pic" sz="quarter" idx="23" hasCustomPrompt="1"/>
          </p:nvPr>
        </p:nvSpPr>
        <p:spPr>
          <a:xfrm>
            <a:off x="7407270" y="1199448"/>
            <a:ext cx="6733546" cy="4564685"/>
          </a:xfrm>
        </p:spPr>
        <p:txBody>
          <a:bodyPr anchor="ctr"/>
          <a:lstStyle>
            <a:lvl1pPr marL="0" indent="0" algn="ctr">
              <a:buNone/>
              <a:defRPr>
                <a:latin typeface="+mn-lt"/>
              </a:defRPr>
            </a:lvl1pPr>
          </a:lstStyle>
          <a:p>
            <a:r>
              <a:rPr lang="en-US" dirty="0"/>
              <a:t>Click to add picture</a:t>
            </a:r>
          </a:p>
        </p:txBody>
      </p:sp>
      <p:sp>
        <p:nvSpPr>
          <p:cNvPr id="16" name="Text Placeholder 1"/>
          <p:cNvSpPr>
            <a:spLocks noGrp="1"/>
          </p:cNvSpPr>
          <p:nvPr>
            <p:ph type="body" sz="half" idx="2" hasCustomPrompt="1"/>
          </p:nvPr>
        </p:nvSpPr>
        <p:spPr bwMode="ltGray">
          <a:xfrm>
            <a:off x="457200" y="5910888"/>
            <a:ext cx="6733342" cy="1404312"/>
          </a:xfrm>
          <a:noFill/>
          <a:ln w="57150">
            <a:noFill/>
            <a:miter lim="800000"/>
          </a:ln>
        </p:spPr>
        <p:txBody>
          <a:bodyPr lIns="137160" tIns="91440" rIns="137160" bIns="91440">
            <a:noAutofit/>
          </a:bodyPr>
          <a:lstStyle>
            <a:lvl1pPr marL="0" indent="0" algn="ctr">
              <a:spcBef>
                <a:spcPts val="1080"/>
              </a:spcBef>
              <a:buNone/>
              <a:defRPr sz="2160">
                <a:latin typeface="+mn-lt"/>
              </a:defRPr>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dirty="0"/>
              <a:t>Click to add caption</a:t>
            </a:r>
          </a:p>
          <a:p>
            <a:pPr lvl="0"/>
            <a:endParaRPr lang="en-US" dirty="0"/>
          </a:p>
        </p:txBody>
      </p:sp>
      <p:sp>
        <p:nvSpPr>
          <p:cNvPr id="17" name="Picture Placeholder 1"/>
          <p:cNvSpPr>
            <a:spLocks noGrp="1"/>
          </p:cNvSpPr>
          <p:nvPr>
            <p:ph type="pic" sz="quarter" idx="18" hasCustomPrompt="1"/>
          </p:nvPr>
        </p:nvSpPr>
        <p:spPr>
          <a:xfrm>
            <a:off x="457200" y="1199448"/>
            <a:ext cx="6733546" cy="4564685"/>
          </a:xfrm>
        </p:spPr>
        <p:txBody>
          <a:bodyPr anchor="ctr"/>
          <a:lstStyle>
            <a:lvl1pPr marL="0" indent="0" algn="ctr">
              <a:buNone/>
              <a:defRPr>
                <a:latin typeface="+mn-lt"/>
              </a:defRPr>
            </a:lvl1pPr>
          </a:lstStyle>
          <a:p>
            <a:r>
              <a:rPr lang="en-US" dirty="0"/>
              <a:t>Click to add picture</a:t>
            </a:r>
          </a:p>
        </p:txBody>
      </p:sp>
      <p:sp>
        <p:nvSpPr>
          <p:cNvPr id="12" name="Bar"/>
          <p:cNvSpPr/>
          <p:nvPr userDrawn="1"/>
        </p:nvSpPr>
        <p:spPr>
          <a:xfrm>
            <a:off x="462121" y="1012662"/>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4" name="Title">
            <a:extLst>
              <a:ext uri="{FF2B5EF4-FFF2-40B4-BE49-F238E27FC236}">
                <a16:creationId xmlns:a16="http://schemas.microsoft.com/office/drawing/2014/main" id="{0F79D366-784C-495D-8F64-93E8B37FC9D0}"/>
              </a:ext>
            </a:extLst>
          </p:cNvPr>
          <p:cNvSpPr>
            <a:spLocks noGrp="1"/>
          </p:cNvSpPr>
          <p:nvPr>
            <p:ph type="title"/>
          </p:nvPr>
        </p:nvSpPr>
        <p:spPr>
          <a:xfrm>
            <a:off x="342892" y="470223"/>
            <a:ext cx="13797924" cy="481634"/>
          </a:xfr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833220B8-73BB-42A1-AE6B-0898C72176B1}"/>
              </a:ext>
            </a:extLst>
          </p:cNvPr>
          <p:cNvSpPr>
            <a:spLocks noGrp="1"/>
          </p:cNvSpPr>
          <p:nvPr>
            <p:ph type="sldNum" sz="quarter" idx="22"/>
          </p:nvPr>
        </p:nvSpPr>
        <p:spPr/>
        <p:txBody>
          <a:bodyPr/>
          <a:lstStyle/>
          <a:p>
            <a:pPr defTabSz="1306105"/>
            <a:fld id="{104FC826-72BB-4AF1-BA01-A94F7396A7DC}" type="slidenum">
              <a:rPr lang="en-US" smtClean="0"/>
              <a:pPr defTabSz="1306105"/>
              <a:t>‹#›</a:t>
            </a:fld>
            <a:endParaRPr lang="en-US" dirty="0"/>
          </a:p>
        </p:txBody>
      </p:sp>
      <p:sp>
        <p:nvSpPr>
          <p:cNvPr id="2" name="Footer Placeholder">
            <a:extLst>
              <a:ext uri="{FF2B5EF4-FFF2-40B4-BE49-F238E27FC236}">
                <a16:creationId xmlns:a16="http://schemas.microsoft.com/office/drawing/2014/main" id="{278F3E4F-3B9E-412C-A6C9-621D3C25AA9F}"/>
              </a:ext>
            </a:extLst>
          </p:cNvPr>
          <p:cNvSpPr>
            <a:spLocks noGrp="1"/>
          </p:cNvSpPr>
          <p:nvPr>
            <p:ph type="ftr" sz="quarter" idx="21"/>
          </p:nvPr>
        </p:nvSpPr>
        <p:spPr/>
        <p:txBody>
          <a:bodyPr/>
          <a:lstStyle/>
          <a:p>
            <a:r>
              <a:rPr lang="en-US" dirty="0"/>
              <a:t>Confidential | Authorized</a:t>
            </a:r>
          </a:p>
        </p:txBody>
      </p:sp>
    </p:spTree>
    <p:extLst>
      <p:ext uri="{BB962C8B-B14F-4D97-AF65-F5344CB8AC3E}">
        <p14:creationId xmlns:p14="http://schemas.microsoft.com/office/powerpoint/2010/main" val="3339785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hree Pictures with Captions">
    <p:spTree>
      <p:nvGrpSpPr>
        <p:cNvPr id="1" name=""/>
        <p:cNvGrpSpPr/>
        <p:nvPr/>
      </p:nvGrpSpPr>
      <p:grpSpPr>
        <a:xfrm>
          <a:off x="0" y="0"/>
          <a:ext cx="0" cy="0"/>
          <a:chOff x="0" y="0"/>
          <a:chExt cx="0" cy="0"/>
        </a:xfrm>
      </p:grpSpPr>
      <p:sp>
        <p:nvSpPr>
          <p:cNvPr id="26" name="Text Placeholder 3"/>
          <p:cNvSpPr>
            <a:spLocks noGrp="1"/>
          </p:cNvSpPr>
          <p:nvPr>
            <p:ph type="body" sz="half" idx="21" hasCustomPrompt="1"/>
          </p:nvPr>
        </p:nvSpPr>
        <p:spPr bwMode="ltGray">
          <a:xfrm>
            <a:off x="9726846" y="5910889"/>
            <a:ext cx="4413970" cy="1382653"/>
          </a:xfrm>
          <a:noFill/>
          <a:ln w="57150">
            <a:noFill/>
            <a:miter lim="800000"/>
          </a:ln>
        </p:spPr>
        <p:txBody>
          <a:bodyPr lIns="137160" tIns="91440" rIns="137160" bIns="91440">
            <a:noAutofit/>
          </a:bodyPr>
          <a:lstStyle>
            <a:lvl1pPr marL="0" indent="0" algn="ctr">
              <a:spcBef>
                <a:spcPts val="1080"/>
              </a:spcBef>
              <a:buNone/>
              <a:defRPr sz="2160">
                <a:latin typeface="+mn-lt"/>
              </a:defRPr>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dirty="0"/>
              <a:t>Click to add caption</a:t>
            </a:r>
          </a:p>
          <a:p>
            <a:pPr lvl="0"/>
            <a:endParaRPr lang="en-US" dirty="0"/>
          </a:p>
        </p:txBody>
      </p:sp>
      <p:sp>
        <p:nvSpPr>
          <p:cNvPr id="27" name="Picture Placeholder 3"/>
          <p:cNvSpPr>
            <a:spLocks noGrp="1"/>
          </p:cNvSpPr>
          <p:nvPr>
            <p:ph type="pic" sz="quarter" idx="22" hasCustomPrompt="1"/>
          </p:nvPr>
        </p:nvSpPr>
        <p:spPr>
          <a:xfrm>
            <a:off x="9716411" y="1199448"/>
            <a:ext cx="4413970" cy="4564685"/>
          </a:xfrm>
        </p:spPr>
        <p:txBody>
          <a:bodyPr anchor="ctr"/>
          <a:lstStyle>
            <a:lvl1pPr marL="0" indent="0" algn="ctr">
              <a:buNone/>
              <a:defRPr>
                <a:latin typeface="+mn-lt"/>
              </a:defRPr>
            </a:lvl1pPr>
          </a:lstStyle>
          <a:p>
            <a:r>
              <a:rPr lang="en-US" dirty="0"/>
              <a:t>Click to add picture</a:t>
            </a:r>
          </a:p>
        </p:txBody>
      </p:sp>
      <p:sp>
        <p:nvSpPr>
          <p:cNvPr id="24" name="Text Placeholder 2"/>
          <p:cNvSpPr>
            <a:spLocks noGrp="1"/>
          </p:cNvSpPr>
          <p:nvPr>
            <p:ph type="body" sz="half" idx="19" hasCustomPrompt="1"/>
          </p:nvPr>
        </p:nvSpPr>
        <p:spPr bwMode="ltGray">
          <a:xfrm>
            <a:off x="5086805" y="5910889"/>
            <a:ext cx="4413970" cy="1382653"/>
          </a:xfrm>
          <a:noFill/>
          <a:ln w="57150">
            <a:noFill/>
            <a:miter lim="800000"/>
          </a:ln>
        </p:spPr>
        <p:txBody>
          <a:bodyPr lIns="137160" tIns="91440" rIns="137160" bIns="91440">
            <a:noAutofit/>
          </a:bodyPr>
          <a:lstStyle>
            <a:lvl1pPr marL="0" indent="0" algn="ctr">
              <a:spcBef>
                <a:spcPts val="1080"/>
              </a:spcBef>
              <a:buNone/>
              <a:defRPr sz="2160">
                <a:latin typeface="+mn-lt"/>
              </a:defRPr>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dirty="0"/>
              <a:t>Click to add caption</a:t>
            </a:r>
          </a:p>
          <a:p>
            <a:pPr lvl="0"/>
            <a:endParaRPr lang="en-US" dirty="0"/>
          </a:p>
        </p:txBody>
      </p:sp>
      <p:sp>
        <p:nvSpPr>
          <p:cNvPr id="25" name="Picture Placeholder 2"/>
          <p:cNvSpPr>
            <a:spLocks noGrp="1"/>
          </p:cNvSpPr>
          <p:nvPr>
            <p:ph type="pic" sz="quarter" idx="20" hasCustomPrompt="1"/>
          </p:nvPr>
        </p:nvSpPr>
        <p:spPr>
          <a:xfrm>
            <a:off x="5086805" y="1199448"/>
            <a:ext cx="4413970" cy="4564685"/>
          </a:xfrm>
        </p:spPr>
        <p:txBody>
          <a:bodyPr anchor="ctr"/>
          <a:lstStyle>
            <a:lvl1pPr marL="0" indent="0" algn="ctr">
              <a:buNone/>
              <a:defRPr>
                <a:latin typeface="+mn-lt"/>
              </a:defRPr>
            </a:lvl1pPr>
          </a:lstStyle>
          <a:p>
            <a:r>
              <a:rPr lang="en-US" dirty="0"/>
              <a:t>Click to add picture</a:t>
            </a:r>
          </a:p>
        </p:txBody>
      </p:sp>
      <p:sp>
        <p:nvSpPr>
          <p:cNvPr id="18" name="Text Placeholder 1"/>
          <p:cNvSpPr>
            <a:spLocks noGrp="1"/>
          </p:cNvSpPr>
          <p:nvPr>
            <p:ph type="body" sz="half" idx="2" hasCustomPrompt="1"/>
          </p:nvPr>
        </p:nvSpPr>
        <p:spPr bwMode="ltGray">
          <a:xfrm>
            <a:off x="467635" y="5910889"/>
            <a:ext cx="4413970" cy="1382653"/>
          </a:xfrm>
          <a:noFill/>
          <a:ln w="57150">
            <a:noFill/>
            <a:miter lim="800000"/>
          </a:ln>
        </p:spPr>
        <p:txBody>
          <a:bodyPr lIns="137160" tIns="91440" rIns="137160" bIns="91440">
            <a:noAutofit/>
          </a:bodyPr>
          <a:lstStyle>
            <a:lvl1pPr marL="0" indent="0" algn="ctr">
              <a:spcBef>
                <a:spcPts val="1080"/>
              </a:spcBef>
              <a:buNone/>
              <a:defRPr sz="2160">
                <a:latin typeface="+mn-lt"/>
              </a:defRPr>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dirty="0"/>
              <a:t>Click to add caption</a:t>
            </a:r>
          </a:p>
          <a:p>
            <a:pPr lvl="0"/>
            <a:endParaRPr lang="en-US" dirty="0"/>
          </a:p>
        </p:txBody>
      </p:sp>
      <p:sp>
        <p:nvSpPr>
          <p:cNvPr id="19" name="Picture Placeholder 1"/>
          <p:cNvSpPr>
            <a:spLocks noGrp="1"/>
          </p:cNvSpPr>
          <p:nvPr>
            <p:ph type="pic" sz="quarter" idx="18" hasCustomPrompt="1"/>
          </p:nvPr>
        </p:nvSpPr>
        <p:spPr>
          <a:xfrm>
            <a:off x="457200" y="1199448"/>
            <a:ext cx="4413970" cy="4564685"/>
          </a:xfrm>
        </p:spPr>
        <p:txBody>
          <a:bodyPr anchor="ctr"/>
          <a:lstStyle>
            <a:lvl1pPr marL="0" indent="0" algn="ctr">
              <a:buNone/>
              <a:defRPr>
                <a:latin typeface="+mn-lt"/>
              </a:defRPr>
            </a:lvl1pPr>
          </a:lstStyle>
          <a:p>
            <a:r>
              <a:rPr lang="en-US" dirty="0"/>
              <a:t>Click to add picture</a:t>
            </a:r>
          </a:p>
        </p:txBody>
      </p:sp>
      <p:sp>
        <p:nvSpPr>
          <p:cNvPr id="14" name="Bar"/>
          <p:cNvSpPr/>
          <p:nvPr userDrawn="1"/>
        </p:nvSpPr>
        <p:spPr>
          <a:xfrm>
            <a:off x="462121" y="1012662"/>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4" name="Title">
            <a:extLst>
              <a:ext uri="{FF2B5EF4-FFF2-40B4-BE49-F238E27FC236}">
                <a16:creationId xmlns:a16="http://schemas.microsoft.com/office/drawing/2014/main" id="{58DA0A33-9CC4-4DCC-85C5-5D814DA5F52A}"/>
              </a:ext>
            </a:extLst>
          </p:cNvPr>
          <p:cNvSpPr>
            <a:spLocks noGrp="1"/>
          </p:cNvSpPr>
          <p:nvPr>
            <p:ph type="title"/>
          </p:nvPr>
        </p:nvSpPr>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95E78B5B-38D0-4241-B1F6-380820ADBD5B}"/>
              </a:ext>
            </a:extLst>
          </p:cNvPr>
          <p:cNvSpPr>
            <a:spLocks noGrp="1"/>
          </p:cNvSpPr>
          <p:nvPr>
            <p:ph type="sldNum" sz="quarter" idx="24"/>
          </p:nvPr>
        </p:nvSpPr>
        <p:spPr/>
        <p:txBody>
          <a:bodyPr/>
          <a:lstStyle/>
          <a:p>
            <a:pPr defTabSz="1306105"/>
            <a:fld id="{104FC826-72BB-4AF1-BA01-A94F7396A7DC}" type="slidenum">
              <a:rPr lang="en-US" smtClean="0"/>
              <a:pPr defTabSz="1306105"/>
              <a:t>‹#›</a:t>
            </a:fld>
            <a:endParaRPr lang="en-US" dirty="0"/>
          </a:p>
        </p:txBody>
      </p:sp>
      <p:sp>
        <p:nvSpPr>
          <p:cNvPr id="2" name="Footer Placeholder">
            <a:extLst>
              <a:ext uri="{FF2B5EF4-FFF2-40B4-BE49-F238E27FC236}">
                <a16:creationId xmlns:a16="http://schemas.microsoft.com/office/drawing/2014/main" id="{DD820592-1C1F-4092-94E5-D39D7CA09406}"/>
              </a:ext>
            </a:extLst>
          </p:cNvPr>
          <p:cNvSpPr>
            <a:spLocks noGrp="1"/>
          </p:cNvSpPr>
          <p:nvPr>
            <p:ph type="ftr" sz="quarter" idx="23"/>
          </p:nvPr>
        </p:nvSpPr>
        <p:spPr/>
        <p:txBody>
          <a:bodyPr/>
          <a:lstStyle/>
          <a:p>
            <a:r>
              <a:rPr lang="en-US" dirty="0"/>
              <a:t>Confidential | Authorized</a:t>
            </a:r>
          </a:p>
        </p:txBody>
      </p:sp>
    </p:spTree>
    <p:extLst>
      <p:ext uri="{BB962C8B-B14F-4D97-AF65-F5344CB8AC3E}">
        <p14:creationId xmlns:p14="http://schemas.microsoft.com/office/powerpoint/2010/main" val="2420433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hree Pictures with Text">
    <p:spTree>
      <p:nvGrpSpPr>
        <p:cNvPr id="1" name=""/>
        <p:cNvGrpSpPr/>
        <p:nvPr/>
      </p:nvGrpSpPr>
      <p:grpSpPr>
        <a:xfrm>
          <a:off x="0" y="0"/>
          <a:ext cx="0" cy="0"/>
          <a:chOff x="0" y="0"/>
          <a:chExt cx="0" cy="0"/>
        </a:xfrm>
      </p:grpSpPr>
      <p:sp>
        <p:nvSpPr>
          <p:cNvPr id="15" name="Text Placeholder 3">
            <a:extLst>
              <a:ext uri="{FF2B5EF4-FFF2-40B4-BE49-F238E27FC236}">
                <a16:creationId xmlns:a16="http://schemas.microsoft.com/office/drawing/2014/main" id="{145BD124-6171-43C5-8405-25101FA6FBFB}"/>
              </a:ext>
            </a:extLst>
          </p:cNvPr>
          <p:cNvSpPr>
            <a:spLocks noGrp="1"/>
          </p:cNvSpPr>
          <p:nvPr>
            <p:ph type="body" sz="quarter" idx="26"/>
          </p:nvPr>
        </p:nvSpPr>
        <p:spPr>
          <a:xfrm>
            <a:off x="9593689" y="5172854"/>
            <a:ext cx="4536692" cy="2226166"/>
          </a:xfrm>
        </p:spPr>
        <p:txBody>
          <a:bodyPr/>
          <a:lstStyle>
            <a:lvl1pPr marL="0" indent="0">
              <a:buNone/>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p:txBody>
      </p:sp>
      <p:sp>
        <p:nvSpPr>
          <p:cNvPr id="20" name="Bar 3">
            <a:extLst>
              <a:ext uri="{FF2B5EF4-FFF2-40B4-BE49-F238E27FC236}">
                <a16:creationId xmlns:a16="http://schemas.microsoft.com/office/drawing/2014/main" id="{42FA215D-0B81-4E67-9714-4DF602504A3A}"/>
              </a:ext>
            </a:extLst>
          </p:cNvPr>
          <p:cNvSpPr/>
          <p:nvPr userDrawn="1"/>
        </p:nvSpPr>
        <p:spPr>
          <a:xfrm>
            <a:off x="9716411" y="5110471"/>
            <a:ext cx="4415040" cy="6583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27" name="Picture Placeholder 3"/>
          <p:cNvSpPr>
            <a:spLocks noGrp="1"/>
          </p:cNvSpPr>
          <p:nvPr>
            <p:ph type="pic" sz="quarter" idx="22" hasCustomPrompt="1"/>
          </p:nvPr>
        </p:nvSpPr>
        <p:spPr>
          <a:xfrm>
            <a:off x="9716411" y="1199448"/>
            <a:ext cx="4413970" cy="3758400"/>
          </a:xfrm>
        </p:spPr>
        <p:txBody>
          <a:bodyPr anchor="ctr"/>
          <a:lstStyle>
            <a:lvl1pPr marL="0" indent="0" algn="ctr">
              <a:buNone/>
              <a:defRPr>
                <a:latin typeface="+mn-lt"/>
              </a:defRPr>
            </a:lvl1pPr>
          </a:lstStyle>
          <a:p>
            <a:r>
              <a:rPr lang="en-US" dirty="0"/>
              <a:t>Click to add picture</a:t>
            </a:r>
          </a:p>
        </p:txBody>
      </p:sp>
      <p:sp>
        <p:nvSpPr>
          <p:cNvPr id="17" name="Bar 2">
            <a:extLst>
              <a:ext uri="{FF2B5EF4-FFF2-40B4-BE49-F238E27FC236}">
                <a16:creationId xmlns:a16="http://schemas.microsoft.com/office/drawing/2014/main" id="{0D8D023B-EF10-400C-BF2B-43E4924E8642}"/>
              </a:ext>
            </a:extLst>
          </p:cNvPr>
          <p:cNvSpPr/>
          <p:nvPr userDrawn="1"/>
        </p:nvSpPr>
        <p:spPr>
          <a:xfrm>
            <a:off x="5086805" y="5110471"/>
            <a:ext cx="4415040" cy="6583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13" name="Text Placeholder 2">
            <a:extLst>
              <a:ext uri="{FF2B5EF4-FFF2-40B4-BE49-F238E27FC236}">
                <a16:creationId xmlns:a16="http://schemas.microsoft.com/office/drawing/2014/main" id="{5A3D17EC-2963-45F0-9DC4-19C039BA810F}"/>
              </a:ext>
            </a:extLst>
          </p:cNvPr>
          <p:cNvSpPr>
            <a:spLocks noGrp="1"/>
          </p:cNvSpPr>
          <p:nvPr>
            <p:ph type="body" sz="quarter" idx="25"/>
          </p:nvPr>
        </p:nvSpPr>
        <p:spPr>
          <a:xfrm>
            <a:off x="4964083" y="5172854"/>
            <a:ext cx="4536692" cy="2226166"/>
          </a:xfrm>
        </p:spPr>
        <p:txBody>
          <a:bodyPr/>
          <a:lstStyle>
            <a:lvl1pPr marL="0" indent="0">
              <a:buNone/>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p:txBody>
      </p:sp>
      <p:sp>
        <p:nvSpPr>
          <p:cNvPr id="25" name="Picture Placeholder 2"/>
          <p:cNvSpPr>
            <a:spLocks noGrp="1"/>
          </p:cNvSpPr>
          <p:nvPr>
            <p:ph type="pic" sz="quarter" idx="20" hasCustomPrompt="1"/>
          </p:nvPr>
        </p:nvSpPr>
        <p:spPr>
          <a:xfrm>
            <a:off x="5086805" y="1199448"/>
            <a:ext cx="4413970" cy="3758400"/>
          </a:xfrm>
        </p:spPr>
        <p:txBody>
          <a:bodyPr anchor="ctr"/>
          <a:lstStyle>
            <a:lvl1pPr marL="0" indent="0" algn="ctr">
              <a:buNone/>
              <a:defRPr>
                <a:latin typeface="+mn-lt"/>
              </a:defRPr>
            </a:lvl1pPr>
          </a:lstStyle>
          <a:p>
            <a:r>
              <a:rPr lang="en-US" dirty="0"/>
              <a:t>Click to add picture</a:t>
            </a:r>
          </a:p>
        </p:txBody>
      </p:sp>
      <p:sp>
        <p:nvSpPr>
          <p:cNvPr id="12" name="Text Placeholder 1">
            <a:extLst>
              <a:ext uri="{FF2B5EF4-FFF2-40B4-BE49-F238E27FC236}">
                <a16:creationId xmlns:a16="http://schemas.microsoft.com/office/drawing/2014/main" id="{FF3BA045-26B3-4E52-9906-6D3BA878767E}"/>
              </a:ext>
            </a:extLst>
          </p:cNvPr>
          <p:cNvSpPr>
            <a:spLocks noGrp="1"/>
          </p:cNvSpPr>
          <p:nvPr>
            <p:ph type="body" sz="quarter" idx="14"/>
          </p:nvPr>
        </p:nvSpPr>
        <p:spPr>
          <a:xfrm>
            <a:off x="334478" y="5172854"/>
            <a:ext cx="4536692" cy="2226166"/>
          </a:xfrm>
        </p:spPr>
        <p:txBody>
          <a:bodyPr/>
          <a:lstStyle>
            <a:lvl1pPr marL="0" indent="0">
              <a:buNone/>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p:txBody>
      </p:sp>
      <p:sp>
        <p:nvSpPr>
          <p:cNvPr id="16" name="Bar 1">
            <a:extLst>
              <a:ext uri="{FF2B5EF4-FFF2-40B4-BE49-F238E27FC236}">
                <a16:creationId xmlns:a16="http://schemas.microsoft.com/office/drawing/2014/main" id="{A6732A66-F432-4DBF-9D12-1CD6789335F1}"/>
              </a:ext>
            </a:extLst>
          </p:cNvPr>
          <p:cNvSpPr/>
          <p:nvPr userDrawn="1"/>
        </p:nvSpPr>
        <p:spPr>
          <a:xfrm>
            <a:off x="453473" y="5110471"/>
            <a:ext cx="4415040" cy="658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19" name="Picture Placeholder 1"/>
          <p:cNvSpPr>
            <a:spLocks noGrp="1"/>
          </p:cNvSpPr>
          <p:nvPr>
            <p:ph type="pic" sz="quarter" idx="18" hasCustomPrompt="1"/>
          </p:nvPr>
        </p:nvSpPr>
        <p:spPr>
          <a:xfrm>
            <a:off x="455336" y="1199448"/>
            <a:ext cx="4413970" cy="3758400"/>
          </a:xfrm>
        </p:spPr>
        <p:txBody>
          <a:bodyPr anchor="ctr"/>
          <a:lstStyle>
            <a:lvl1pPr marL="0" indent="0" algn="ctr">
              <a:buNone/>
              <a:defRPr>
                <a:latin typeface="+mn-lt"/>
              </a:defRPr>
            </a:lvl1pPr>
          </a:lstStyle>
          <a:p>
            <a:r>
              <a:rPr lang="en-US" dirty="0"/>
              <a:t>Click to add picture</a:t>
            </a:r>
          </a:p>
        </p:txBody>
      </p:sp>
      <p:sp>
        <p:nvSpPr>
          <p:cNvPr id="14" name="Bar"/>
          <p:cNvSpPr/>
          <p:nvPr userDrawn="1"/>
        </p:nvSpPr>
        <p:spPr>
          <a:xfrm>
            <a:off x="462121" y="1012662"/>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4" name="Title">
            <a:extLst>
              <a:ext uri="{FF2B5EF4-FFF2-40B4-BE49-F238E27FC236}">
                <a16:creationId xmlns:a16="http://schemas.microsoft.com/office/drawing/2014/main" id="{58DA0A33-9CC4-4DCC-85C5-5D814DA5F52A}"/>
              </a:ext>
            </a:extLst>
          </p:cNvPr>
          <p:cNvSpPr>
            <a:spLocks noGrp="1"/>
          </p:cNvSpPr>
          <p:nvPr>
            <p:ph type="title"/>
          </p:nvPr>
        </p:nvSpPr>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95E78B5B-38D0-4241-B1F6-380820ADBD5B}"/>
              </a:ext>
            </a:extLst>
          </p:cNvPr>
          <p:cNvSpPr>
            <a:spLocks noGrp="1"/>
          </p:cNvSpPr>
          <p:nvPr>
            <p:ph type="sldNum" sz="quarter" idx="24"/>
          </p:nvPr>
        </p:nvSpPr>
        <p:spPr/>
        <p:txBody>
          <a:bodyPr/>
          <a:lstStyle/>
          <a:p>
            <a:pPr defTabSz="1306105"/>
            <a:fld id="{104FC826-72BB-4AF1-BA01-A94F7396A7DC}" type="slidenum">
              <a:rPr lang="en-US" smtClean="0"/>
              <a:pPr defTabSz="1306105"/>
              <a:t>‹#›</a:t>
            </a:fld>
            <a:endParaRPr lang="en-US" dirty="0"/>
          </a:p>
        </p:txBody>
      </p:sp>
      <p:sp>
        <p:nvSpPr>
          <p:cNvPr id="2" name="Footer Placeholder">
            <a:extLst>
              <a:ext uri="{FF2B5EF4-FFF2-40B4-BE49-F238E27FC236}">
                <a16:creationId xmlns:a16="http://schemas.microsoft.com/office/drawing/2014/main" id="{DD820592-1C1F-4092-94E5-D39D7CA09406}"/>
              </a:ext>
            </a:extLst>
          </p:cNvPr>
          <p:cNvSpPr>
            <a:spLocks noGrp="1"/>
          </p:cNvSpPr>
          <p:nvPr>
            <p:ph type="ftr" sz="quarter" idx="23"/>
          </p:nvPr>
        </p:nvSpPr>
        <p:spPr/>
        <p:txBody>
          <a:bodyPr/>
          <a:lstStyle/>
          <a:p>
            <a:r>
              <a:rPr lang="en-US" dirty="0"/>
              <a:t>Confidential | Authorized</a:t>
            </a:r>
          </a:p>
        </p:txBody>
      </p:sp>
    </p:spTree>
    <p:extLst>
      <p:ext uri="{BB962C8B-B14F-4D97-AF65-F5344CB8AC3E}">
        <p14:creationId xmlns:p14="http://schemas.microsoft.com/office/powerpoint/2010/main" val="453545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wo Pictures with Text">
    <p:spTree>
      <p:nvGrpSpPr>
        <p:cNvPr id="1" name=""/>
        <p:cNvGrpSpPr/>
        <p:nvPr/>
      </p:nvGrpSpPr>
      <p:grpSpPr>
        <a:xfrm>
          <a:off x="0" y="0"/>
          <a:ext cx="0" cy="0"/>
          <a:chOff x="0" y="0"/>
          <a:chExt cx="0" cy="0"/>
        </a:xfrm>
      </p:grpSpPr>
      <p:sp>
        <p:nvSpPr>
          <p:cNvPr id="14" name="Bar"/>
          <p:cNvSpPr/>
          <p:nvPr userDrawn="1"/>
        </p:nvSpPr>
        <p:spPr>
          <a:xfrm>
            <a:off x="462121" y="1012662"/>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4" name="Title">
            <a:extLst>
              <a:ext uri="{FF2B5EF4-FFF2-40B4-BE49-F238E27FC236}">
                <a16:creationId xmlns:a16="http://schemas.microsoft.com/office/drawing/2014/main" id="{58DA0A33-9CC4-4DCC-85C5-5D814DA5F52A}"/>
              </a:ext>
            </a:extLst>
          </p:cNvPr>
          <p:cNvSpPr>
            <a:spLocks noGrp="1"/>
          </p:cNvSpPr>
          <p:nvPr>
            <p:ph type="title"/>
          </p:nvPr>
        </p:nvSpPr>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95E78B5B-38D0-4241-B1F6-380820ADBD5B}"/>
              </a:ext>
            </a:extLst>
          </p:cNvPr>
          <p:cNvSpPr>
            <a:spLocks noGrp="1"/>
          </p:cNvSpPr>
          <p:nvPr>
            <p:ph type="sldNum" sz="quarter" idx="24"/>
          </p:nvPr>
        </p:nvSpPr>
        <p:spPr/>
        <p:txBody>
          <a:bodyPr/>
          <a:lstStyle/>
          <a:p>
            <a:pPr defTabSz="1306105"/>
            <a:fld id="{104FC826-72BB-4AF1-BA01-A94F7396A7DC}" type="slidenum">
              <a:rPr lang="en-US" smtClean="0"/>
              <a:pPr defTabSz="1306105"/>
              <a:t>‹#›</a:t>
            </a:fld>
            <a:endParaRPr lang="en-US" dirty="0"/>
          </a:p>
        </p:txBody>
      </p:sp>
      <p:sp>
        <p:nvSpPr>
          <p:cNvPr id="2" name="Footer Placeholder">
            <a:extLst>
              <a:ext uri="{FF2B5EF4-FFF2-40B4-BE49-F238E27FC236}">
                <a16:creationId xmlns:a16="http://schemas.microsoft.com/office/drawing/2014/main" id="{DD820592-1C1F-4092-94E5-D39D7CA09406}"/>
              </a:ext>
            </a:extLst>
          </p:cNvPr>
          <p:cNvSpPr>
            <a:spLocks noGrp="1"/>
          </p:cNvSpPr>
          <p:nvPr>
            <p:ph type="ftr" sz="quarter" idx="23"/>
          </p:nvPr>
        </p:nvSpPr>
        <p:spPr/>
        <p:txBody>
          <a:bodyPr/>
          <a:lstStyle/>
          <a:p>
            <a:r>
              <a:rPr lang="en-US" dirty="0"/>
              <a:t>Confidential | Authorized</a:t>
            </a:r>
          </a:p>
        </p:txBody>
      </p:sp>
      <p:sp>
        <p:nvSpPr>
          <p:cNvPr id="13" name="Text Placeholder 2">
            <a:extLst>
              <a:ext uri="{FF2B5EF4-FFF2-40B4-BE49-F238E27FC236}">
                <a16:creationId xmlns:a16="http://schemas.microsoft.com/office/drawing/2014/main" id="{5A3D17EC-2963-45F0-9DC4-19C039BA810F}"/>
              </a:ext>
            </a:extLst>
          </p:cNvPr>
          <p:cNvSpPr>
            <a:spLocks noGrp="1"/>
          </p:cNvSpPr>
          <p:nvPr>
            <p:ph type="body" sz="quarter" idx="25"/>
          </p:nvPr>
        </p:nvSpPr>
        <p:spPr>
          <a:xfrm>
            <a:off x="7315201" y="5172854"/>
            <a:ext cx="6825614" cy="2226166"/>
          </a:xfrm>
        </p:spPr>
        <p:txBody>
          <a:bodyPr/>
          <a:lstStyle>
            <a:lvl1pPr marL="0" indent="0">
              <a:buNone/>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p:txBody>
      </p:sp>
      <p:sp>
        <p:nvSpPr>
          <p:cNvPr id="17" name="Bar 2">
            <a:extLst>
              <a:ext uri="{FF2B5EF4-FFF2-40B4-BE49-F238E27FC236}">
                <a16:creationId xmlns:a16="http://schemas.microsoft.com/office/drawing/2014/main" id="{0D8D023B-EF10-400C-BF2B-43E4924E8642}"/>
              </a:ext>
            </a:extLst>
          </p:cNvPr>
          <p:cNvSpPr/>
          <p:nvPr userDrawn="1"/>
        </p:nvSpPr>
        <p:spPr>
          <a:xfrm>
            <a:off x="7466416" y="5110471"/>
            <a:ext cx="6674400" cy="6583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18" name="Picture Placeholder 2">
            <a:extLst>
              <a:ext uri="{FF2B5EF4-FFF2-40B4-BE49-F238E27FC236}">
                <a16:creationId xmlns:a16="http://schemas.microsoft.com/office/drawing/2014/main" id="{BFE93BF0-E1B7-4E00-B095-E182346B5D7F}"/>
              </a:ext>
            </a:extLst>
          </p:cNvPr>
          <p:cNvSpPr>
            <a:spLocks noGrp="1"/>
          </p:cNvSpPr>
          <p:nvPr>
            <p:ph type="pic" sz="quarter" idx="20" hasCustomPrompt="1"/>
          </p:nvPr>
        </p:nvSpPr>
        <p:spPr>
          <a:xfrm>
            <a:off x="7466416" y="1183156"/>
            <a:ext cx="6674400" cy="3758400"/>
          </a:xfrm>
        </p:spPr>
        <p:txBody>
          <a:bodyPr anchor="ctr"/>
          <a:lstStyle>
            <a:lvl1pPr marL="0" indent="0" algn="ctr">
              <a:buNone/>
              <a:defRPr>
                <a:latin typeface="+mn-lt"/>
              </a:defRPr>
            </a:lvl1pPr>
          </a:lstStyle>
          <a:p>
            <a:r>
              <a:rPr lang="en-US" dirty="0"/>
              <a:t>Click to add picture</a:t>
            </a:r>
          </a:p>
        </p:txBody>
      </p:sp>
      <p:sp>
        <p:nvSpPr>
          <p:cNvPr id="12" name="Text Placeholder 1">
            <a:extLst>
              <a:ext uri="{FF2B5EF4-FFF2-40B4-BE49-F238E27FC236}">
                <a16:creationId xmlns:a16="http://schemas.microsoft.com/office/drawing/2014/main" id="{FF3BA045-26B3-4E52-9906-6D3BA878767E}"/>
              </a:ext>
            </a:extLst>
          </p:cNvPr>
          <p:cNvSpPr>
            <a:spLocks noGrp="1"/>
          </p:cNvSpPr>
          <p:nvPr>
            <p:ph type="body" sz="quarter" idx="14"/>
          </p:nvPr>
        </p:nvSpPr>
        <p:spPr>
          <a:xfrm>
            <a:off x="334478" y="5172854"/>
            <a:ext cx="6793396" cy="2226166"/>
          </a:xfrm>
        </p:spPr>
        <p:txBody>
          <a:bodyPr/>
          <a:lstStyle>
            <a:lvl1pPr marL="0" indent="0">
              <a:buNone/>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p:txBody>
      </p:sp>
      <p:sp>
        <p:nvSpPr>
          <p:cNvPr id="16" name="Bar 1">
            <a:extLst>
              <a:ext uri="{FF2B5EF4-FFF2-40B4-BE49-F238E27FC236}">
                <a16:creationId xmlns:a16="http://schemas.microsoft.com/office/drawing/2014/main" id="{A6732A66-F432-4DBF-9D12-1CD6789335F1}"/>
              </a:ext>
            </a:extLst>
          </p:cNvPr>
          <p:cNvSpPr/>
          <p:nvPr userDrawn="1"/>
        </p:nvSpPr>
        <p:spPr>
          <a:xfrm>
            <a:off x="453473" y="5110471"/>
            <a:ext cx="6674400" cy="658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21" name="Picture Placeholder 1">
            <a:extLst>
              <a:ext uri="{FF2B5EF4-FFF2-40B4-BE49-F238E27FC236}">
                <a16:creationId xmlns:a16="http://schemas.microsoft.com/office/drawing/2014/main" id="{D48EE7C4-611A-445E-A636-05C3A89474E9}"/>
              </a:ext>
            </a:extLst>
          </p:cNvPr>
          <p:cNvSpPr>
            <a:spLocks noGrp="1"/>
          </p:cNvSpPr>
          <p:nvPr>
            <p:ph type="pic" sz="quarter" idx="18" hasCustomPrompt="1"/>
          </p:nvPr>
        </p:nvSpPr>
        <p:spPr>
          <a:xfrm>
            <a:off x="457200" y="1199448"/>
            <a:ext cx="6675120" cy="3758400"/>
          </a:xfrm>
        </p:spPr>
        <p:txBody>
          <a:bodyPr anchor="ctr"/>
          <a:lstStyle>
            <a:lvl1pPr marL="0" indent="0" algn="ctr">
              <a:buNone/>
              <a:defRPr>
                <a:latin typeface="+mn-lt"/>
              </a:defRPr>
            </a:lvl1pPr>
          </a:lstStyle>
          <a:p>
            <a:r>
              <a:rPr lang="en-US" dirty="0"/>
              <a:t>Click to add picture</a:t>
            </a:r>
          </a:p>
        </p:txBody>
      </p:sp>
    </p:spTree>
    <p:extLst>
      <p:ext uri="{BB962C8B-B14F-4D97-AF65-F5344CB8AC3E}">
        <p14:creationId xmlns:p14="http://schemas.microsoft.com/office/powerpoint/2010/main" val="1407693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Edge-To-Edge Picture">
    <p:spTree>
      <p:nvGrpSpPr>
        <p:cNvPr id="1" name=""/>
        <p:cNvGrpSpPr/>
        <p:nvPr/>
      </p:nvGrpSpPr>
      <p:grpSpPr>
        <a:xfrm>
          <a:off x="0" y="0"/>
          <a:ext cx="0" cy="0"/>
          <a:chOff x="0" y="0"/>
          <a:chExt cx="0" cy="0"/>
        </a:xfrm>
      </p:grpSpPr>
      <p:sp>
        <p:nvSpPr>
          <p:cNvPr id="15" name="Picture Placeholder"/>
          <p:cNvSpPr>
            <a:spLocks noGrp="1"/>
          </p:cNvSpPr>
          <p:nvPr>
            <p:ph type="pic" sz="quarter" idx="18" hasCustomPrompt="1"/>
          </p:nvPr>
        </p:nvSpPr>
        <p:spPr>
          <a:xfrm>
            <a:off x="0" y="0"/>
            <a:ext cx="14630400" cy="8229600"/>
          </a:xfrm>
          <a:ln>
            <a:noFill/>
            <a:miter lim="800000"/>
          </a:ln>
        </p:spPr>
        <p:txBody>
          <a:bodyPr anchor="ctr"/>
          <a:lstStyle>
            <a:lvl1pPr marL="0" indent="0" algn="ctr">
              <a:buNone/>
              <a:defRPr>
                <a:latin typeface="+mn-lt"/>
              </a:defRPr>
            </a:lvl1pPr>
          </a:lstStyle>
          <a:p>
            <a:r>
              <a:rPr lang="en-US" dirty="0"/>
              <a:t>Click to add picture</a:t>
            </a:r>
          </a:p>
        </p:txBody>
      </p:sp>
    </p:spTree>
    <p:extLst>
      <p:ext uri="{BB962C8B-B14F-4D97-AF65-F5344CB8AC3E}">
        <p14:creationId xmlns:p14="http://schemas.microsoft.com/office/powerpoint/2010/main" val="2408652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ype As Art, Single Line">
    <p:bg>
      <p:bgRef idx="1001">
        <a:schemeClr val="bg1"/>
      </p:bgRef>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E308CDED-96CC-443C-B3E3-675A1C4732F9}"/>
              </a:ext>
            </a:extLst>
          </p:cNvPr>
          <p:cNvSpPr>
            <a:spLocks noGrp="1"/>
          </p:cNvSpPr>
          <p:nvPr>
            <p:ph type="title" hasCustomPrompt="1"/>
          </p:nvPr>
        </p:nvSpPr>
        <p:spPr>
          <a:xfrm>
            <a:off x="457200" y="822960"/>
            <a:ext cx="13716001" cy="6621086"/>
          </a:xfrm>
          <a:prstGeom prst="rect">
            <a:avLst/>
          </a:prstGeom>
          <a:ln w="57150">
            <a:noFill/>
            <a:miter lim="800000"/>
          </a:ln>
        </p:spPr>
        <p:txBody>
          <a:bodyPr vert="horz" lIns="0" tIns="432000" rIns="0" bIns="0" rtlCol="0" anchor="ctr" anchorCtr="0">
            <a:normAutofit/>
          </a:bodyPr>
          <a:lstStyle>
            <a:lvl1pPr algn="ctr">
              <a:lnSpc>
                <a:spcPct val="75000"/>
              </a:lnSpc>
              <a:defRPr sz="20400">
                <a:blipFill dpi="0" rotWithShape="1">
                  <a:blip r:embed="rId2"/>
                  <a:srcRect/>
                  <a:stretch>
                    <a:fillRect/>
                  </a:stretch>
                </a:blipFill>
              </a:defRPr>
            </a:lvl1pPr>
          </a:lstStyle>
          <a:p>
            <a:r>
              <a:rPr lang="en-US" dirty="0"/>
              <a:t>Single line</a:t>
            </a:r>
          </a:p>
        </p:txBody>
      </p:sp>
    </p:spTree>
    <p:extLst>
      <p:ext uri="{BB962C8B-B14F-4D97-AF65-F5344CB8AC3E}">
        <p14:creationId xmlns:p14="http://schemas.microsoft.com/office/powerpoint/2010/main" val="246855345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ype As Art, Multiple Lines">
    <p:bg>
      <p:bgRef idx="1001">
        <a:schemeClr val="bg1"/>
      </p:bgRef>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E308CDED-96CC-443C-B3E3-675A1C4732F9}"/>
              </a:ext>
            </a:extLst>
          </p:cNvPr>
          <p:cNvSpPr>
            <a:spLocks noGrp="1"/>
          </p:cNvSpPr>
          <p:nvPr>
            <p:ph type="title" hasCustomPrompt="1"/>
          </p:nvPr>
        </p:nvSpPr>
        <p:spPr>
          <a:xfrm>
            <a:off x="457200" y="822960"/>
            <a:ext cx="13716001" cy="6621086"/>
          </a:xfrm>
          <a:prstGeom prst="rect">
            <a:avLst/>
          </a:prstGeom>
          <a:ln w="57150">
            <a:noFill/>
            <a:miter lim="800000"/>
          </a:ln>
        </p:spPr>
        <p:txBody>
          <a:bodyPr vert="horz" lIns="0" tIns="432000" rIns="0" bIns="0" rtlCol="0" anchor="ctr" anchorCtr="0">
            <a:normAutofit/>
          </a:bodyPr>
          <a:lstStyle>
            <a:lvl1pPr algn="l">
              <a:lnSpc>
                <a:spcPct val="65000"/>
              </a:lnSpc>
              <a:defRPr sz="15000">
                <a:blipFill dpi="0" rotWithShape="1">
                  <a:blip r:embed="rId2"/>
                  <a:srcRect/>
                  <a:stretch>
                    <a:fillRect/>
                  </a:stretch>
                </a:blipFill>
              </a:defRPr>
            </a:lvl1pPr>
          </a:lstStyle>
          <a:p>
            <a:r>
              <a:rPr lang="en-US" dirty="0"/>
              <a:t>Multiple </a:t>
            </a:r>
            <a:br>
              <a:rPr lang="en-US" dirty="0"/>
            </a:br>
            <a:r>
              <a:rPr lang="en-US" dirty="0"/>
              <a:t>lines </a:t>
            </a:r>
          </a:p>
        </p:txBody>
      </p:sp>
    </p:spTree>
    <p:extLst>
      <p:ext uri="{BB962C8B-B14F-4D97-AF65-F5344CB8AC3E}">
        <p14:creationId xmlns:p14="http://schemas.microsoft.com/office/powerpoint/2010/main" val="3687322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489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Slide Number Placeholder">
            <a:extLst>
              <a:ext uri="{FF2B5EF4-FFF2-40B4-BE49-F238E27FC236}">
                <a16:creationId xmlns:a16="http://schemas.microsoft.com/office/drawing/2014/main" id="{5202D382-F177-4EDD-9E63-D410F58B207D}"/>
              </a:ext>
            </a:extLst>
          </p:cNvPr>
          <p:cNvSpPr>
            <a:spLocks noGrp="1"/>
          </p:cNvSpPr>
          <p:nvPr>
            <p:ph type="sldNum" sz="quarter" idx="11"/>
          </p:nvPr>
        </p:nvSpPr>
        <p:spPr/>
        <p:txBody>
          <a:bodyPr/>
          <a:lstStyle/>
          <a:p>
            <a:pPr defTabSz="1306105"/>
            <a:fld id="{104FC826-72BB-4AF1-BA01-A94F7396A7DC}" type="slidenum">
              <a:rPr lang="en-US" smtClean="0"/>
              <a:pPr defTabSz="1306105"/>
              <a:t>‹#›</a:t>
            </a:fld>
            <a:endParaRPr lang="en-US" dirty="0"/>
          </a:p>
        </p:txBody>
      </p:sp>
      <p:sp>
        <p:nvSpPr>
          <p:cNvPr id="2" name="Footer Placeholder">
            <a:extLst>
              <a:ext uri="{FF2B5EF4-FFF2-40B4-BE49-F238E27FC236}">
                <a16:creationId xmlns:a16="http://schemas.microsoft.com/office/drawing/2014/main" id="{5D5BB30E-8FED-4853-AD8A-7BB93B3FF178}"/>
              </a:ext>
            </a:extLst>
          </p:cNvPr>
          <p:cNvSpPr>
            <a:spLocks noGrp="1"/>
          </p:cNvSpPr>
          <p:nvPr>
            <p:ph type="ftr" sz="quarter" idx="10"/>
          </p:nvPr>
        </p:nvSpPr>
        <p:spPr/>
        <p:txBody>
          <a:bodyPr/>
          <a:lstStyle/>
          <a:p>
            <a:r>
              <a:rPr lang="en-US" dirty="0"/>
              <a:t>Confidential | Authorized</a:t>
            </a:r>
          </a:p>
        </p:txBody>
      </p:sp>
    </p:spTree>
    <p:extLst>
      <p:ext uri="{BB962C8B-B14F-4D97-AF65-F5344CB8AC3E}">
        <p14:creationId xmlns:p14="http://schemas.microsoft.com/office/powerpoint/2010/main" val="3727066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17" name="Text Placeholder">
            <a:extLst>
              <a:ext uri="{FF2B5EF4-FFF2-40B4-BE49-F238E27FC236}">
                <a16:creationId xmlns:a16="http://schemas.microsoft.com/office/drawing/2014/main" id="{6BDD934D-C46A-42E7-82F9-E43F9A3604D0}"/>
              </a:ext>
            </a:extLst>
          </p:cNvPr>
          <p:cNvSpPr>
            <a:spLocks noGrp="1"/>
          </p:cNvSpPr>
          <p:nvPr>
            <p:ph type="body" sz="quarter" idx="13" hasCustomPrompt="1"/>
          </p:nvPr>
        </p:nvSpPr>
        <p:spPr>
          <a:xfrm>
            <a:off x="352131" y="4234584"/>
            <a:ext cx="13821068" cy="2466139"/>
          </a:xfrm>
        </p:spPr>
        <p:txBody>
          <a:bodyPr>
            <a:noAutofit/>
          </a:bodyPr>
          <a:lstStyle>
            <a:lvl1pPr marL="0" indent="0">
              <a:spcBef>
                <a:spcPts val="0"/>
              </a:spcBef>
              <a:buNone/>
              <a:defRPr sz="2640" baseline="0">
                <a:latin typeface="+mn-lt"/>
              </a:defRPr>
            </a:lvl1pPr>
            <a:lvl2pPr marL="0" indent="0">
              <a:spcBef>
                <a:spcPts val="0"/>
              </a:spcBef>
              <a:buNone/>
              <a:defRPr sz="2880"/>
            </a:lvl2pPr>
            <a:lvl3pPr marL="0" indent="0">
              <a:spcBef>
                <a:spcPts val="0"/>
              </a:spcBef>
              <a:buNone/>
              <a:defRPr sz="2880"/>
            </a:lvl3pPr>
            <a:lvl4pPr marL="0" indent="0">
              <a:spcBef>
                <a:spcPts val="0"/>
              </a:spcBef>
              <a:buNone/>
              <a:defRPr sz="2880"/>
            </a:lvl4pPr>
            <a:lvl5pPr marL="0" indent="0">
              <a:spcBef>
                <a:spcPts val="0"/>
              </a:spcBef>
              <a:buNone/>
              <a:defRPr sz="2880"/>
            </a:lvl5pPr>
            <a:lvl6pPr marL="0" indent="0">
              <a:spcBef>
                <a:spcPts val="0"/>
              </a:spcBef>
              <a:buNone/>
              <a:defRPr sz="2880"/>
            </a:lvl6pPr>
            <a:lvl7pPr marL="0" indent="0">
              <a:spcBef>
                <a:spcPts val="0"/>
              </a:spcBef>
              <a:buNone/>
              <a:defRPr sz="2880"/>
            </a:lvl7pPr>
            <a:lvl8pPr marL="0" indent="0">
              <a:spcBef>
                <a:spcPts val="0"/>
              </a:spcBef>
              <a:buNone/>
              <a:defRPr sz="2880"/>
            </a:lvl8pPr>
            <a:lvl9pPr marL="0" indent="0">
              <a:spcBef>
                <a:spcPts val="0"/>
              </a:spcBef>
              <a:buNone/>
              <a:defRPr sz="2880"/>
            </a:lvl9pPr>
          </a:lstStyle>
          <a:p>
            <a:pPr lvl="0"/>
            <a:r>
              <a:rPr lang="en-US" dirty="0"/>
              <a:t>Speaker contact information</a:t>
            </a:r>
          </a:p>
        </p:txBody>
      </p:sp>
      <p:sp>
        <p:nvSpPr>
          <p:cNvPr id="16" name="Bar">
            <a:extLst>
              <a:ext uri="{FF2B5EF4-FFF2-40B4-BE49-F238E27FC236}">
                <a16:creationId xmlns:a16="http://schemas.microsoft.com/office/drawing/2014/main" id="{62127D76-909D-4C18-BB52-4DDB379ACAE3}"/>
              </a:ext>
            </a:extLst>
          </p:cNvPr>
          <p:cNvSpPr/>
          <p:nvPr userDrawn="1"/>
        </p:nvSpPr>
        <p:spPr>
          <a:xfrm>
            <a:off x="457200" y="4048963"/>
            <a:ext cx="636340"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12" name="Title">
            <a:extLst>
              <a:ext uri="{FF2B5EF4-FFF2-40B4-BE49-F238E27FC236}">
                <a16:creationId xmlns:a16="http://schemas.microsoft.com/office/drawing/2014/main" id="{B56764AC-9C6B-4C1D-BE2B-C4E8A087CA75}"/>
              </a:ext>
            </a:extLst>
          </p:cNvPr>
          <p:cNvSpPr>
            <a:spLocks noGrp="1"/>
          </p:cNvSpPr>
          <p:nvPr>
            <p:ph type="title" hasCustomPrompt="1"/>
          </p:nvPr>
        </p:nvSpPr>
        <p:spPr>
          <a:xfrm>
            <a:off x="341699" y="625219"/>
            <a:ext cx="7434840" cy="3394392"/>
          </a:xfrm>
        </p:spPr>
        <p:txBody>
          <a:bodyPr anchor="b"/>
          <a:lstStyle>
            <a:lvl1pPr>
              <a:lnSpc>
                <a:spcPct val="85000"/>
              </a:lnSpc>
              <a:defRPr sz="5280"/>
            </a:lvl1pPr>
          </a:lstStyle>
          <a:p>
            <a:r>
              <a:rPr lang="en-US" dirty="0"/>
              <a:t>Click to add thank you message</a:t>
            </a:r>
          </a:p>
        </p:txBody>
      </p:sp>
      <p:sp>
        <p:nvSpPr>
          <p:cNvPr id="13" name="Footer Placeholder">
            <a:extLst>
              <a:ext uri="{FF2B5EF4-FFF2-40B4-BE49-F238E27FC236}">
                <a16:creationId xmlns:a16="http://schemas.microsoft.com/office/drawing/2014/main" id="{B08835D9-51EC-4CAD-A07F-93C2FF4161B9}"/>
              </a:ext>
            </a:extLst>
          </p:cNvPr>
          <p:cNvSpPr>
            <a:spLocks noGrp="1"/>
          </p:cNvSpPr>
          <p:nvPr>
            <p:ph type="ftr" sz="quarter" idx="3"/>
          </p:nvPr>
        </p:nvSpPr>
        <p:spPr>
          <a:xfrm>
            <a:off x="5249664" y="7108256"/>
            <a:ext cx="8977392" cy="493897"/>
          </a:xfrm>
          <a:prstGeom prst="rect">
            <a:avLst/>
          </a:prstGeom>
        </p:spPr>
        <p:txBody>
          <a:bodyPr vert="horz" lIns="90000" tIns="0" rIns="90000" bIns="0" rtlCol="0" anchor="b"/>
          <a:lstStyle>
            <a:lvl1pPr algn="r">
              <a:lnSpc>
                <a:spcPct val="90000"/>
              </a:lnSpc>
              <a:defRPr sz="1440" cap="none" baseline="0">
                <a:solidFill>
                  <a:schemeClr val="tx1"/>
                </a:solidFill>
                <a:latin typeface="+mn-lt"/>
              </a:defRPr>
            </a:lvl1pPr>
          </a:lstStyle>
          <a:p>
            <a:r>
              <a:rPr lang="en-US" dirty="0"/>
              <a:t>Confidential | Authorized</a:t>
            </a:r>
          </a:p>
        </p:txBody>
      </p:sp>
      <p:sp>
        <p:nvSpPr>
          <p:cNvPr id="7" name="TextBox 6">
            <a:extLst>
              <a:ext uri="{FF2B5EF4-FFF2-40B4-BE49-F238E27FC236}">
                <a16:creationId xmlns:a16="http://schemas.microsoft.com/office/drawing/2014/main" id="{8A720469-4E8E-4F55-96D3-10560B47177B}"/>
              </a:ext>
            </a:extLst>
          </p:cNvPr>
          <p:cNvSpPr txBox="1"/>
          <p:nvPr userDrawn="1"/>
        </p:nvSpPr>
        <p:spPr>
          <a:xfrm>
            <a:off x="9738360" y="7602153"/>
            <a:ext cx="4488696" cy="313932"/>
          </a:xfrm>
          <a:prstGeom prst="rect">
            <a:avLst/>
          </a:prstGeom>
          <a:noFill/>
          <a:ln w="57150">
            <a:noFill/>
            <a:miter lim="800000"/>
          </a:ln>
        </p:spPr>
        <p:txBody>
          <a:bodyPr wrap="square">
            <a:spAutoFit/>
          </a:bodyPr>
          <a:lstStyle/>
          <a:p>
            <a:pPr algn="r"/>
            <a:r>
              <a:rPr lang="en-US" sz="1440" dirty="0">
                <a:effectLst/>
                <a:latin typeface="+mj-lt"/>
                <a:ea typeface="Times New Roman" panose="02020603050405020304" pitchFamily="18" charset="0"/>
                <a:cs typeface="Times New Roman" panose="02020603050405020304" pitchFamily="18" charset="0"/>
              </a:rPr>
              <a:t>© </a:t>
            </a:r>
            <a:fld id="{DA3777BF-A1C6-4F92-A9EA-7320C98A4638}" type="datetimeyyyy">
              <a:rPr lang="en-US" sz="1440" smtClean="0">
                <a:effectLst/>
                <a:latin typeface="+mj-lt"/>
                <a:ea typeface="Times New Roman" panose="02020603050405020304" pitchFamily="18" charset="0"/>
                <a:cs typeface="Times New Roman" panose="02020603050405020304" pitchFamily="18" charset="0"/>
              </a:rPr>
              <a:pPr algn="r"/>
              <a:t>2025</a:t>
            </a:fld>
            <a:r>
              <a:rPr lang="en-US" sz="1440" dirty="0">
                <a:effectLst/>
                <a:latin typeface="+mj-lt"/>
                <a:ea typeface="Times New Roman" panose="02020603050405020304" pitchFamily="18" charset="0"/>
                <a:cs typeface="Times New Roman" panose="02020603050405020304" pitchFamily="18" charset="0"/>
              </a:rPr>
              <a:t> Hewlett Packard Enterprise Development LP</a:t>
            </a:r>
          </a:p>
        </p:txBody>
      </p:sp>
    </p:spTree>
    <p:extLst>
      <p:ext uri="{BB962C8B-B14F-4D97-AF65-F5344CB8AC3E}">
        <p14:creationId xmlns:p14="http://schemas.microsoft.com/office/powerpoint/2010/main" val="3097858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SP TOC">
    <p:spTree>
      <p:nvGrpSpPr>
        <p:cNvPr id="1" name=""/>
        <p:cNvGrpSpPr/>
        <p:nvPr/>
      </p:nvGrpSpPr>
      <p:grpSpPr>
        <a:xfrm>
          <a:off x="0" y="0"/>
          <a:ext cx="0" cy="0"/>
          <a:chOff x="0" y="0"/>
          <a:chExt cx="0" cy="0"/>
        </a:xfrm>
      </p:grpSpPr>
      <p:sp>
        <p:nvSpPr>
          <p:cNvPr id="31" name="SP Agenda Notice" hidden="1"/>
          <p:cNvSpPr>
            <a:spLocks noGrp="1"/>
          </p:cNvSpPr>
          <p:nvPr>
            <p:ph sz="quarter" idx="13" hasCustomPrompt="1"/>
          </p:nvPr>
        </p:nvSpPr>
        <p:spPr>
          <a:xfrm>
            <a:off x="14813280" y="57978"/>
            <a:ext cx="3723840" cy="0"/>
          </a:xfrm>
          <a:prstGeom prst="rect">
            <a:avLst/>
          </a:prstGeom>
          <a:solidFill>
            <a:schemeClr val="accent2"/>
          </a:solidFill>
        </p:spPr>
        <p:txBody>
          <a:bodyPr>
            <a:noAutofit/>
          </a:bodyPr>
          <a:lstStyle>
            <a:lvl1pPr marL="0" indent="0">
              <a:buFontTx/>
              <a:buNone/>
              <a:defRPr sz="960" b="0" i="0" baseline="0">
                <a:solidFill>
                  <a:schemeClr val="tx1"/>
                </a:solidFill>
              </a:defRPr>
            </a:lvl1pPr>
            <a:lvl2pPr marL="207169" marR="0" indent="-205740" algn="l" defTabSz="821512" rtl="0" eaLnBrk="1" fontAlgn="base" latinLnBrk="0" hangingPunct="1">
              <a:lnSpc>
                <a:spcPct val="100000"/>
              </a:lnSpc>
              <a:spcBef>
                <a:spcPct val="0"/>
              </a:spcBef>
              <a:spcAft>
                <a:spcPts val="0"/>
              </a:spcAft>
              <a:buClrTx/>
              <a:buSzTx/>
              <a:buFont typeface="Arial" panose="020B0604020202020204" pitchFamily="34" charset="0"/>
              <a:buChar char="•"/>
              <a:tabLst/>
              <a:defRPr sz="960" baseline="0">
                <a:solidFill>
                  <a:schemeClr val="tx1"/>
                </a:solidFill>
              </a:defRPr>
            </a:lvl2pPr>
            <a:lvl3pPr>
              <a:defRPr sz="1080"/>
            </a:lvl3pPr>
            <a:lvl4pPr>
              <a:defRPr sz="1080"/>
            </a:lvl4pPr>
            <a:lvl5pPr>
              <a:defRPr sz="1080"/>
            </a:lvl5pPr>
          </a:lstStyle>
          <a:p>
            <a:pPr lvl="0"/>
            <a:r>
              <a:rPr lang="en-US" noProof="0" dirty="0"/>
              <a:t>This is the </a:t>
            </a:r>
            <a:r>
              <a:rPr lang="en-US" noProof="0" dirty="0" err="1"/>
              <a:t>SlideProof</a:t>
            </a:r>
            <a:r>
              <a:rPr lang="en-US" noProof="0" dirty="0"/>
              <a:t> Agenda Layout</a:t>
            </a:r>
          </a:p>
          <a:p>
            <a:pPr lvl="0"/>
            <a:r>
              <a:rPr lang="en-US" noProof="0" dirty="0"/>
              <a:t>http://www.veodin.com/slideproof/manual/agenda/</a:t>
            </a:r>
          </a:p>
          <a:p>
            <a:pPr lvl="0"/>
            <a:r>
              <a:rPr lang="en-US" noProof="0" dirty="0"/>
              <a:t>Use the Selection Pane (Alt+F10) to make the hidden shapes of the Agenda visible. Make sure you group them again after editing and rename them with </a:t>
            </a:r>
            <a:r>
              <a:rPr lang="en-US" noProof="0" dirty="0" err="1"/>
              <a:t>SlideProof</a:t>
            </a:r>
            <a:r>
              <a:rPr lang="en-US" noProof="0" dirty="0"/>
              <a:t> &gt; Agenda &gt; Rename Agenda Groups</a:t>
            </a:r>
          </a:p>
          <a:p>
            <a:pPr lvl="0"/>
            <a:r>
              <a:rPr lang="en-US" noProof="0" dirty="0"/>
              <a:t>Expected group names are:</a:t>
            </a:r>
          </a:p>
          <a:p>
            <a:pPr lvl="1"/>
            <a:endParaRPr lang="en-US" noProof="0" dirty="0"/>
          </a:p>
          <a:p>
            <a:pPr lvl="1"/>
            <a:r>
              <a:rPr lang="en-US" noProof="0" dirty="0"/>
              <a:t>SP Agenda Section - Mandatory</a:t>
            </a:r>
          </a:p>
          <a:p>
            <a:pPr lvl="1"/>
            <a:r>
              <a:rPr lang="en-US" noProof="0" dirty="0"/>
              <a:t>SP Agenda Section Highlight - Highlight the current section</a:t>
            </a:r>
          </a:p>
          <a:p>
            <a:pPr lvl="1"/>
            <a:r>
              <a:rPr lang="en-US" noProof="0" dirty="0"/>
              <a:t>SP Agenda Subsection - Mandatory if showing subsections</a:t>
            </a:r>
          </a:p>
          <a:p>
            <a:pPr lvl="1"/>
            <a:r>
              <a:rPr lang="en-US" noProof="0" dirty="0"/>
              <a:t>SP Agenda Subsection Highlight - Highlight the current subsection</a:t>
            </a:r>
          </a:p>
          <a:p>
            <a:pPr lvl="0"/>
            <a:r>
              <a:rPr lang="en-US" noProof="0" dirty="0"/>
              <a:t>Any shapes or images inside the groups will appear on the agenda pages. This notice (SP Agenda Notice) will not appear on the agenda pages.</a:t>
            </a:r>
          </a:p>
          <a:p>
            <a:pPr lvl="0"/>
            <a:r>
              <a:rPr lang="en-US" noProof="0" dirty="0"/>
              <a:t>Valid text placeholders are:</a:t>
            </a:r>
          </a:p>
          <a:p>
            <a:pPr lvl="1"/>
            <a:endParaRPr lang="en-US" noProof="0" dirty="0"/>
          </a:p>
          <a:p>
            <a:pPr lvl="1"/>
            <a:r>
              <a:rPr lang="en-US" noProof="0" dirty="0"/>
              <a:t>Section number:</a:t>
            </a:r>
          </a:p>
          <a:p>
            <a:pPr lvl="1"/>
            <a:r>
              <a:rPr lang="en-US" noProof="0" dirty="0"/>
              <a:t>&lt;N&gt; for Arabic number 1, 2, 3</a:t>
            </a:r>
          </a:p>
          <a:p>
            <a:pPr lvl="1"/>
            <a:r>
              <a:rPr lang="en-US" noProof="0" dirty="0"/>
              <a:t>&lt;R&gt; for Roman numeral I, II, III</a:t>
            </a:r>
          </a:p>
          <a:p>
            <a:pPr lvl="1"/>
            <a:r>
              <a:rPr lang="en-US" noProof="0" dirty="0"/>
              <a:t>&lt;RL&gt; for lower-case Roman numeral </a:t>
            </a:r>
            <a:r>
              <a:rPr lang="en-US" noProof="0" dirty="0" err="1"/>
              <a:t>i</a:t>
            </a:r>
            <a:r>
              <a:rPr lang="en-US" noProof="0" dirty="0"/>
              <a:t>, ii, iii</a:t>
            </a:r>
          </a:p>
          <a:p>
            <a:pPr lvl="1"/>
            <a:r>
              <a:rPr lang="en-US" noProof="0" dirty="0"/>
              <a:t>&lt;A&gt; for alphabetic character A, B, C</a:t>
            </a:r>
          </a:p>
          <a:p>
            <a:pPr lvl="1"/>
            <a:r>
              <a:rPr lang="en-US" noProof="0" dirty="0"/>
              <a:t>&lt;AL&gt; for lower-case Alphabetic character</a:t>
            </a:r>
          </a:p>
          <a:p>
            <a:pPr lvl="1"/>
            <a:r>
              <a:rPr lang="en-US" noProof="0" dirty="0"/>
              <a:t>&lt;TEXT&gt;</a:t>
            </a:r>
          </a:p>
          <a:p>
            <a:pPr lvl="1"/>
            <a:r>
              <a:rPr lang="en-US" noProof="0" dirty="0"/>
              <a:t>&lt;RESPONSIBLE&gt;</a:t>
            </a:r>
          </a:p>
          <a:p>
            <a:pPr lvl="1"/>
            <a:r>
              <a:rPr lang="en-US" noProof="0" dirty="0"/>
              <a:t>&lt;TIMESLOT&gt;</a:t>
            </a:r>
          </a:p>
          <a:p>
            <a:pPr lvl="1"/>
            <a:r>
              <a:rPr lang="en-US" noProof="0" dirty="0"/>
              <a:t>&lt;DURATION&gt; for duration</a:t>
            </a:r>
          </a:p>
          <a:p>
            <a:pPr lvl="1"/>
            <a:r>
              <a:rPr lang="en-US" noProof="0" dirty="0"/>
              <a:t>&lt;P&gt; for page number</a:t>
            </a:r>
          </a:p>
          <a:p>
            <a:pPr lvl="0"/>
            <a:r>
              <a:rPr lang="en-US" noProof="0" dirty="0"/>
              <a:t>If you want the agenda to be vertically centered on each Agenda slide, rename this layout to:</a:t>
            </a:r>
          </a:p>
          <a:p>
            <a:pPr lvl="1"/>
            <a:endParaRPr lang="en-US" noProof="0" dirty="0"/>
          </a:p>
          <a:p>
            <a:pPr lvl="1"/>
            <a:r>
              <a:rPr lang="en-US" noProof="0" dirty="0"/>
              <a:t>SP Agenda Vertical</a:t>
            </a:r>
          </a:p>
        </p:txBody>
      </p:sp>
      <p:grpSp>
        <p:nvGrpSpPr>
          <p:cNvPr id="3" name="SP Agenda Section" hidden="1"/>
          <p:cNvGrpSpPr/>
          <p:nvPr userDrawn="1"/>
        </p:nvGrpSpPr>
        <p:grpSpPr>
          <a:xfrm>
            <a:off x="462121" y="2502757"/>
            <a:ext cx="10388730" cy="443198"/>
            <a:chOff x="1797664" y="2085631"/>
            <a:chExt cx="8657274" cy="369332"/>
          </a:xfrm>
        </p:grpSpPr>
        <p:sp>
          <p:nvSpPr>
            <p:cNvPr id="20" name="Textbox"/>
            <p:cNvSpPr txBox="1">
              <a:spLocks/>
            </p:cNvSpPr>
            <p:nvPr userDrawn="1"/>
          </p:nvSpPr>
          <p:spPr>
            <a:xfrm>
              <a:off x="2267220" y="2085631"/>
              <a:ext cx="3843347" cy="369332"/>
            </a:xfrm>
            <a:prstGeom prst="rect">
              <a:avLst/>
            </a:prstGeom>
            <a:noFill/>
          </p:spPr>
          <p:txBody>
            <a:bodyPr wrap="square" rtlCol="0" anchor="ctr">
              <a:normAutofit/>
            </a:bodyPr>
            <a:lstStyle/>
            <a:p>
              <a:pPr defTabSz="11201120">
                <a:tabLst>
                  <a:tab pos="11414474" algn="l"/>
                </a:tabLst>
              </a:pPr>
              <a:r>
                <a:rPr lang="en-US" sz="1680" dirty="0">
                  <a:solidFill>
                    <a:schemeClr val="tx1"/>
                  </a:solidFill>
                </a:rPr>
                <a:t>&lt;TEXT&gt;</a:t>
              </a:r>
            </a:p>
          </p:txBody>
        </p:sp>
        <p:sp>
          <p:nvSpPr>
            <p:cNvPr id="21" name="Textbox"/>
            <p:cNvSpPr txBox="1">
              <a:spLocks/>
            </p:cNvSpPr>
            <p:nvPr userDrawn="1"/>
          </p:nvSpPr>
          <p:spPr>
            <a:xfrm>
              <a:off x="1797664" y="2085631"/>
              <a:ext cx="379556" cy="369332"/>
            </a:xfrm>
            <a:prstGeom prst="rect">
              <a:avLst/>
            </a:prstGeom>
            <a:noFill/>
          </p:spPr>
          <p:txBody>
            <a:bodyPr wrap="none" rtlCol="0" anchor="ctr">
              <a:noAutofit/>
            </a:bodyPr>
            <a:lstStyle/>
            <a:p>
              <a:pPr algn="ctr"/>
              <a:r>
                <a:rPr lang="en-US" sz="1680" dirty="0">
                  <a:solidFill>
                    <a:schemeClr val="tx1"/>
                  </a:solidFill>
                </a:rPr>
                <a:t>&lt;N&gt;</a:t>
              </a:r>
            </a:p>
          </p:txBody>
        </p:sp>
        <p:sp>
          <p:nvSpPr>
            <p:cNvPr id="22" name="Textbox"/>
            <p:cNvSpPr txBox="1">
              <a:spLocks/>
            </p:cNvSpPr>
            <p:nvPr userDrawn="1"/>
          </p:nvSpPr>
          <p:spPr>
            <a:xfrm>
              <a:off x="9817944" y="2085631"/>
              <a:ext cx="636994" cy="369332"/>
            </a:xfrm>
            <a:prstGeom prst="rect">
              <a:avLst/>
            </a:prstGeom>
            <a:noFill/>
          </p:spPr>
          <p:txBody>
            <a:bodyPr wrap="none" rtlCol="0" anchor="ctr">
              <a:noAutofit/>
            </a:bodyPr>
            <a:lstStyle/>
            <a:p>
              <a:pPr algn="r"/>
              <a:r>
                <a:rPr lang="en-US" sz="1680" dirty="0">
                  <a:solidFill>
                    <a:schemeClr val="tx1"/>
                  </a:solidFill>
                </a:rPr>
                <a:t>&lt;P&gt;</a:t>
              </a:r>
            </a:p>
          </p:txBody>
        </p:sp>
        <p:sp>
          <p:nvSpPr>
            <p:cNvPr id="24" name="Textbox"/>
            <p:cNvSpPr txBox="1">
              <a:spLocks/>
            </p:cNvSpPr>
            <p:nvPr userDrawn="1"/>
          </p:nvSpPr>
          <p:spPr>
            <a:xfrm>
              <a:off x="7696160" y="2085631"/>
              <a:ext cx="1257061" cy="369332"/>
            </a:xfrm>
            <a:prstGeom prst="rect">
              <a:avLst/>
            </a:prstGeom>
            <a:noFill/>
          </p:spPr>
          <p:txBody>
            <a:bodyPr wrap="none" rtlCol="0" anchor="ctr">
              <a:noAutofit/>
            </a:bodyPr>
            <a:lstStyle/>
            <a:p>
              <a:pPr algn="l"/>
              <a:r>
                <a:rPr lang="en-US" sz="1680" dirty="0">
                  <a:solidFill>
                    <a:schemeClr val="tx1"/>
                  </a:solidFill>
                </a:rPr>
                <a:t>&lt;TIMESLOT&gt;</a:t>
              </a:r>
            </a:p>
          </p:txBody>
        </p:sp>
        <p:sp>
          <p:nvSpPr>
            <p:cNvPr id="28" name="Textbox"/>
            <p:cNvSpPr txBox="1">
              <a:spLocks/>
            </p:cNvSpPr>
            <p:nvPr userDrawn="1"/>
          </p:nvSpPr>
          <p:spPr>
            <a:xfrm>
              <a:off x="6209330" y="2085631"/>
              <a:ext cx="1388067" cy="369332"/>
            </a:xfrm>
            <a:prstGeom prst="rect">
              <a:avLst/>
            </a:prstGeom>
            <a:noFill/>
          </p:spPr>
          <p:txBody>
            <a:bodyPr wrap="none" rtlCol="0" anchor="ctr">
              <a:noAutofit/>
            </a:bodyPr>
            <a:lstStyle/>
            <a:p>
              <a:pPr algn="l"/>
              <a:r>
                <a:rPr lang="en-US" sz="1680" dirty="0">
                  <a:solidFill>
                    <a:schemeClr val="tx1"/>
                  </a:solidFill>
                </a:rPr>
                <a:t>&lt;RESPONSIBLE&gt;</a:t>
              </a:r>
            </a:p>
          </p:txBody>
        </p:sp>
        <p:sp>
          <p:nvSpPr>
            <p:cNvPr id="29" name="Textbox"/>
            <p:cNvSpPr txBox="1">
              <a:spLocks/>
            </p:cNvSpPr>
            <p:nvPr userDrawn="1"/>
          </p:nvSpPr>
          <p:spPr>
            <a:xfrm>
              <a:off x="9043221" y="2085631"/>
              <a:ext cx="684723" cy="369332"/>
            </a:xfrm>
            <a:prstGeom prst="rect">
              <a:avLst/>
            </a:prstGeom>
            <a:noFill/>
          </p:spPr>
          <p:txBody>
            <a:bodyPr wrap="none" rtlCol="0" anchor="ctr">
              <a:noAutofit/>
            </a:bodyPr>
            <a:lstStyle/>
            <a:p>
              <a:pPr algn="l"/>
              <a:r>
                <a:rPr lang="en-US" sz="1680" dirty="0">
                  <a:solidFill>
                    <a:schemeClr val="tx1"/>
                  </a:solidFill>
                </a:rPr>
                <a:t>&lt;DURATION&gt;</a:t>
              </a:r>
            </a:p>
          </p:txBody>
        </p:sp>
      </p:grpSp>
      <p:grpSp>
        <p:nvGrpSpPr>
          <p:cNvPr id="4" name="SP Agenda Section Highlight" hidden="1"/>
          <p:cNvGrpSpPr>
            <a:grpSpLocks/>
          </p:cNvGrpSpPr>
          <p:nvPr userDrawn="1"/>
        </p:nvGrpSpPr>
        <p:grpSpPr>
          <a:xfrm>
            <a:off x="462120" y="3140356"/>
            <a:ext cx="10388729" cy="443198"/>
            <a:chOff x="1797664" y="2616963"/>
            <a:chExt cx="8657274" cy="369332"/>
          </a:xfrm>
          <a:solidFill>
            <a:schemeClr val="accent1">
              <a:lumMod val="60000"/>
              <a:lumOff val="40000"/>
            </a:schemeClr>
          </a:solidFill>
        </p:grpSpPr>
        <p:sp>
          <p:nvSpPr>
            <p:cNvPr id="32" name="Textbox"/>
            <p:cNvSpPr txBox="1">
              <a:spLocks/>
            </p:cNvSpPr>
            <p:nvPr userDrawn="1"/>
          </p:nvSpPr>
          <p:spPr>
            <a:xfrm>
              <a:off x="2267220" y="2616963"/>
              <a:ext cx="3843347" cy="369332"/>
            </a:xfrm>
            <a:prstGeom prst="rect">
              <a:avLst/>
            </a:prstGeom>
            <a:noFill/>
          </p:spPr>
          <p:txBody>
            <a:bodyPr wrap="square" rtlCol="0" anchor="ctr">
              <a:normAutofit/>
            </a:bodyPr>
            <a:lstStyle/>
            <a:p>
              <a:pPr defTabSz="11201120">
                <a:tabLst>
                  <a:tab pos="11414474" algn="l"/>
                </a:tabLst>
              </a:pPr>
              <a:r>
                <a:rPr lang="en-US" sz="1680" b="1" dirty="0">
                  <a:solidFill>
                    <a:schemeClr val="tx1"/>
                  </a:solidFill>
                </a:rPr>
                <a:t>&lt;TEXT&gt;</a:t>
              </a:r>
            </a:p>
          </p:txBody>
        </p:sp>
        <p:sp>
          <p:nvSpPr>
            <p:cNvPr id="33" name="Textbox"/>
            <p:cNvSpPr txBox="1">
              <a:spLocks/>
            </p:cNvSpPr>
            <p:nvPr userDrawn="1"/>
          </p:nvSpPr>
          <p:spPr>
            <a:xfrm>
              <a:off x="1797664" y="2616963"/>
              <a:ext cx="379556" cy="369332"/>
            </a:xfrm>
            <a:prstGeom prst="rect">
              <a:avLst/>
            </a:prstGeom>
            <a:noFill/>
          </p:spPr>
          <p:txBody>
            <a:bodyPr wrap="none" rtlCol="0" anchor="ctr">
              <a:noAutofit/>
            </a:bodyPr>
            <a:lstStyle/>
            <a:p>
              <a:pPr algn="ctr"/>
              <a:r>
                <a:rPr lang="en-US" sz="1680" b="1" dirty="0">
                  <a:solidFill>
                    <a:schemeClr val="tx1"/>
                  </a:solidFill>
                </a:rPr>
                <a:t>&lt;N&gt;</a:t>
              </a:r>
            </a:p>
          </p:txBody>
        </p:sp>
        <p:sp>
          <p:nvSpPr>
            <p:cNvPr id="34" name="Textbox"/>
            <p:cNvSpPr txBox="1">
              <a:spLocks/>
            </p:cNvSpPr>
            <p:nvPr userDrawn="1"/>
          </p:nvSpPr>
          <p:spPr>
            <a:xfrm>
              <a:off x="9817944" y="2616963"/>
              <a:ext cx="636994" cy="369332"/>
            </a:xfrm>
            <a:prstGeom prst="rect">
              <a:avLst/>
            </a:prstGeom>
            <a:noFill/>
          </p:spPr>
          <p:txBody>
            <a:bodyPr wrap="none" rtlCol="0" anchor="ctr">
              <a:noAutofit/>
            </a:bodyPr>
            <a:lstStyle/>
            <a:p>
              <a:pPr algn="r"/>
              <a:r>
                <a:rPr lang="en-US" sz="1680" b="1" dirty="0">
                  <a:solidFill>
                    <a:schemeClr val="tx1"/>
                  </a:solidFill>
                </a:rPr>
                <a:t>&lt;P&gt;</a:t>
              </a:r>
            </a:p>
          </p:txBody>
        </p:sp>
        <p:sp>
          <p:nvSpPr>
            <p:cNvPr id="35" name="Textbox"/>
            <p:cNvSpPr txBox="1">
              <a:spLocks/>
            </p:cNvSpPr>
            <p:nvPr userDrawn="1"/>
          </p:nvSpPr>
          <p:spPr>
            <a:xfrm>
              <a:off x="7696160" y="2616963"/>
              <a:ext cx="1257061" cy="369332"/>
            </a:xfrm>
            <a:prstGeom prst="rect">
              <a:avLst/>
            </a:prstGeom>
            <a:noFill/>
          </p:spPr>
          <p:txBody>
            <a:bodyPr wrap="none" rtlCol="0" anchor="ctr">
              <a:noAutofit/>
            </a:bodyPr>
            <a:lstStyle/>
            <a:p>
              <a:pPr algn="l"/>
              <a:r>
                <a:rPr lang="en-US" sz="1680" b="1" dirty="0">
                  <a:solidFill>
                    <a:schemeClr val="tx1"/>
                  </a:solidFill>
                </a:rPr>
                <a:t>&lt;TIMESLOT&gt;</a:t>
              </a:r>
            </a:p>
          </p:txBody>
        </p:sp>
        <p:sp>
          <p:nvSpPr>
            <p:cNvPr id="36" name="Textbox"/>
            <p:cNvSpPr txBox="1">
              <a:spLocks/>
            </p:cNvSpPr>
            <p:nvPr userDrawn="1"/>
          </p:nvSpPr>
          <p:spPr>
            <a:xfrm>
              <a:off x="6209330" y="2616963"/>
              <a:ext cx="1388067" cy="369332"/>
            </a:xfrm>
            <a:prstGeom prst="rect">
              <a:avLst/>
            </a:prstGeom>
            <a:noFill/>
          </p:spPr>
          <p:txBody>
            <a:bodyPr wrap="none" rtlCol="0" anchor="ctr">
              <a:noAutofit/>
            </a:bodyPr>
            <a:lstStyle/>
            <a:p>
              <a:pPr algn="l"/>
              <a:r>
                <a:rPr lang="en-US" sz="1680" b="1" dirty="0">
                  <a:solidFill>
                    <a:schemeClr val="tx1"/>
                  </a:solidFill>
                </a:rPr>
                <a:t>&lt;RESPONSIBLE&gt;</a:t>
              </a:r>
            </a:p>
          </p:txBody>
        </p:sp>
        <p:sp>
          <p:nvSpPr>
            <p:cNvPr id="37" name="Textbox"/>
            <p:cNvSpPr txBox="1">
              <a:spLocks/>
            </p:cNvSpPr>
            <p:nvPr userDrawn="1"/>
          </p:nvSpPr>
          <p:spPr>
            <a:xfrm>
              <a:off x="9043221" y="2616963"/>
              <a:ext cx="684723" cy="369332"/>
            </a:xfrm>
            <a:prstGeom prst="rect">
              <a:avLst/>
            </a:prstGeom>
            <a:noFill/>
          </p:spPr>
          <p:txBody>
            <a:bodyPr wrap="none" rtlCol="0" anchor="ctr">
              <a:noAutofit/>
            </a:bodyPr>
            <a:lstStyle/>
            <a:p>
              <a:pPr algn="l"/>
              <a:r>
                <a:rPr lang="en-US" sz="1680" b="1" dirty="0">
                  <a:solidFill>
                    <a:schemeClr val="tx1"/>
                  </a:solidFill>
                </a:rPr>
                <a:t>&lt;DURATION&gt;</a:t>
              </a:r>
            </a:p>
          </p:txBody>
        </p:sp>
      </p:grpSp>
      <p:grpSp>
        <p:nvGrpSpPr>
          <p:cNvPr id="8" name="SP Agenda Subsection" hidden="1"/>
          <p:cNvGrpSpPr>
            <a:grpSpLocks/>
          </p:cNvGrpSpPr>
          <p:nvPr userDrawn="1"/>
        </p:nvGrpSpPr>
        <p:grpSpPr>
          <a:xfrm>
            <a:off x="1023887" y="3777954"/>
            <a:ext cx="9826962" cy="443198"/>
            <a:chOff x="2265804" y="3155687"/>
            <a:chExt cx="8189134" cy="369332"/>
          </a:xfrm>
        </p:grpSpPr>
        <p:sp>
          <p:nvSpPr>
            <p:cNvPr id="39" name="Textbox"/>
            <p:cNvSpPr txBox="1">
              <a:spLocks/>
            </p:cNvSpPr>
            <p:nvPr userDrawn="1"/>
          </p:nvSpPr>
          <p:spPr>
            <a:xfrm>
              <a:off x="2744123" y="3155687"/>
              <a:ext cx="3366444" cy="369332"/>
            </a:xfrm>
            <a:prstGeom prst="rect">
              <a:avLst/>
            </a:prstGeom>
            <a:noFill/>
          </p:spPr>
          <p:txBody>
            <a:bodyPr wrap="square" rtlCol="0" anchor="ctr">
              <a:normAutofit/>
            </a:bodyPr>
            <a:lstStyle/>
            <a:p>
              <a:pPr defTabSz="11201120">
                <a:tabLst>
                  <a:tab pos="11414474" algn="l"/>
                </a:tabLst>
              </a:pPr>
              <a:r>
                <a:rPr lang="en-US" sz="1680" dirty="0">
                  <a:solidFill>
                    <a:schemeClr val="tx1"/>
                  </a:solidFill>
                </a:rPr>
                <a:t>&lt;TEXT&gt;</a:t>
              </a:r>
            </a:p>
          </p:txBody>
        </p:sp>
        <p:sp>
          <p:nvSpPr>
            <p:cNvPr id="40" name="Textbox"/>
            <p:cNvSpPr txBox="1">
              <a:spLocks/>
            </p:cNvSpPr>
            <p:nvPr userDrawn="1"/>
          </p:nvSpPr>
          <p:spPr>
            <a:xfrm>
              <a:off x="2265804" y="3155687"/>
              <a:ext cx="379556" cy="369332"/>
            </a:xfrm>
            <a:prstGeom prst="rect">
              <a:avLst/>
            </a:prstGeom>
            <a:noFill/>
          </p:spPr>
          <p:txBody>
            <a:bodyPr wrap="none" rtlCol="0" anchor="ctr">
              <a:noAutofit/>
            </a:bodyPr>
            <a:lstStyle/>
            <a:p>
              <a:pPr algn="ctr"/>
              <a:r>
                <a:rPr lang="en-US" sz="1680" dirty="0">
                  <a:solidFill>
                    <a:schemeClr val="tx1"/>
                  </a:solidFill>
                </a:rPr>
                <a:t>&lt;N&gt;</a:t>
              </a:r>
            </a:p>
          </p:txBody>
        </p:sp>
        <p:sp>
          <p:nvSpPr>
            <p:cNvPr id="41" name="Textbox"/>
            <p:cNvSpPr txBox="1">
              <a:spLocks/>
            </p:cNvSpPr>
            <p:nvPr userDrawn="1"/>
          </p:nvSpPr>
          <p:spPr>
            <a:xfrm>
              <a:off x="9817944" y="3155687"/>
              <a:ext cx="636994" cy="369332"/>
            </a:xfrm>
            <a:prstGeom prst="rect">
              <a:avLst/>
            </a:prstGeom>
            <a:noFill/>
          </p:spPr>
          <p:txBody>
            <a:bodyPr wrap="none" rtlCol="0" anchor="ctr">
              <a:noAutofit/>
            </a:bodyPr>
            <a:lstStyle/>
            <a:p>
              <a:pPr algn="r"/>
              <a:r>
                <a:rPr lang="en-US" sz="1680" dirty="0">
                  <a:solidFill>
                    <a:schemeClr val="tx1"/>
                  </a:solidFill>
                </a:rPr>
                <a:t>&lt;P&gt;</a:t>
              </a:r>
            </a:p>
          </p:txBody>
        </p:sp>
        <p:sp>
          <p:nvSpPr>
            <p:cNvPr id="42" name="Textbox"/>
            <p:cNvSpPr txBox="1">
              <a:spLocks/>
            </p:cNvSpPr>
            <p:nvPr userDrawn="1"/>
          </p:nvSpPr>
          <p:spPr>
            <a:xfrm>
              <a:off x="7696160" y="3155687"/>
              <a:ext cx="1257061" cy="369332"/>
            </a:xfrm>
            <a:prstGeom prst="rect">
              <a:avLst/>
            </a:prstGeom>
            <a:noFill/>
          </p:spPr>
          <p:txBody>
            <a:bodyPr wrap="none" rtlCol="0" anchor="ctr">
              <a:noAutofit/>
            </a:bodyPr>
            <a:lstStyle/>
            <a:p>
              <a:pPr algn="l"/>
              <a:r>
                <a:rPr lang="en-US" sz="1680" dirty="0">
                  <a:solidFill>
                    <a:schemeClr val="tx1"/>
                  </a:solidFill>
                </a:rPr>
                <a:t>&lt;TIMESLOT&gt;</a:t>
              </a:r>
            </a:p>
          </p:txBody>
        </p:sp>
        <p:sp>
          <p:nvSpPr>
            <p:cNvPr id="43" name="Textbox"/>
            <p:cNvSpPr txBox="1">
              <a:spLocks/>
            </p:cNvSpPr>
            <p:nvPr userDrawn="1"/>
          </p:nvSpPr>
          <p:spPr>
            <a:xfrm>
              <a:off x="6209330" y="3155687"/>
              <a:ext cx="1388067" cy="369332"/>
            </a:xfrm>
            <a:prstGeom prst="rect">
              <a:avLst/>
            </a:prstGeom>
            <a:noFill/>
          </p:spPr>
          <p:txBody>
            <a:bodyPr wrap="none" rtlCol="0" anchor="ctr">
              <a:noAutofit/>
            </a:bodyPr>
            <a:lstStyle/>
            <a:p>
              <a:pPr algn="l"/>
              <a:r>
                <a:rPr lang="en-US" sz="1680" dirty="0">
                  <a:solidFill>
                    <a:schemeClr val="tx1"/>
                  </a:solidFill>
                </a:rPr>
                <a:t>&lt;RESPONSIBLE&gt;</a:t>
              </a:r>
            </a:p>
          </p:txBody>
        </p:sp>
        <p:sp>
          <p:nvSpPr>
            <p:cNvPr id="44" name="Textbox"/>
            <p:cNvSpPr txBox="1">
              <a:spLocks/>
            </p:cNvSpPr>
            <p:nvPr userDrawn="1"/>
          </p:nvSpPr>
          <p:spPr>
            <a:xfrm>
              <a:off x="9043221" y="3155687"/>
              <a:ext cx="684723" cy="369332"/>
            </a:xfrm>
            <a:prstGeom prst="rect">
              <a:avLst/>
            </a:prstGeom>
            <a:noFill/>
          </p:spPr>
          <p:txBody>
            <a:bodyPr wrap="none" rtlCol="0" anchor="ctr">
              <a:noAutofit/>
            </a:bodyPr>
            <a:lstStyle/>
            <a:p>
              <a:pPr algn="l"/>
              <a:r>
                <a:rPr lang="en-US" sz="1680" dirty="0">
                  <a:solidFill>
                    <a:schemeClr val="tx1"/>
                  </a:solidFill>
                </a:rPr>
                <a:t>&lt;DURATION&gt;</a:t>
              </a:r>
            </a:p>
          </p:txBody>
        </p:sp>
      </p:grpSp>
      <p:grpSp>
        <p:nvGrpSpPr>
          <p:cNvPr id="9" name="SP Agenda Subsection Highlight" hidden="1"/>
          <p:cNvGrpSpPr>
            <a:grpSpLocks/>
          </p:cNvGrpSpPr>
          <p:nvPr userDrawn="1"/>
        </p:nvGrpSpPr>
        <p:grpSpPr>
          <a:xfrm>
            <a:off x="1023888" y="4415553"/>
            <a:ext cx="9826961" cy="443198"/>
            <a:chOff x="2265804" y="3694411"/>
            <a:chExt cx="8189134" cy="369332"/>
          </a:xfrm>
          <a:solidFill>
            <a:schemeClr val="accent1">
              <a:lumMod val="60000"/>
              <a:lumOff val="40000"/>
            </a:schemeClr>
          </a:solidFill>
        </p:grpSpPr>
        <p:sp>
          <p:nvSpPr>
            <p:cNvPr id="46" name="Textbox"/>
            <p:cNvSpPr txBox="1">
              <a:spLocks/>
            </p:cNvSpPr>
            <p:nvPr userDrawn="1"/>
          </p:nvSpPr>
          <p:spPr>
            <a:xfrm>
              <a:off x="2744123" y="3694411"/>
              <a:ext cx="3366444" cy="369332"/>
            </a:xfrm>
            <a:prstGeom prst="rect">
              <a:avLst/>
            </a:prstGeom>
            <a:noFill/>
          </p:spPr>
          <p:txBody>
            <a:bodyPr wrap="square" rtlCol="0" anchor="ctr">
              <a:normAutofit/>
            </a:bodyPr>
            <a:lstStyle/>
            <a:p>
              <a:pPr defTabSz="11201120">
                <a:tabLst>
                  <a:tab pos="11414474" algn="l"/>
                </a:tabLst>
              </a:pPr>
              <a:r>
                <a:rPr lang="en-US" sz="1680" b="1" dirty="0">
                  <a:solidFill>
                    <a:schemeClr val="tx1"/>
                  </a:solidFill>
                </a:rPr>
                <a:t>&lt;TEXT&gt;</a:t>
              </a:r>
            </a:p>
          </p:txBody>
        </p:sp>
        <p:sp>
          <p:nvSpPr>
            <p:cNvPr id="47" name="Textbox"/>
            <p:cNvSpPr txBox="1">
              <a:spLocks/>
            </p:cNvSpPr>
            <p:nvPr userDrawn="1"/>
          </p:nvSpPr>
          <p:spPr>
            <a:xfrm>
              <a:off x="2265804" y="3694411"/>
              <a:ext cx="379556" cy="369332"/>
            </a:xfrm>
            <a:prstGeom prst="rect">
              <a:avLst/>
            </a:prstGeom>
            <a:noFill/>
          </p:spPr>
          <p:txBody>
            <a:bodyPr wrap="none" rtlCol="0" anchor="ctr">
              <a:noAutofit/>
            </a:bodyPr>
            <a:lstStyle/>
            <a:p>
              <a:pPr algn="ctr"/>
              <a:r>
                <a:rPr lang="en-US" sz="1680" b="1" dirty="0">
                  <a:solidFill>
                    <a:schemeClr val="tx1"/>
                  </a:solidFill>
                </a:rPr>
                <a:t>&lt;N&gt;</a:t>
              </a:r>
            </a:p>
          </p:txBody>
        </p:sp>
        <p:sp>
          <p:nvSpPr>
            <p:cNvPr id="48" name="Textbox"/>
            <p:cNvSpPr txBox="1">
              <a:spLocks/>
            </p:cNvSpPr>
            <p:nvPr userDrawn="1"/>
          </p:nvSpPr>
          <p:spPr>
            <a:xfrm>
              <a:off x="9817944" y="3694411"/>
              <a:ext cx="636994" cy="369332"/>
            </a:xfrm>
            <a:prstGeom prst="rect">
              <a:avLst/>
            </a:prstGeom>
            <a:noFill/>
          </p:spPr>
          <p:txBody>
            <a:bodyPr wrap="none" rtlCol="0" anchor="ctr">
              <a:noAutofit/>
            </a:bodyPr>
            <a:lstStyle/>
            <a:p>
              <a:pPr algn="r"/>
              <a:r>
                <a:rPr lang="en-US" sz="1680" b="1" dirty="0">
                  <a:solidFill>
                    <a:schemeClr val="tx1"/>
                  </a:solidFill>
                </a:rPr>
                <a:t>&lt;P&gt;</a:t>
              </a:r>
            </a:p>
          </p:txBody>
        </p:sp>
        <p:sp>
          <p:nvSpPr>
            <p:cNvPr id="49" name="Textbox"/>
            <p:cNvSpPr txBox="1">
              <a:spLocks/>
            </p:cNvSpPr>
            <p:nvPr userDrawn="1"/>
          </p:nvSpPr>
          <p:spPr>
            <a:xfrm>
              <a:off x="7696160" y="3694411"/>
              <a:ext cx="1257061" cy="369332"/>
            </a:xfrm>
            <a:prstGeom prst="rect">
              <a:avLst/>
            </a:prstGeom>
            <a:noFill/>
          </p:spPr>
          <p:txBody>
            <a:bodyPr wrap="none" rtlCol="0" anchor="ctr">
              <a:noAutofit/>
            </a:bodyPr>
            <a:lstStyle/>
            <a:p>
              <a:pPr algn="l"/>
              <a:r>
                <a:rPr lang="en-US" sz="1680" b="1" dirty="0">
                  <a:solidFill>
                    <a:schemeClr val="tx1"/>
                  </a:solidFill>
                </a:rPr>
                <a:t>&lt;TIMESLOT&gt;</a:t>
              </a:r>
            </a:p>
          </p:txBody>
        </p:sp>
        <p:sp>
          <p:nvSpPr>
            <p:cNvPr id="50" name="Textbox"/>
            <p:cNvSpPr txBox="1">
              <a:spLocks/>
            </p:cNvSpPr>
            <p:nvPr userDrawn="1"/>
          </p:nvSpPr>
          <p:spPr>
            <a:xfrm>
              <a:off x="6209330" y="3694411"/>
              <a:ext cx="1388067" cy="369332"/>
            </a:xfrm>
            <a:prstGeom prst="rect">
              <a:avLst/>
            </a:prstGeom>
            <a:noFill/>
          </p:spPr>
          <p:txBody>
            <a:bodyPr wrap="none" rtlCol="0" anchor="ctr">
              <a:noAutofit/>
            </a:bodyPr>
            <a:lstStyle/>
            <a:p>
              <a:pPr algn="l"/>
              <a:r>
                <a:rPr lang="en-US" sz="1680" b="1" dirty="0">
                  <a:solidFill>
                    <a:schemeClr val="tx1"/>
                  </a:solidFill>
                </a:rPr>
                <a:t>&lt;RESPONSIBLE&gt;</a:t>
              </a:r>
            </a:p>
          </p:txBody>
        </p:sp>
        <p:sp>
          <p:nvSpPr>
            <p:cNvPr id="51" name="Textbox"/>
            <p:cNvSpPr txBox="1">
              <a:spLocks/>
            </p:cNvSpPr>
            <p:nvPr userDrawn="1"/>
          </p:nvSpPr>
          <p:spPr>
            <a:xfrm>
              <a:off x="9043221" y="3694411"/>
              <a:ext cx="684723" cy="369332"/>
            </a:xfrm>
            <a:prstGeom prst="rect">
              <a:avLst/>
            </a:prstGeom>
            <a:noFill/>
          </p:spPr>
          <p:txBody>
            <a:bodyPr wrap="none" rtlCol="0" anchor="ctr">
              <a:noAutofit/>
            </a:bodyPr>
            <a:lstStyle/>
            <a:p>
              <a:pPr algn="l"/>
              <a:r>
                <a:rPr lang="en-US" sz="1680" b="1" dirty="0">
                  <a:solidFill>
                    <a:schemeClr val="tx1"/>
                  </a:solidFill>
                </a:rPr>
                <a:t>&lt;DURATION&gt;</a:t>
              </a:r>
            </a:p>
          </p:txBody>
        </p:sp>
      </p:grpSp>
      <p:sp>
        <p:nvSpPr>
          <p:cNvPr id="2" name="Title">
            <a:extLst>
              <a:ext uri="{FF2B5EF4-FFF2-40B4-BE49-F238E27FC236}">
                <a16:creationId xmlns:a16="http://schemas.microsoft.com/office/drawing/2014/main" id="{AD3FC5EF-E69D-4618-8443-A903DF0604E7}"/>
              </a:ext>
            </a:extLst>
          </p:cNvPr>
          <p:cNvSpPr>
            <a:spLocks noGrp="1"/>
          </p:cNvSpPr>
          <p:nvPr>
            <p:ph type="title" idx="14" hasCustomPrompt="1"/>
          </p:nvPr>
        </p:nvSpPr>
        <p:spPr/>
        <p:txBody>
          <a:bodyPr/>
          <a:lstStyle/>
          <a:p>
            <a:r>
              <a:rPr lang="en-US" dirty="0"/>
              <a:t>Agenda</a:t>
            </a:r>
          </a:p>
        </p:txBody>
      </p:sp>
      <p:sp>
        <p:nvSpPr>
          <p:cNvPr id="38" name="Bar">
            <a:extLst>
              <a:ext uri="{FF2B5EF4-FFF2-40B4-BE49-F238E27FC236}">
                <a16:creationId xmlns:a16="http://schemas.microsoft.com/office/drawing/2014/main" id="{138C5D1F-7025-4361-82C0-442529977361}"/>
              </a:ext>
            </a:extLst>
          </p:cNvPr>
          <p:cNvSpPr/>
          <p:nvPr userDrawn="1"/>
        </p:nvSpPr>
        <p:spPr>
          <a:xfrm>
            <a:off x="462121" y="1012662"/>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Tree>
    <p:extLst>
      <p:ext uri="{BB962C8B-B14F-4D97-AF65-F5344CB8AC3E}">
        <p14:creationId xmlns:p14="http://schemas.microsoft.com/office/powerpoint/2010/main" val="2786438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592" userDrawn="1">
          <p15:clr>
            <a:srgbClr val="FBAE40"/>
          </p15:clr>
        </p15:guide>
        <p15:guide id="2" pos="1397" userDrawn="1">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SP Divider 1">
    <p:bg>
      <p:bgPr>
        <a:solidFill>
          <a:schemeClr val="bg1"/>
        </a:solidFill>
        <a:effectLst/>
      </p:bgPr>
    </p:bg>
    <p:spTree>
      <p:nvGrpSpPr>
        <p:cNvPr id="1" name=""/>
        <p:cNvGrpSpPr/>
        <p:nvPr/>
      </p:nvGrpSpPr>
      <p:grpSpPr>
        <a:xfrm>
          <a:off x="0" y="0"/>
          <a:ext cx="0" cy="0"/>
          <a:chOff x="0" y="0"/>
          <a:chExt cx="0" cy="0"/>
        </a:xfrm>
      </p:grpSpPr>
      <p:grpSp>
        <p:nvGrpSpPr>
          <p:cNvPr id="71" name="SP Agenda Section" hidden="1">
            <a:extLst>
              <a:ext uri="{FF2B5EF4-FFF2-40B4-BE49-F238E27FC236}">
                <a16:creationId xmlns:a16="http://schemas.microsoft.com/office/drawing/2014/main" id="{91D61CFA-1A29-4B89-8F49-1E216E25DD2B}"/>
              </a:ext>
            </a:extLst>
          </p:cNvPr>
          <p:cNvGrpSpPr>
            <a:grpSpLocks/>
          </p:cNvGrpSpPr>
          <p:nvPr userDrawn="1"/>
        </p:nvGrpSpPr>
        <p:grpSpPr>
          <a:xfrm>
            <a:off x="457200" y="4915311"/>
            <a:ext cx="12096000" cy="443198"/>
            <a:chOff x="1797664" y="2085631"/>
            <a:chExt cx="5940745" cy="369332"/>
          </a:xfrm>
        </p:grpSpPr>
        <p:sp>
          <p:nvSpPr>
            <p:cNvPr id="72" name="Textbox">
              <a:extLst>
                <a:ext uri="{FF2B5EF4-FFF2-40B4-BE49-F238E27FC236}">
                  <a16:creationId xmlns:a16="http://schemas.microsoft.com/office/drawing/2014/main" id="{8BF45C0E-D24F-4800-98B2-20E0A3AC8C3F}"/>
                </a:ext>
              </a:extLst>
            </p:cNvPr>
            <p:cNvSpPr txBox="1">
              <a:spLocks/>
            </p:cNvSpPr>
            <p:nvPr userDrawn="1"/>
          </p:nvSpPr>
          <p:spPr>
            <a:xfrm>
              <a:off x="2140025" y="2085631"/>
              <a:ext cx="5598384" cy="369332"/>
            </a:xfrm>
            <a:prstGeom prst="rect">
              <a:avLst/>
            </a:prstGeom>
            <a:noFill/>
          </p:spPr>
          <p:txBody>
            <a:bodyPr wrap="square" rtlCol="0" anchor="ctr">
              <a:noAutofit/>
            </a:bodyPr>
            <a:lstStyle/>
            <a:p>
              <a:pPr defTabSz="11201120">
                <a:tabLst>
                  <a:tab pos="11414474" algn="l"/>
                </a:tabLst>
              </a:pPr>
              <a:r>
                <a:rPr lang="en-US" sz="4320" b="1" dirty="0">
                  <a:solidFill>
                    <a:schemeClr val="tx1"/>
                  </a:solidFill>
                </a:rPr>
                <a:t>&lt;TEXT&gt;</a:t>
              </a:r>
            </a:p>
          </p:txBody>
        </p:sp>
        <p:sp>
          <p:nvSpPr>
            <p:cNvPr id="73" name="Textbox">
              <a:extLst>
                <a:ext uri="{FF2B5EF4-FFF2-40B4-BE49-F238E27FC236}">
                  <a16:creationId xmlns:a16="http://schemas.microsoft.com/office/drawing/2014/main" id="{B36140C3-09D5-4D3F-906D-270C63E34027}"/>
                </a:ext>
              </a:extLst>
            </p:cNvPr>
            <p:cNvSpPr txBox="1">
              <a:spLocks/>
            </p:cNvSpPr>
            <p:nvPr userDrawn="1"/>
          </p:nvSpPr>
          <p:spPr>
            <a:xfrm>
              <a:off x="1797664" y="2085631"/>
              <a:ext cx="379556" cy="369332"/>
            </a:xfrm>
            <a:prstGeom prst="rect">
              <a:avLst/>
            </a:prstGeom>
            <a:noFill/>
          </p:spPr>
          <p:txBody>
            <a:bodyPr wrap="none" rtlCol="0" anchor="ctr">
              <a:noAutofit/>
            </a:bodyPr>
            <a:lstStyle/>
            <a:p>
              <a:pPr algn="ctr"/>
              <a:r>
                <a:rPr lang="en-US" sz="4320" b="1" dirty="0">
                  <a:solidFill>
                    <a:schemeClr val="tx1"/>
                  </a:solidFill>
                </a:rPr>
                <a:t>&lt;N&gt;</a:t>
              </a:r>
            </a:p>
          </p:txBody>
        </p:sp>
        <p:sp>
          <p:nvSpPr>
            <p:cNvPr id="74" name="Textbox">
              <a:extLst>
                <a:ext uri="{FF2B5EF4-FFF2-40B4-BE49-F238E27FC236}">
                  <a16:creationId xmlns:a16="http://schemas.microsoft.com/office/drawing/2014/main" id="{871FFF1F-6558-47A3-B57A-1327C25BF06E}"/>
                </a:ext>
              </a:extLst>
            </p:cNvPr>
            <p:cNvSpPr txBox="1">
              <a:spLocks/>
            </p:cNvSpPr>
            <p:nvPr userDrawn="1"/>
          </p:nvSpPr>
          <p:spPr>
            <a:xfrm>
              <a:off x="6912263" y="2085631"/>
              <a:ext cx="0" cy="0"/>
            </a:xfrm>
            <a:prstGeom prst="rect">
              <a:avLst/>
            </a:prstGeom>
            <a:noFill/>
          </p:spPr>
          <p:txBody>
            <a:bodyPr wrap="none" rtlCol="0" anchor="ctr">
              <a:noAutofit/>
            </a:bodyPr>
            <a:lstStyle/>
            <a:p>
              <a:pPr algn="r"/>
              <a:r>
                <a:rPr lang="en-US" sz="1200" dirty="0">
                  <a:solidFill>
                    <a:schemeClr val="bg1"/>
                  </a:solidFill>
                </a:rPr>
                <a:t>&lt;P&gt;</a:t>
              </a:r>
            </a:p>
          </p:txBody>
        </p:sp>
        <p:sp>
          <p:nvSpPr>
            <p:cNvPr id="75" name="Textbox">
              <a:extLst>
                <a:ext uri="{FF2B5EF4-FFF2-40B4-BE49-F238E27FC236}">
                  <a16:creationId xmlns:a16="http://schemas.microsoft.com/office/drawing/2014/main" id="{98FFC8B2-AAEA-4B46-BACD-C8587958201A}"/>
                </a:ext>
              </a:extLst>
            </p:cNvPr>
            <p:cNvSpPr txBox="1">
              <a:spLocks/>
            </p:cNvSpPr>
            <p:nvPr userDrawn="1"/>
          </p:nvSpPr>
          <p:spPr>
            <a:xfrm>
              <a:off x="6912263" y="2085631"/>
              <a:ext cx="0" cy="0"/>
            </a:xfrm>
            <a:prstGeom prst="rect">
              <a:avLst/>
            </a:prstGeom>
            <a:noFill/>
          </p:spPr>
          <p:txBody>
            <a:bodyPr wrap="none" rtlCol="0" anchor="ctr">
              <a:noAutofit/>
            </a:bodyPr>
            <a:lstStyle/>
            <a:p>
              <a:pPr algn="l"/>
              <a:r>
                <a:rPr lang="en-US" sz="1200" dirty="0">
                  <a:solidFill>
                    <a:schemeClr val="bg1"/>
                  </a:solidFill>
                </a:rPr>
                <a:t>&lt;TIMESLOT&gt;</a:t>
              </a:r>
            </a:p>
          </p:txBody>
        </p:sp>
        <p:sp>
          <p:nvSpPr>
            <p:cNvPr id="76" name="Textbox">
              <a:extLst>
                <a:ext uri="{FF2B5EF4-FFF2-40B4-BE49-F238E27FC236}">
                  <a16:creationId xmlns:a16="http://schemas.microsoft.com/office/drawing/2014/main" id="{0E8F7A35-E5F6-48B1-BC2B-4D8D2886AA71}"/>
                </a:ext>
              </a:extLst>
            </p:cNvPr>
            <p:cNvSpPr txBox="1">
              <a:spLocks/>
            </p:cNvSpPr>
            <p:nvPr userDrawn="1"/>
          </p:nvSpPr>
          <p:spPr>
            <a:xfrm>
              <a:off x="6912263" y="2085631"/>
              <a:ext cx="0" cy="0"/>
            </a:xfrm>
            <a:prstGeom prst="rect">
              <a:avLst/>
            </a:prstGeom>
            <a:noFill/>
          </p:spPr>
          <p:txBody>
            <a:bodyPr wrap="none" rtlCol="0" anchor="ctr">
              <a:noAutofit/>
            </a:bodyPr>
            <a:lstStyle/>
            <a:p>
              <a:pPr algn="l"/>
              <a:r>
                <a:rPr lang="en-US" sz="1200" dirty="0">
                  <a:solidFill>
                    <a:schemeClr val="bg1"/>
                  </a:solidFill>
                </a:rPr>
                <a:t>&lt;RESPONSIBLE&gt;</a:t>
              </a:r>
            </a:p>
          </p:txBody>
        </p:sp>
        <p:sp>
          <p:nvSpPr>
            <p:cNvPr id="77" name="Textbox">
              <a:extLst>
                <a:ext uri="{FF2B5EF4-FFF2-40B4-BE49-F238E27FC236}">
                  <a16:creationId xmlns:a16="http://schemas.microsoft.com/office/drawing/2014/main" id="{D42D33A2-C40A-44B6-BE0C-4D7653C496BC}"/>
                </a:ext>
              </a:extLst>
            </p:cNvPr>
            <p:cNvSpPr txBox="1">
              <a:spLocks/>
            </p:cNvSpPr>
            <p:nvPr userDrawn="1"/>
          </p:nvSpPr>
          <p:spPr>
            <a:xfrm>
              <a:off x="6912263" y="2085631"/>
              <a:ext cx="0" cy="0"/>
            </a:xfrm>
            <a:prstGeom prst="rect">
              <a:avLst/>
            </a:prstGeom>
            <a:noFill/>
          </p:spPr>
          <p:txBody>
            <a:bodyPr wrap="none" rtlCol="0" anchor="ctr">
              <a:noAutofit/>
            </a:bodyPr>
            <a:lstStyle/>
            <a:p>
              <a:pPr algn="l"/>
              <a:r>
                <a:rPr lang="en-US" sz="1200" dirty="0">
                  <a:solidFill>
                    <a:schemeClr val="bg1"/>
                  </a:solidFill>
                </a:rPr>
                <a:t>&lt;DURATION&gt;</a:t>
              </a:r>
            </a:p>
          </p:txBody>
        </p:sp>
      </p:grpSp>
      <p:sp>
        <p:nvSpPr>
          <p:cNvPr id="31" name="SP Agenda Notice" hidden="1"/>
          <p:cNvSpPr>
            <a:spLocks noGrp="1"/>
          </p:cNvSpPr>
          <p:nvPr>
            <p:ph sz="quarter" idx="13" hasCustomPrompt="1"/>
          </p:nvPr>
        </p:nvSpPr>
        <p:spPr>
          <a:xfrm>
            <a:off x="14813280" y="57978"/>
            <a:ext cx="3723840" cy="0"/>
          </a:xfrm>
          <a:prstGeom prst="rect">
            <a:avLst/>
          </a:prstGeom>
          <a:solidFill>
            <a:schemeClr val="accent2"/>
          </a:solidFill>
        </p:spPr>
        <p:txBody>
          <a:bodyPr>
            <a:noAutofit/>
          </a:bodyPr>
          <a:lstStyle>
            <a:lvl1pPr marL="0" indent="0">
              <a:buFontTx/>
              <a:buNone/>
              <a:defRPr sz="960" b="0" i="0" baseline="0">
                <a:solidFill>
                  <a:schemeClr val="tx1"/>
                </a:solidFill>
              </a:defRPr>
            </a:lvl1pPr>
            <a:lvl2pPr marL="207169" marR="0" indent="-205740" algn="l" defTabSz="821512" rtl="0" eaLnBrk="1" fontAlgn="base" latinLnBrk="0" hangingPunct="1">
              <a:lnSpc>
                <a:spcPct val="100000"/>
              </a:lnSpc>
              <a:spcBef>
                <a:spcPct val="0"/>
              </a:spcBef>
              <a:spcAft>
                <a:spcPts val="0"/>
              </a:spcAft>
              <a:buClrTx/>
              <a:buSzTx/>
              <a:buFont typeface="Arial" panose="020B0604020202020204" pitchFamily="34" charset="0"/>
              <a:buChar char="•"/>
              <a:tabLst/>
              <a:defRPr sz="960" baseline="0">
                <a:solidFill>
                  <a:schemeClr val="tx1"/>
                </a:solidFill>
              </a:defRPr>
            </a:lvl2pPr>
            <a:lvl3pPr>
              <a:defRPr sz="1080"/>
            </a:lvl3pPr>
            <a:lvl4pPr>
              <a:defRPr sz="1080"/>
            </a:lvl4pPr>
            <a:lvl5pPr>
              <a:defRPr sz="1080"/>
            </a:lvl5pPr>
          </a:lstStyle>
          <a:p>
            <a:pPr lvl="0"/>
            <a:r>
              <a:rPr lang="en-US" noProof="0" dirty="0"/>
              <a:t>This is the </a:t>
            </a:r>
            <a:r>
              <a:rPr lang="en-US" noProof="0" dirty="0" err="1"/>
              <a:t>SlideProof</a:t>
            </a:r>
            <a:r>
              <a:rPr lang="en-US" noProof="0" dirty="0"/>
              <a:t> Agenda Layout</a:t>
            </a:r>
          </a:p>
          <a:p>
            <a:pPr lvl="0"/>
            <a:r>
              <a:rPr lang="en-US" noProof="0" dirty="0"/>
              <a:t>http://www.veodin.com/slideproof/manual/agenda/</a:t>
            </a:r>
          </a:p>
          <a:p>
            <a:pPr lvl="0"/>
            <a:r>
              <a:rPr lang="en-US" noProof="0" dirty="0"/>
              <a:t>Use the Selection Pane (Alt+F10) to make the hidden shapes of the Agenda visible. Make sure you group them again after editing and rename them with </a:t>
            </a:r>
            <a:r>
              <a:rPr lang="en-US" noProof="0" dirty="0" err="1"/>
              <a:t>SlideProof</a:t>
            </a:r>
            <a:r>
              <a:rPr lang="en-US" noProof="0" dirty="0"/>
              <a:t> &gt; Agenda &gt; Rename Agenda Groups</a:t>
            </a:r>
          </a:p>
          <a:p>
            <a:pPr lvl="0"/>
            <a:r>
              <a:rPr lang="en-US" noProof="0" dirty="0"/>
              <a:t>Expected group names are:</a:t>
            </a:r>
          </a:p>
          <a:p>
            <a:pPr lvl="1"/>
            <a:endParaRPr lang="en-US" noProof="0" dirty="0"/>
          </a:p>
          <a:p>
            <a:pPr lvl="1"/>
            <a:r>
              <a:rPr lang="en-US" noProof="0" dirty="0"/>
              <a:t>SP Agenda Section - Mandatory</a:t>
            </a:r>
          </a:p>
          <a:p>
            <a:pPr lvl="1"/>
            <a:r>
              <a:rPr lang="en-US" noProof="0" dirty="0"/>
              <a:t>SP Agenda Section Highlight - Highlight the current section</a:t>
            </a:r>
          </a:p>
          <a:p>
            <a:pPr lvl="1"/>
            <a:r>
              <a:rPr lang="en-US" noProof="0" dirty="0"/>
              <a:t>SP Agenda Subsection - Mandatory if showing subsections</a:t>
            </a:r>
          </a:p>
          <a:p>
            <a:pPr lvl="1"/>
            <a:r>
              <a:rPr lang="en-US" noProof="0" dirty="0"/>
              <a:t>SP Agenda Subsection Highlight - Highlight the current subsection</a:t>
            </a:r>
          </a:p>
          <a:p>
            <a:pPr lvl="0"/>
            <a:r>
              <a:rPr lang="en-US" noProof="0" dirty="0"/>
              <a:t>Any shapes or images inside the groups will appear on the agenda pages. This notice (SP Agenda Notice) will not appear on the agenda pages.</a:t>
            </a:r>
          </a:p>
          <a:p>
            <a:pPr lvl="0"/>
            <a:r>
              <a:rPr lang="en-US" noProof="0" dirty="0"/>
              <a:t>Valid text placeholders are:</a:t>
            </a:r>
          </a:p>
          <a:p>
            <a:pPr lvl="1"/>
            <a:endParaRPr lang="en-US" noProof="0" dirty="0"/>
          </a:p>
          <a:p>
            <a:pPr lvl="1"/>
            <a:r>
              <a:rPr lang="en-US" noProof="0" dirty="0"/>
              <a:t>Section number:</a:t>
            </a:r>
          </a:p>
          <a:p>
            <a:pPr lvl="1"/>
            <a:r>
              <a:rPr lang="en-US" noProof="0" dirty="0"/>
              <a:t>&lt;N&gt; for Arabic number 1, 2, 3</a:t>
            </a:r>
          </a:p>
          <a:p>
            <a:pPr lvl="1"/>
            <a:r>
              <a:rPr lang="en-US" noProof="0" dirty="0"/>
              <a:t>&lt;R&gt; for Roman numeral I, II, III</a:t>
            </a:r>
          </a:p>
          <a:p>
            <a:pPr lvl="1"/>
            <a:r>
              <a:rPr lang="en-US" noProof="0" dirty="0"/>
              <a:t>&lt;RL&gt; for lower-case Roman numeral </a:t>
            </a:r>
            <a:r>
              <a:rPr lang="en-US" noProof="0" dirty="0" err="1"/>
              <a:t>i</a:t>
            </a:r>
            <a:r>
              <a:rPr lang="en-US" noProof="0" dirty="0"/>
              <a:t>, ii, iii</a:t>
            </a:r>
          </a:p>
          <a:p>
            <a:pPr lvl="1"/>
            <a:r>
              <a:rPr lang="en-US" noProof="0" dirty="0"/>
              <a:t>&lt;A&gt; for alphabetic character A, B, C</a:t>
            </a:r>
          </a:p>
          <a:p>
            <a:pPr lvl="1"/>
            <a:r>
              <a:rPr lang="en-US" noProof="0" dirty="0"/>
              <a:t>&lt;AL&gt; for lower-case Alphabetic character</a:t>
            </a:r>
          </a:p>
          <a:p>
            <a:pPr lvl="1"/>
            <a:r>
              <a:rPr lang="en-US" noProof="0" dirty="0"/>
              <a:t>&lt;TEXT&gt;</a:t>
            </a:r>
          </a:p>
          <a:p>
            <a:pPr lvl="1"/>
            <a:r>
              <a:rPr lang="en-US" noProof="0" dirty="0"/>
              <a:t>&lt;RESPONSIBLE&gt;</a:t>
            </a:r>
          </a:p>
          <a:p>
            <a:pPr lvl="1"/>
            <a:r>
              <a:rPr lang="en-US" noProof="0" dirty="0"/>
              <a:t>&lt;TIMESLOT&gt;</a:t>
            </a:r>
          </a:p>
          <a:p>
            <a:pPr lvl="1"/>
            <a:r>
              <a:rPr lang="en-US" noProof="0" dirty="0"/>
              <a:t>&lt;DURATION&gt; for duration</a:t>
            </a:r>
          </a:p>
          <a:p>
            <a:pPr lvl="1"/>
            <a:r>
              <a:rPr lang="en-US" noProof="0" dirty="0"/>
              <a:t>&lt;P&gt; for page number</a:t>
            </a:r>
          </a:p>
          <a:p>
            <a:pPr lvl="0"/>
            <a:r>
              <a:rPr lang="en-US" noProof="0" dirty="0"/>
              <a:t>If you want the agenda to be vertically centered on each Agenda slide, rename this layout to:</a:t>
            </a:r>
          </a:p>
          <a:p>
            <a:pPr lvl="1"/>
            <a:endParaRPr lang="en-US" noProof="0" dirty="0"/>
          </a:p>
          <a:p>
            <a:pPr lvl="1"/>
            <a:r>
              <a:rPr lang="en-US" noProof="0" dirty="0"/>
              <a:t>SP Agenda Vertical</a:t>
            </a:r>
          </a:p>
        </p:txBody>
      </p:sp>
      <p:grpSp>
        <p:nvGrpSpPr>
          <p:cNvPr id="78" name="SP Agenda Subsection" hidden="1">
            <a:extLst>
              <a:ext uri="{FF2B5EF4-FFF2-40B4-BE49-F238E27FC236}">
                <a16:creationId xmlns:a16="http://schemas.microsoft.com/office/drawing/2014/main" id="{3CDEAECC-3C3D-40DC-8048-05157150AD6E}"/>
              </a:ext>
            </a:extLst>
          </p:cNvPr>
          <p:cNvGrpSpPr>
            <a:grpSpLocks/>
          </p:cNvGrpSpPr>
          <p:nvPr userDrawn="1"/>
        </p:nvGrpSpPr>
        <p:grpSpPr>
          <a:xfrm>
            <a:off x="457200" y="4915311"/>
            <a:ext cx="12096000" cy="443198"/>
            <a:chOff x="1797664" y="2085631"/>
            <a:chExt cx="5940745" cy="369332"/>
          </a:xfrm>
        </p:grpSpPr>
        <p:sp>
          <p:nvSpPr>
            <p:cNvPr id="79" name="Textbox">
              <a:extLst>
                <a:ext uri="{FF2B5EF4-FFF2-40B4-BE49-F238E27FC236}">
                  <a16:creationId xmlns:a16="http://schemas.microsoft.com/office/drawing/2014/main" id="{584D4FFB-892A-49C8-973F-893B258E19BF}"/>
                </a:ext>
              </a:extLst>
            </p:cNvPr>
            <p:cNvSpPr txBox="1">
              <a:spLocks/>
            </p:cNvSpPr>
            <p:nvPr userDrawn="1"/>
          </p:nvSpPr>
          <p:spPr>
            <a:xfrm>
              <a:off x="2140025" y="2085631"/>
              <a:ext cx="5598384" cy="369332"/>
            </a:xfrm>
            <a:prstGeom prst="rect">
              <a:avLst/>
            </a:prstGeom>
            <a:noFill/>
          </p:spPr>
          <p:txBody>
            <a:bodyPr wrap="square" rtlCol="0" anchor="ctr">
              <a:noAutofit/>
            </a:bodyPr>
            <a:lstStyle/>
            <a:p>
              <a:pPr defTabSz="11201120">
                <a:tabLst>
                  <a:tab pos="11414474" algn="l"/>
                </a:tabLst>
              </a:pPr>
              <a:r>
                <a:rPr lang="en-US" sz="4320" b="1" dirty="0">
                  <a:solidFill>
                    <a:schemeClr val="tx1"/>
                  </a:solidFill>
                </a:rPr>
                <a:t>&lt;TEXT&gt;</a:t>
              </a:r>
            </a:p>
          </p:txBody>
        </p:sp>
        <p:sp>
          <p:nvSpPr>
            <p:cNvPr id="80" name="Textbox">
              <a:extLst>
                <a:ext uri="{FF2B5EF4-FFF2-40B4-BE49-F238E27FC236}">
                  <a16:creationId xmlns:a16="http://schemas.microsoft.com/office/drawing/2014/main" id="{BB144044-4B4E-495D-8D8D-9D01BCCA9A24}"/>
                </a:ext>
              </a:extLst>
            </p:cNvPr>
            <p:cNvSpPr txBox="1">
              <a:spLocks/>
            </p:cNvSpPr>
            <p:nvPr userDrawn="1"/>
          </p:nvSpPr>
          <p:spPr>
            <a:xfrm>
              <a:off x="1797664" y="2085631"/>
              <a:ext cx="379556" cy="369332"/>
            </a:xfrm>
            <a:prstGeom prst="rect">
              <a:avLst/>
            </a:prstGeom>
            <a:noFill/>
          </p:spPr>
          <p:txBody>
            <a:bodyPr wrap="none" rtlCol="0" anchor="ctr">
              <a:noAutofit/>
            </a:bodyPr>
            <a:lstStyle/>
            <a:p>
              <a:pPr algn="ctr"/>
              <a:r>
                <a:rPr lang="en-US" sz="4320" b="1" dirty="0">
                  <a:solidFill>
                    <a:schemeClr val="tx1"/>
                  </a:solidFill>
                </a:rPr>
                <a:t>&lt;N&gt;</a:t>
              </a:r>
            </a:p>
          </p:txBody>
        </p:sp>
        <p:sp>
          <p:nvSpPr>
            <p:cNvPr id="81" name="Textbox">
              <a:extLst>
                <a:ext uri="{FF2B5EF4-FFF2-40B4-BE49-F238E27FC236}">
                  <a16:creationId xmlns:a16="http://schemas.microsoft.com/office/drawing/2014/main" id="{72849E41-8C22-4F28-A058-02BC25DF49BB}"/>
                </a:ext>
              </a:extLst>
            </p:cNvPr>
            <p:cNvSpPr txBox="1">
              <a:spLocks/>
            </p:cNvSpPr>
            <p:nvPr userDrawn="1"/>
          </p:nvSpPr>
          <p:spPr>
            <a:xfrm>
              <a:off x="6912263" y="2086339"/>
              <a:ext cx="0" cy="0"/>
            </a:xfrm>
            <a:prstGeom prst="rect">
              <a:avLst/>
            </a:prstGeom>
            <a:noFill/>
          </p:spPr>
          <p:txBody>
            <a:bodyPr wrap="none" rtlCol="0" anchor="ctr">
              <a:noAutofit/>
            </a:bodyPr>
            <a:lstStyle/>
            <a:p>
              <a:pPr algn="r"/>
              <a:r>
                <a:rPr lang="en-US" sz="1200" b="1" dirty="0">
                  <a:solidFill>
                    <a:schemeClr val="bg1"/>
                  </a:solidFill>
                </a:rPr>
                <a:t>&lt;P&gt;</a:t>
              </a:r>
            </a:p>
          </p:txBody>
        </p:sp>
        <p:sp>
          <p:nvSpPr>
            <p:cNvPr id="82" name="Textbox">
              <a:extLst>
                <a:ext uri="{FF2B5EF4-FFF2-40B4-BE49-F238E27FC236}">
                  <a16:creationId xmlns:a16="http://schemas.microsoft.com/office/drawing/2014/main" id="{CA1BEB0B-B88B-4782-BF66-3BC90122CA1F}"/>
                </a:ext>
              </a:extLst>
            </p:cNvPr>
            <p:cNvSpPr txBox="1">
              <a:spLocks/>
            </p:cNvSpPr>
            <p:nvPr userDrawn="1"/>
          </p:nvSpPr>
          <p:spPr>
            <a:xfrm>
              <a:off x="6912263" y="2086339"/>
              <a:ext cx="0" cy="0"/>
            </a:xfrm>
            <a:prstGeom prst="rect">
              <a:avLst/>
            </a:prstGeom>
            <a:noFill/>
          </p:spPr>
          <p:txBody>
            <a:bodyPr wrap="none" rtlCol="0" anchor="ctr">
              <a:noAutofit/>
            </a:bodyPr>
            <a:lstStyle/>
            <a:p>
              <a:pPr algn="l"/>
              <a:r>
                <a:rPr lang="en-US" sz="1200" b="1" dirty="0">
                  <a:solidFill>
                    <a:schemeClr val="bg1"/>
                  </a:solidFill>
                </a:rPr>
                <a:t>&lt;TIMESLOT&gt;</a:t>
              </a:r>
            </a:p>
          </p:txBody>
        </p:sp>
        <p:sp>
          <p:nvSpPr>
            <p:cNvPr id="83" name="Textbox">
              <a:extLst>
                <a:ext uri="{FF2B5EF4-FFF2-40B4-BE49-F238E27FC236}">
                  <a16:creationId xmlns:a16="http://schemas.microsoft.com/office/drawing/2014/main" id="{2488CE60-C0C7-4375-8E28-316DE55D3DE1}"/>
                </a:ext>
              </a:extLst>
            </p:cNvPr>
            <p:cNvSpPr txBox="1">
              <a:spLocks/>
            </p:cNvSpPr>
            <p:nvPr userDrawn="1"/>
          </p:nvSpPr>
          <p:spPr>
            <a:xfrm>
              <a:off x="6912263" y="2086339"/>
              <a:ext cx="0" cy="0"/>
            </a:xfrm>
            <a:prstGeom prst="rect">
              <a:avLst/>
            </a:prstGeom>
            <a:noFill/>
          </p:spPr>
          <p:txBody>
            <a:bodyPr wrap="none" rtlCol="0" anchor="ctr">
              <a:noAutofit/>
            </a:bodyPr>
            <a:lstStyle/>
            <a:p>
              <a:pPr algn="l"/>
              <a:r>
                <a:rPr lang="en-US" sz="1200" b="1" dirty="0">
                  <a:solidFill>
                    <a:schemeClr val="bg1"/>
                  </a:solidFill>
                </a:rPr>
                <a:t>&lt;RESPONSIBLE&gt;</a:t>
              </a:r>
            </a:p>
          </p:txBody>
        </p:sp>
        <p:sp>
          <p:nvSpPr>
            <p:cNvPr id="84" name="Textbox">
              <a:extLst>
                <a:ext uri="{FF2B5EF4-FFF2-40B4-BE49-F238E27FC236}">
                  <a16:creationId xmlns:a16="http://schemas.microsoft.com/office/drawing/2014/main" id="{FDCF7982-797D-46DB-BA8C-F96B93FBBFAF}"/>
                </a:ext>
              </a:extLst>
            </p:cNvPr>
            <p:cNvSpPr txBox="1">
              <a:spLocks/>
            </p:cNvSpPr>
            <p:nvPr userDrawn="1"/>
          </p:nvSpPr>
          <p:spPr>
            <a:xfrm>
              <a:off x="6912263" y="2086339"/>
              <a:ext cx="0" cy="0"/>
            </a:xfrm>
            <a:prstGeom prst="rect">
              <a:avLst/>
            </a:prstGeom>
            <a:noFill/>
          </p:spPr>
          <p:txBody>
            <a:bodyPr wrap="none" rtlCol="0" anchor="ctr">
              <a:noAutofit/>
            </a:bodyPr>
            <a:lstStyle/>
            <a:p>
              <a:pPr algn="l"/>
              <a:r>
                <a:rPr lang="en-US" sz="1200" b="1" dirty="0">
                  <a:solidFill>
                    <a:schemeClr val="bg1"/>
                  </a:solidFill>
                </a:rPr>
                <a:t>&lt;DURATION&gt;</a:t>
              </a:r>
            </a:p>
          </p:txBody>
        </p:sp>
      </p:grpSp>
    </p:spTree>
    <p:extLst>
      <p:ext uri="{BB962C8B-B14F-4D97-AF65-F5344CB8AC3E}">
        <p14:creationId xmlns:p14="http://schemas.microsoft.com/office/powerpoint/2010/main" val="634130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592" userDrawn="1">
          <p15:clr>
            <a:srgbClr val="FBAE40"/>
          </p15:clr>
        </p15:guide>
        <p15:guide id="2" pos="1397" userDrawn="1">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1_Two Content and Headings">
    <p:spTree>
      <p:nvGrpSpPr>
        <p:cNvPr id="1" name=""/>
        <p:cNvGrpSpPr/>
        <p:nvPr/>
      </p:nvGrpSpPr>
      <p:grpSpPr>
        <a:xfrm>
          <a:off x="0" y="0"/>
          <a:ext cx="0" cy="0"/>
          <a:chOff x="0" y="0"/>
          <a:chExt cx="0" cy="0"/>
        </a:xfrm>
      </p:grpSpPr>
      <p:sp>
        <p:nvSpPr>
          <p:cNvPr id="12" name="Bar">
            <a:extLst>
              <a:ext uri="{FF2B5EF4-FFF2-40B4-BE49-F238E27FC236}">
                <a16:creationId xmlns:a16="http://schemas.microsoft.com/office/drawing/2014/main" id="{509F307F-2042-4E5D-9DD3-7346390C8233}"/>
              </a:ext>
            </a:extLst>
          </p:cNvPr>
          <p:cNvSpPr/>
          <p:nvPr userDrawn="1"/>
        </p:nvSpPr>
        <p:spPr>
          <a:xfrm>
            <a:off x="462121" y="1012662"/>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14" name="Content Placeholder 2">
            <a:extLst>
              <a:ext uri="{FF2B5EF4-FFF2-40B4-BE49-F238E27FC236}">
                <a16:creationId xmlns:a16="http://schemas.microsoft.com/office/drawing/2014/main" id="{7D93EC89-D007-42C7-92F3-5FAFA7AF243D}"/>
              </a:ext>
            </a:extLst>
          </p:cNvPr>
          <p:cNvSpPr>
            <a:spLocks noGrp="1"/>
          </p:cNvSpPr>
          <p:nvPr>
            <p:ph sz="quarter" idx="23"/>
          </p:nvPr>
        </p:nvSpPr>
        <p:spPr>
          <a:xfrm>
            <a:off x="7630475" y="1651636"/>
            <a:ext cx="6500284" cy="5663520"/>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6" name="Heading 2"/>
          <p:cNvSpPr>
            <a:spLocks noGrp="1"/>
          </p:cNvSpPr>
          <p:nvPr>
            <p:ph type="body" sz="quarter" idx="21" hasCustomPrompt="1"/>
          </p:nvPr>
        </p:nvSpPr>
        <p:spPr>
          <a:xfrm>
            <a:off x="7513969" y="1194436"/>
            <a:ext cx="6616690" cy="457200"/>
          </a:xfrm>
          <a:ln>
            <a:noFill/>
            <a:miter lim="800000"/>
          </a:ln>
        </p:spPr>
        <p:txBody>
          <a:bodyPr lIns="91440">
            <a:noAutofit/>
          </a:bodyPr>
          <a:lstStyle>
            <a:lvl1pPr marL="0" indent="0">
              <a:spcBef>
                <a:spcPts val="0"/>
              </a:spcBef>
              <a:buNone/>
              <a:defRPr sz="2640" b="1" baseline="0">
                <a:latin typeface="+mn-lt"/>
              </a:defRPr>
            </a:lvl1pPr>
            <a:lvl2pPr marL="0" indent="0">
              <a:spcBef>
                <a:spcPts val="0"/>
              </a:spcBef>
              <a:buNone/>
              <a:defRPr sz="2880"/>
            </a:lvl2pPr>
            <a:lvl3pPr marL="0" indent="0">
              <a:spcBef>
                <a:spcPts val="0"/>
              </a:spcBef>
              <a:buNone/>
              <a:defRPr sz="2880"/>
            </a:lvl3pPr>
            <a:lvl4pPr marL="0" indent="0">
              <a:spcBef>
                <a:spcPts val="0"/>
              </a:spcBef>
              <a:buNone/>
              <a:defRPr sz="2880"/>
            </a:lvl4pPr>
            <a:lvl5pPr marL="0" indent="0">
              <a:spcBef>
                <a:spcPts val="0"/>
              </a:spcBef>
              <a:buNone/>
              <a:defRPr sz="2880"/>
            </a:lvl5pPr>
            <a:lvl6pPr marL="0" indent="0">
              <a:spcBef>
                <a:spcPts val="0"/>
              </a:spcBef>
              <a:buNone/>
              <a:defRPr sz="2880"/>
            </a:lvl6pPr>
            <a:lvl7pPr marL="0" indent="0">
              <a:spcBef>
                <a:spcPts val="0"/>
              </a:spcBef>
              <a:buNone/>
              <a:defRPr sz="2880"/>
            </a:lvl7pPr>
            <a:lvl8pPr marL="0" indent="0">
              <a:spcBef>
                <a:spcPts val="0"/>
              </a:spcBef>
              <a:buNone/>
              <a:defRPr sz="2880"/>
            </a:lvl8pPr>
            <a:lvl9pPr marL="0" indent="0">
              <a:spcBef>
                <a:spcPts val="0"/>
              </a:spcBef>
              <a:buNone/>
              <a:defRPr sz="2880"/>
            </a:lvl9pPr>
          </a:lstStyle>
          <a:p>
            <a:pPr lvl="0"/>
            <a:r>
              <a:rPr lang="en-US" dirty="0"/>
              <a:t>Click to add one-line heading</a:t>
            </a:r>
          </a:p>
        </p:txBody>
      </p:sp>
      <p:sp>
        <p:nvSpPr>
          <p:cNvPr id="13" name="Content Placeholder 1">
            <a:extLst>
              <a:ext uri="{FF2B5EF4-FFF2-40B4-BE49-F238E27FC236}">
                <a16:creationId xmlns:a16="http://schemas.microsoft.com/office/drawing/2014/main" id="{807963B9-3178-4B51-AFEC-FF40F8FF0570}"/>
              </a:ext>
            </a:extLst>
          </p:cNvPr>
          <p:cNvSpPr>
            <a:spLocks noGrp="1"/>
          </p:cNvSpPr>
          <p:nvPr>
            <p:ph sz="quarter" idx="22"/>
          </p:nvPr>
        </p:nvSpPr>
        <p:spPr>
          <a:xfrm>
            <a:off x="462120" y="1651636"/>
            <a:ext cx="6500284" cy="5663520"/>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Heading 1"/>
          <p:cNvSpPr>
            <a:spLocks noGrp="1"/>
          </p:cNvSpPr>
          <p:nvPr>
            <p:ph type="body" sz="quarter" idx="19" hasCustomPrompt="1"/>
          </p:nvPr>
        </p:nvSpPr>
        <p:spPr>
          <a:xfrm>
            <a:off x="345714" y="1194436"/>
            <a:ext cx="6616690" cy="457200"/>
          </a:xfrm>
          <a:ln>
            <a:noFill/>
            <a:miter lim="800000"/>
          </a:ln>
        </p:spPr>
        <p:txBody>
          <a:bodyPr lIns="91440">
            <a:noAutofit/>
          </a:bodyPr>
          <a:lstStyle>
            <a:lvl1pPr marL="0" indent="0">
              <a:spcBef>
                <a:spcPts val="0"/>
              </a:spcBef>
              <a:buNone/>
              <a:defRPr sz="2640" b="1" baseline="0">
                <a:latin typeface="+mn-lt"/>
              </a:defRPr>
            </a:lvl1pPr>
            <a:lvl2pPr marL="0" indent="0">
              <a:spcBef>
                <a:spcPts val="0"/>
              </a:spcBef>
              <a:buNone/>
              <a:defRPr sz="2880"/>
            </a:lvl2pPr>
            <a:lvl3pPr marL="0" indent="0">
              <a:spcBef>
                <a:spcPts val="0"/>
              </a:spcBef>
              <a:buNone/>
              <a:defRPr sz="2880"/>
            </a:lvl3pPr>
            <a:lvl4pPr marL="0" indent="0">
              <a:spcBef>
                <a:spcPts val="0"/>
              </a:spcBef>
              <a:buNone/>
              <a:defRPr sz="2880"/>
            </a:lvl4pPr>
            <a:lvl5pPr marL="0" indent="0">
              <a:spcBef>
                <a:spcPts val="0"/>
              </a:spcBef>
              <a:buNone/>
              <a:defRPr sz="2880"/>
            </a:lvl5pPr>
            <a:lvl6pPr marL="0" indent="0">
              <a:spcBef>
                <a:spcPts val="0"/>
              </a:spcBef>
              <a:buNone/>
              <a:defRPr sz="2880"/>
            </a:lvl6pPr>
            <a:lvl7pPr marL="0" indent="0">
              <a:spcBef>
                <a:spcPts val="0"/>
              </a:spcBef>
              <a:buNone/>
              <a:defRPr sz="2880"/>
            </a:lvl7pPr>
            <a:lvl8pPr marL="0" indent="0">
              <a:spcBef>
                <a:spcPts val="0"/>
              </a:spcBef>
              <a:buNone/>
              <a:defRPr sz="2880"/>
            </a:lvl8pPr>
            <a:lvl9pPr marL="0" indent="0">
              <a:spcBef>
                <a:spcPts val="0"/>
              </a:spcBef>
              <a:buNone/>
              <a:defRPr sz="2880"/>
            </a:lvl9pPr>
          </a:lstStyle>
          <a:p>
            <a:pPr lvl="0"/>
            <a:r>
              <a:rPr lang="en-US" dirty="0"/>
              <a:t>Click to add one-line heading</a:t>
            </a:r>
          </a:p>
        </p:txBody>
      </p:sp>
      <p:sp>
        <p:nvSpPr>
          <p:cNvPr id="15" name="Title">
            <a:extLst>
              <a:ext uri="{FF2B5EF4-FFF2-40B4-BE49-F238E27FC236}">
                <a16:creationId xmlns:a16="http://schemas.microsoft.com/office/drawing/2014/main" id="{AE93C262-FA4B-43C3-AD92-4CEC861AD37B}"/>
              </a:ext>
            </a:extLst>
          </p:cNvPr>
          <p:cNvSpPr>
            <a:spLocks noGrp="1"/>
          </p:cNvSpPr>
          <p:nvPr>
            <p:ph type="title"/>
          </p:nvPr>
        </p:nvSpPr>
        <p:spPr>
          <a:xfrm>
            <a:off x="342892" y="470223"/>
            <a:ext cx="13797924" cy="481634"/>
          </a:xfr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2414D7CD-D200-4A01-8CED-7A9B8239970A}"/>
              </a:ext>
            </a:extLst>
          </p:cNvPr>
          <p:cNvSpPr>
            <a:spLocks noGrp="1"/>
          </p:cNvSpPr>
          <p:nvPr>
            <p:ph type="sldNum" sz="quarter" idx="25"/>
          </p:nvPr>
        </p:nvSpPr>
        <p:spPr/>
        <p:txBody>
          <a:bodyPr/>
          <a:lstStyle/>
          <a:p>
            <a:pPr defTabSz="1306105"/>
            <a:fld id="{104FC826-72BB-4AF1-BA01-A94F7396A7DC}" type="slidenum">
              <a:rPr lang="en-US" smtClean="0"/>
              <a:pPr defTabSz="1306105"/>
              <a:t>‹#›</a:t>
            </a:fld>
            <a:endParaRPr lang="en-US" dirty="0"/>
          </a:p>
        </p:txBody>
      </p:sp>
      <p:sp>
        <p:nvSpPr>
          <p:cNvPr id="2" name="Footer Placeholder">
            <a:extLst>
              <a:ext uri="{FF2B5EF4-FFF2-40B4-BE49-F238E27FC236}">
                <a16:creationId xmlns:a16="http://schemas.microsoft.com/office/drawing/2014/main" id="{9E1FA036-2D0C-4476-9395-CB088922F480}"/>
              </a:ext>
            </a:extLst>
          </p:cNvPr>
          <p:cNvSpPr>
            <a:spLocks noGrp="1"/>
          </p:cNvSpPr>
          <p:nvPr>
            <p:ph type="ftr" sz="quarter" idx="24"/>
          </p:nvPr>
        </p:nvSpPr>
        <p:spPr/>
        <p:txBody>
          <a:bodyPr/>
          <a:lstStyle/>
          <a:p>
            <a:r>
              <a:rPr lang="en-US" dirty="0"/>
              <a:t>Confidential | Authorized</a:t>
            </a:r>
          </a:p>
        </p:txBody>
      </p:sp>
    </p:spTree>
    <p:extLst>
      <p:ext uri="{BB962C8B-B14F-4D97-AF65-F5344CB8AC3E}">
        <p14:creationId xmlns:p14="http://schemas.microsoft.com/office/powerpoint/2010/main" val="922679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Linear  storytelling photography 01">
    <p:spTree>
      <p:nvGrpSpPr>
        <p:cNvPr id="1" name=""/>
        <p:cNvGrpSpPr/>
        <p:nvPr/>
      </p:nvGrpSpPr>
      <p:grpSpPr>
        <a:xfrm>
          <a:off x="0" y="0"/>
          <a:ext cx="0" cy="0"/>
          <a:chOff x="0" y="0"/>
          <a:chExt cx="0" cy="0"/>
        </a:xfrm>
      </p:grpSpPr>
      <p:sp>
        <p:nvSpPr>
          <p:cNvPr id="27" name="Picture Placeholder 3"/>
          <p:cNvSpPr>
            <a:spLocks noGrp="1"/>
          </p:cNvSpPr>
          <p:nvPr>
            <p:ph type="pic" sz="quarter" idx="22" hasCustomPrompt="1"/>
          </p:nvPr>
        </p:nvSpPr>
        <p:spPr>
          <a:xfrm>
            <a:off x="10460736" y="822960"/>
            <a:ext cx="4169664" cy="4546152"/>
          </a:xfrm>
        </p:spPr>
        <p:txBody>
          <a:bodyPr anchor="ctr"/>
          <a:lstStyle>
            <a:lvl1pPr marL="0" indent="0" algn="ctr">
              <a:buNone/>
              <a:defRPr>
                <a:latin typeface="+mn-lt"/>
              </a:defRPr>
            </a:lvl1pPr>
          </a:lstStyle>
          <a:p>
            <a:r>
              <a:rPr lang="en-US" dirty="0"/>
              <a:t>Click to add picture</a:t>
            </a:r>
          </a:p>
        </p:txBody>
      </p:sp>
      <p:sp>
        <p:nvSpPr>
          <p:cNvPr id="25" name="Picture Placeholder 2"/>
          <p:cNvSpPr>
            <a:spLocks noGrp="1"/>
          </p:cNvSpPr>
          <p:nvPr>
            <p:ph type="pic" sz="quarter" idx="20" hasCustomPrompt="1"/>
          </p:nvPr>
        </p:nvSpPr>
        <p:spPr>
          <a:xfrm>
            <a:off x="6291072" y="822960"/>
            <a:ext cx="4169664" cy="4546152"/>
          </a:xfrm>
        </p:spPr>
        <p:txBody>
          <a:bodyPr anchor="ctr"/>
          <a:lstStyle>
            <a:lvl1pPr marL="0" indent="0" algn="ctr">
              <a:buNone/>
              <a:defRPr>
                <a:latin typeface="+mn-lt"/>
              </a:defRPr>
            </a:lvl1pPr>
          </a:lstStyle>
          <a:p>
            <a:r>
              <a:rPr lang="en-US" dirty="0"/>
              <a:t>Click to add picture</a:t>
            </a:r>
          </a:p>
        </p:txBody>
      </p:sp>
      <p:sp>
        <p:nvSpPr>
          <p:cNvPr id="19" name="Picture Placeholder 1"/>
          <p:cNvSpPr>
            <a:spLocks noGrp="1"/>
          </p:cNvSpPr>
          <p:nvPr>
            <p:ph type="pic" sz="quarter" idx="18" hasCustomPrompt="1"/>
          </p:nvPr>
        </p:nvSpPr>
        <p:spPr>
          <a:xfrm>
            <a:off x="0" y="822961"/>
            <a:ext cx="6291072" cy="6328955"/>
          </a:xfrm>
        </p:spPr>
        <p:txBody>
          <a:bodyPr anchor="ctr"/>
          <a:lstStyle>
            <a:lvl1pPr marL="0" indent="0" algn="ctr">
              <a:buNone/>
              <a:defRPr>
                <a:latin typeface="+mn-lt"/>
              </a:defRPr>
            </a:lvl1pPr>
          </a:lstStyle>
          <a:p>
            <a:r>
              <a:rPr lang="en-US" dirty="0"/>
              <a:t>Click to add picture</a:t>
            </a:r>
          </a:p>
        </p:txBody>
      </p:sp>
      <p:sp>
        <p:nvSpPr>
          <p:cNvPr id="4" name="Title">
            <a:extLst>
              <a:ext uri="{FF2B5EF4-FFF2-40B4-BE49-F238E27FC236}">
                <a16:creationId xmlns:a16="http://schemas.microsoft.com/office/drawing/2014/main" id="{58DA0A33-9CC4-4DCC-85C5-5D814DA5F52A}"/>
              </a:ext>
            </a:extLst>
          </p:cNvPr>
          <p:cNvSpPr>
            <a:spLocks noGrp="1"/>
          </p:cNvSpPr>
          <p:nvPr>
            <p:ph type="title"/>
          </p:nvPr>
        </p:nvSpPr>
        <p:spPr>
          <a:xfrm>
            <a:off x="6479177" y="5639706"/>
            <a:ext cx="7661639" cy="1512209"/>
          </a:xfrm>
        </p:spPr>
        <p:txBody>
          <a:bodyPr rIns="0"/>
          <a:lstStyle>
            <a:lvl1pPr algn="r">
              <a:defRPr/>
            </a:lvl1pPr>
          </a:lstStyle>
          <a:p>
            <a:r>
              <a:rPr lang="en-US" dirty="0"/>
              <a:t>Click to edit Master title style</a:t>
            </a:r>
          </a:p>
        </p:txBody>
      </p:sp>
      <p:sp>
        <p:nvSpPr>
          <p:cNvPr id="3" name="Slide Number Placeholder">
            <a:extLst>
              <a:ext uri="{FF2B5EF4-FFF2-40B4-BE49-F238E27FC236}">
                <a16:creationId xmlns:a16="http://schemas.microsoft.com/office/drawing/2014/main" id="{95E78B5B-38D0-4241-B1F6-380820ADBD5B}"/>
              </a:ext>
            </a:extLst>
          </p:cNvPr>
          <p:cNvSpPr>
            <a:spLocks noGrp="1"/>
          </p:cNvSpPr>
          <p:nvPr>
            <p:ph type="sldNum" sz="quarter" idx="24"/>
          </p:nvPr>
        </p:nvSpPr>
        <p:spPr/>
        <p:txBody>
          <a:bodyPr/>
          <a:lstStyle/>
          <a:p>
            <a:pPr defTabSz="1306105"/>
            <a:fld id="{104FC826-72BB-4AF1-BA01-A94F7396A7DC}" type="slidenum">
              <a:rPr lang="en-US" smtClean="0"/>
              <a:pPr defTabSz="1306105"/>
              <a:t>‹#›</a:t>
            </a:fld>
            <a:endParaRPr lang="en-US" dirty="0"/>
          </a:p>
        </p:txBody>
      </p:sp>
      <p:sp>
        <p:nvSpPr>
          <p:cNvPr id="2" name="Footer Placeholder">
            <a:extLst>
              <a:ext uri="{FF2B5EF4-FFF2-40B4-BE49-F238E27FC236}">
                <a16:creationId xmlns:a16="http://schemas.microsoft.com/office/drawing/2014/main" id="{DD820592-1C1F-4092-94E5-D39D7CA09406}"/>
              </a:ext>
            </a:extLst>
          </p:cNvPr>
          <p:cNvSpPr>
            <a:spLocks noGrp="1"/>
          </p:cNvSpPr>
          <p:nvPr>
            <p:ph type="ftr" sz="quarter" idx="23"/>
          </p:nvPr>
        </p:nvSpPr>
        <p:spPr>
          <a:xfrm>
            <a:off x="6479177" y="7355205"/>
            <a:ext cx="6964250" cy="493897"/>
          </a:xfrm>
        </p:spPr>
        <p:txBody>
          <a:bodyPr/>
          <a:lstStyle/>
          <a:p>
            <a:r>
              <a:rPr lang="en-US"/>
              <a:t>Confidential | Authorized</a:t>
            </a:r>
            <a:endParaRPr lang="en-US" dirty="0"/>
          </a:p>
        </p:txBody>
      </p:sp>
    </p:spTree>
    <p:extLst>
      <p:ext uri="{BB962C8B-B14F-4D97-AF65-F5344CB8AC3E}">
        <p14:creationId xmlns:p14="http://schemas.microsoft.com/office/powerpoint/2010/main" val="3335165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Linear  storytelling photography 02">
    <p:spTree>
      <p:nvGrpSpPr>
        <p:cNvPr id="1" name=""/>
        <p:cNvGrpSpPr/>
        <p:nvPr/>
      </p:nvGrpSpPr>
      <p:grpSpPr>
        <a:xfrm>
          <a:off x="0" y="0"/>
          <a:ext cx="0" cy="0"/>
          <a:chOff x="0" y="0"/>
          <a:chExt cx="0" cy="0"/>
        </a:xfrm>
      </p:grpSpPr>
      <p:sp>
        <p:nvSpPr>
          <p:cNvPr id="19" name="Picture Placeholder 1"/>
          <p:cNvSpPr>
            <a:spLocks noGrp="1"/>
          </p:cNvSpPr>
          <p:nvPr>
            <p:ph type="pic" sz="quarter" idx="18" hasCustomPrompt="1"/>
          </p:nvPr>
        </p:nvSpPr>
        <p:spPr>
          <a:xfrm>
            <a:off x="0" y="1199448"/>
            <a:ext cx="4846320" cy="5952467"/>
          </a:xfrm>
        </p:spPr>
        <p:txBody>
          <a:bodyPr anchor="ctr"/>
          <a:lstStyle>
            <a:lvl1pPr marL="0" indent="0" algn="ctr">
              <a:buNone/>
              <a:defRPr>
                <a:latin typeface="+mn-lt"/>
              </a:defRPr>
            </a:lvl1pPr>
          </a:lstStyle>
          <a:p>
            <a:r>
              <a:rPr lang="en-US" dirty="0"/>
              <a:t>Click to add picture</a:t>
            </a:r>
          </a:p>
        </p:txBody>
      </p:sp>
      <p:sp>
        <p:nvSpPr>
          <p:cNvPr id="14" name="Bar"/>
          <p:cNvSpPr/>
          <p:nvPr userDrawn="1"/>
        </p:nvSpPr>
        <p:spPr>
          <a:xfrm>
            <a:off x="462121" y="1012662"/>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4" name="Title">
            <a:extLst>
              <a:ext uri="{FF2B5EF4-FFF2-40B4-BE49-F238E27FC236}">
                <a16:creationId xmlns:a16="http://schemas.microsoft.com/office/drawing/2014/main" id="{58DA0A33-9CC4-4DCC-85C5-5D814DA5F52A}"/>
              </a:ext>
            </a:extLst>
          </p:cNvPr>
          <p:cNvSpPr>
            <a:spLocks noGrp="1"/>
          </p:cNvSpPr>
          <p:nvPr>
            <p:ph type="title"/>
          </p:nvPr>
        </p:nvSpPr>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95E78B5B-38D0-4241-B1F6-380820ADBD5B}"/>
              </a:ext>
            </a:extLst>
          </p:cNvPr>
          <p:cNvSpPr>
            <a:spLocks noGrp="1"/>
          </p:cNvSpPr>
          <p:nvPr>
            <p:ph type="sldNum" sz="quarter" idx="24"/>
          </p:nvPr>
        </p:nvSpPr>
        <p:spPr/>
        <p:txBody>
          <a:bodyPr/>
          <a:lstStyle/>
          <a:p>
            <a:pPr defTabSz="1306105"/>
            <a:fld id="{104FC826-72BB-4AF1-BA01-A94F7396A7DC}" type="slidenum">
              <a:rPr lang="en-US" smtClean="0"/>
              <a:pPr defTabSz="1306105"/>
              <a:t>‹#›</a:t>
            </a:fld>
            <a:endParaRPr lang="en-US" dirty="0"/>
          </a:p>
        </p:txBody>
      </p:sp>
      <p:sp>
        <p:nvSpPr>
          <p:cNvPr id="2" name="Footer Placeholder">
            <a:extLst>
              <a:ext uri="{FF2B5EF4-FFF2-40B4-BE49-F238E27FC236}">
                <a16:creationId xmlns:a16="http://schemas.microsoft.com/office/drawing/2014/main" id="{DD820592-1C1F-4092-94E5-D39D7CA09406}"/>
              </a:ext>
            </a:extLst>
          </p:cNvPr>
          <p:cNvSpPr>
            <a:spLocks noGrp="1"/>
          </p:cNvSpPr>
          <p:nvPr>
            <p:ph type="ftr" sz="quarter" idx="23"/>
          </p:nvPr>
        </p:nvSpPr>
        <p:spPr>
          <a:xfrm>
            <a:off x="6479177" y="7355205"/>
            <a:ext cx="6964250" cy="493897"/>
          </a:xfrm>
        </p:spPr>
        <p:txBody>
          <a:bodyPr/>
          <a:lstStyle/>
          <a:p>
            <a:r>
              <a:rPr lang="en-US"/>
              <a:t>Confidential | Authorized</a:t>
            </a:r>
            <a:endParaRPr lang="en-US" dirty="0"/>
          </a:p>
        </p:txBody>
      </p:sp>
      <p:sp>
        <p:nvSpPr>
          <p:cNvPr id="9" name="Picture Placeholder 1">
            <a:extLst>
              <a:ext uri="{FF2B5EF4-FFF2-40B4-BE49-F238E27FC236}">
                <a16:creationId xmlns:a16="http://schemas.microsoft.com/office/drawing/2014/main" id="{780B64C6-93FD-4986-9415-5A6DFED53751}"/>
              </a:ext>
            </a:extLst>
          </p:cNvPr>
          <p:cNvSpPr>
            <a:spLocks noGrp="1"/>
          </p:cNvSpPr>
          <p:nvPr>
            <p:ph type="pic" sz="quarter" idx="25" hasCustomPrompt="1"/>
          </p:nvPr>
        </p:nvSpPr>
        <p:spPr>
          <a:xfrm>
            <a:off x="4846320" y="1199448"/>
            <a:ext cx="4937760" cy="5952467"/>
          </a:xfrm>
        </p:spPr>
        <p:txBody>
          <a:bodyPr anchor="ctr"/>
          <a:lstStyle>
            <a:lvl1pPr marL="0" indent="0" algn="ctr">
              <a:buNone/>
              <a:defRPr>
                <a:latin typeface="+mn-lt"/>
              </a:defRPr>
            </a:lvl1pPr>
          </a:lstStyle>
          <a:p>
            <a:r>
              <a:rPr lang="en-US" dirty="0"/>
              <a:t>Click to add picture</a:t>
            </a:r>
          </a:p>
        </p:txBody>
      </p:sp>
      <p:sp>
        <p:nvSpPr>
          <p:cNvPr id="10" name="Picture Placeholder 1">
            <a:extLst>
              <a:ext uri="{FF2B5EF4-FFF2-40B4-BE49-F238E27FC236}">
                <a16:creationId xmlns:a16="http://schemas.microsoft.com/office/drawing/2014/main" id="{210A1679-9C32-442B-AB6B-09BD1DBDD791}"/>
              </a:ext>
            </a:extLst>
          </p:cNvPr>
          <p:cNvSpPr>
            <a:spLocks noGrp="1"/>
          </p:cNvSpPr>
          <p:nvPr>
            <p:ph type="pic" sz="quarter" idx="26" hasCustomPrompt="1"/>
          </p:nvPr>
        </p:nvSpPr>
        <p:spPr>
          <a:xfrm>
            <a:off x="9784080" y="1199448"/>
            <a:ext cx="4846320" cy="5952467"/>
          </a:xfrm>
        </p:spPr>
        <p:txBody>
          <a:bodyPr anchor="ctr"/>
          <a:lstStyle>
            <a:lvl1pPr marL="0" indent="0" algn="ctr">
              <a:buNone/>
              <a:defRPr>
                <a:latin typeface="+mn-lt"/>
              </a:defRPr>
            </a:lvl1pPr>
          </a:lstStyle>
          <a:p>
            <a:r>
              <a:rPr lang="en-US" dirty="0"/>
              <a:t>Click to add picture</a:t>
            </a:r>
          </a:p>
        </p:txBody>
      </p:sp>
    </p:spTree>
    <p:extLst>
      <p:ext uri="{BB962C8B-B14F-4D97-AF65-F5344CB8AC3E}">
        <p14:creationId xmlns:p14="http://schemas.microsoft.com/office/powerpoint/2010/main" val="1015821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Linear  storytelling photography 03">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346948" y="5958932"/>
            <a:ext cx="4422371" cy="1042416"/>
          </a:xfrm>
        </p:spPr>
        <p:txBody>
          <a:bodyPr anchor="b"/>
          <a:lstStyle>
            <a:lvl1pPr>
              <a:defRPr/>
            </a:lvl1pPr>
          </a:lstStyle>
          <a:p>
            <a:r>
              <a:rPr lang="en-US" dirty="0"/>
              <a:t>Click to Add</a:t>
            </a:r>
            <a:br>
              <a:rPr lang="en-US" dirty="0"/>
            </a:br>
            <a:r>
              <a:rPr lang="en-US" dirty="0"/>
              <a:t>multi-Line Title</a:t>
            </a:r>
          </a:p>
        </p:txBody>
      </p:sp>
      <p:sp>
        <p:nvSpPr>
          <p:cNvPr id="4" name="Slide Number Placeholder">
            <a:extLst>
              <a:ext uri="{FF2B5EF4-FFF2-40B4-BE49-F238E27FC236}">
                <a16:creationId xmlns:a16="http://schemas.microsoft.com/office/drawing/2014/main" id="{2818CA98-330E-4FE7-B6FF-632E3112335A}"/>
              </a:ext>
            </a:extLst>
          </p:cNvPr>
          <p:cNvSpPr>
            <a:spLocks noGrp="1"/>
          </p:cNvSpPr>
          <p:nvPr>
            <p:ph type="sldNum" sz="quarter" idx="11"/>
          </p:nvPr>
        </p:nvSpPr>
        <p:spPr/>
        <p:txBody>
          <a:bodyPr/>
          <a:lstStyle/>
          <a:p>
            <a:pPr defTabSz="1306105"/>
            <a:fld id="{104FC826-72BB-4AF1-BA01-A94F7396A7DC}" type="slidenum">
              <a:rPr lang="en-US" smtClean="0"/>
              <a:pPr defTabSz="1306105"/>
              <a:t>‹#›</a:t>
            </a:fld>
            <a:endParaRPr lang="en-US" dirty="0"/>
          </a:p>
        </p:txBody>
      </p:sp>
      <p:sp>
        <p:nvSpPr>
          <p:cNvPr id="3" name="Footer Placeholder">
            <a:extLst>
              <a:ext uri="{FF2B5EF4-FFF2-40B4-BE49-F238E27FC236}">
                <a16:creationId xmlns:a16="http://schemas.microsoft.com/office/drawing/2014/main" id="{1F90604F-7FA1-41D8-9914-866F3305034E}"/>
              </a:ext>
            </a:extLst>
          </p:cNvPr>
          <p:cNvSpPr>
            <a:spLocks noGrp="1"/>
          </p:cNvSpPr>
          <p:nvPr>
            <p:ph type="ftr" sz="quarter" idx="10"/>
          </p:nvPr>
        </p:nvSpPr>
        <p:spPr/>
        <p:txBody>
          <a:bodyPr/>
          <a:lstStyle/>
          <a:p>
            <a:r>
              <a:rPr lang="en-US"/>
              <a:t>Confidential | Authorized</a:t>
            </a:r>
            <a:endParaRPr lang="en-US" dirty="0"/>
          </a:p>
        </p:txBody>
      </p:sp>
      <p:sp>
        <p:nvSpPr>
          <p:cNvPr id="7" name="Picture Placeholder 1">
            <a:extLst>
              <a:ext uri="{FF2B5EF4-FFF2-40B4-BE49-F238E27FC236}">
                <a16:creationId xmlns:a16="http://schemas.microsoft.com/office/drawing/2014/main" id="{0FF19B93-7801-4519-9A52-CEED32CDC42C}"/>
              </a:ext>
            </a:extLst>
          </p:cNvPr>
          <p:cNvSpPr>
            <a:spLocks noGrp="1"/>
          </p:cNvSpPr>
          <p:nvPr>
            <p:ph type="pic" sz="quarter" idx="26" hasCustomPrompt="1"/>
          </p:nvPr>
        </p:nvSpPr>
        <p:spPr>
          <a:xfrm>
            <a:off x="9784080" y="1138568"/>
            <a:ext cx="4846320" cy="5952467"/>
          </a:xfrm>
        </p:spPr>
        <p:txBody>
          <a:bodyPr anchor="ctr"/>
          <a:lstStyle>
            <a:lvl1pPr marL="0" indent="0" algn="ctr">
              <a:buNone/>
              <a:defRPr>
                <a:latin typeface="+mn-lt"/>
              </a:defRPr>
            </a:lvl1pPr>
          </a:lstStyle>
          <a:p>
            <a:r>
              <a:rPr lang="en-US" dirty="0"/>
              <a:t>Click to add picture</a:t>
            </a:r>
          </a:p>
        </p:txBody>
      </p:sp>
      <p:sp>
        <p:nvSpPr>
          <p:cNvPr id="9" name="Picture Placeholder 1">
            <a:extLst>
              <a:ext uri="{FF2B5EF4-FFF2-40B4-BE49-F238E27FC236}">
                <a16:creationId xmlns:a16="http://schemas.microsoft.com/office/drawing/2014/main" id="{3E58FF24-23EE-4C46-ADB8-00266BC7C7D7}"/>
              </a:ext>
            </a:extLst>
          </p:cNvPr>
          <p:cNvSpPr>
            <a:spLocks noGrp="1"/>
          </p:cNvSpPr>
          <p:nvPr>
            <p:ph type="pic" sz="quarter" idx="27" hasCustomPrompt="1"/>
          </p:nvPr>
        </p:nvSpPr>
        <p:spPr>
          <a:xfrm>
            <a:off x="4846320" y="1138568"/>
            <a:ext cx="4937760" cy="5952467"/>
          </a:xfrm>
        </p:spPr>
        <p:txBody>
          <a:bodyPr anchor="ctr"/>
          <a:lstStyle>
            <a:lvl1pPr marL="0" indent="0" algn="ctr">
              <a:buNone/>
              <a:defRPr>
                <a:latin typeface="+mn-lt"/>
              </a:defRPr>
            </a:lvl1pPr>
          </a:lstStyle>
          <a:p>
            <a:r>
              <a:rPr lang="en-US" dirty="0"/>
              <a:t>Click to add picture</a:t>
            </a:r>
          </a:p>
        </p:txBody>
      </p:sp>
      <p:sp>
        <p:nvSpPr>
          <p:cNvPr id="10" name="Picture Placeholder 1">
            <a:extLst>
              <a:ext uri="{FF2B5EF4-FFF2-40B4-BE49-F238E27FC236}">
                <a16:creationId xmlns:a16="http://schemas.microsoft.com/office/drawing/2014/main" id="{B904B7D5-0D47-4EFF-AF92-088BBE537A04}"/>
              </a:ext>
            </a:extLst>
          </p:cNvPr>
          <p:cNvSpPr>
            <a:spLocks noGrp="1"/>
          </p:cNvSpPr>
          <p:nvPr>
            <p:ph type="pic" sz="quarter" idx="28" hasCustomPrompt="1"/>
          </p:nvPr>
        </p:nvSpPr>
        <p:spPr>
          <a:xfrm>
            <a:off x="0" y="1138567"/>
            <a:ext cx="4846320" cy="4286952"/>
          </a:xfrm>
        </p:spPr>
        <p:txBody>
          <a:bodyPr anchor="ctr"/>
          <a:lstStyle>
            <a:lvl1pPr marL="0" indent="0" algn="ctr">
              <a:buNone/>
              <a:defRPr>
                <a:latin typeface="+mn-lt"/>
              </a:defRPr>
            </a:lvl1pPr>
          </a:lstStyle>
          <a:p>
            <a:r>
              <a:rPr lang="en-US" dirty="0"/>
              <a:t>Click to add picture</a:t>
            </a:r>
          </a:p>
        </p:txBody>
      </p:sp>
    </p:spTree>
    <p:extLst>
      <p:ext uri="{BB962C8B-B14F-4D97-AF65-F5344CB8AC3E}">
        <p14:creationId xmlns:p14="http://schemas.microsoft.com/office/powerpoint/2010/main" val="2240265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Layered photography 4:3 right">
    <p:spTree>
      <p:nvGrpSpPr>
        <p:cNvPr id="1" name=""/>
        <p:cNvGrpSpPr/>
        <p:nvPr/>
      </p:nvGrpSpPr>
      <p:grpSpPr>
        <a:xfrm>
          <a:off x="0" y="0"/>
          <a:ext cx="0" cy="0"/>
          <a:chOff x="0" y="0"/>
          <a:chExt cx="0" cy="0"/>
        </a:xfrm>
      </p:grpSpPr>
      <p:sp>
        <p:nvSpPr>
          <p:cNvPr id="19" name="Picture Placeholder 1"/>
          <p:cNvSpPr>
            <a:spLocks noGrp="1"/>
          </p:cNvSpPr>
          <p:nvPr>
            <p:ph type="pic" sz="quarter" idx="18" hasCustomPrompt="1"/>
          </p:nvPr>
        </p:nvSpPr>
        <p:spPr>
          <a:xfrm>
            <a:off x="3657601" y="0"/>
            <a:ext cx="10970713" cy="8230435"/>
          </a:xfrm>
        </p:spPr>
        <p:txBody>
          <a:bodyPr anchor="ctr"/>
          <a:lstStyle>
            <a:lvl1pPr marL="0" indent="0" algn="ctr">
              <a:buNone/>
              <a:defRPr>
                <a:latin typeface="+mn-lt"/>
              </a:defRPr>
            </a:lvl1pPr>
          </a:lstStyle>
          <a:p>
            <a:r>
              <a:rPr lang="en-US" dirty="0"/>
              <a:t>Click to add picture</a:t>
            </a:r>
          </a:p>
        </p:txBody>
      </p:sp>
      <p:sp>
        <p:nvSpPr>
          <p:cNvPr id="4" name="Title">
            <a:extLst>
              <a:ext uri="{FF2B5EF4-FFF2-40B4-BE49-F238E27FC236}">
                <a16:creationId xmlns:a16="http://schemas.microsoft.com/office/drawing/2014/main" id="{58DA0A33-9CC4-4DCC-85C5-5D814DA5F52A}"/>
              </a:ext>
            </a:extLst>
          </p:cNvPr>
          <p:cNvSpPr>
            <a:spLocks noGrp="1"/>
          </p:cNvSpPr>
          <p:nvPr>
            <p:ph type="title"/>
          </p:nvPr>
        </p:nvSpPr>
        <p:spPr>
          <a:xfrm>
            <a:off x="457200" y="826770"/>
            <a:ext cx="2707920" cy="6576060"/>
          </a:xfrm>
        </p:spPr>
        <p:txBody>
          <a:bodyPr lIns="0" rIns="0"/>
          <a:lstStyle>
            <a:lvl1pPr algn="l">
              <a:defRPr/>
            </a:lvl1pPr>
          </a:lstStyle>
          <a:p>
            <a:r>
              <a:rPr lang="en-US" dirty="0"/>
              <a:t>Click to edit Master title style</a:t>
            </a:r>
          </a:p>
        </p:txBody>
      </p:sp>
    </p:spTree>
    <p:extLst>
      <p:ext uri="{BB962C8B-B14F-4D97-AF65-F5344CB8AC3E}">
        <p14:creationId xmlns:p14="http://schemas.microsoft.com/office/powerpoint/2010/main" val="1561062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06" userDrawn="1">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Layered photography 4:3 left">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58DA0A33-9CC4-4DCC-85C5-5D814DA5F52A}"/>
              </a:ext>
            </a:extLst>
          </p:cNvPr>
          <p:cNvSpPr>
            <a:spLocks noGrp="1"/>
          </p:cNvSpPr>
          <p:nvPr>
            <p:ph type="title"/>
          </p:nvPr>
        </p:nvSpPr>
        <p:spPr>
          <a:xfrm>
            <a:off x="11437882" y="826770"/>
            <a:ext cx="2735317" cy="6576060"/>
          </a:xfrm>
        </p:spPr>
        <p:txBody>
          <a:bodyPr lIns="0" rIns="0"/>
          <a:lstStyle>
            <a:lvl1pPr algn="l">
              <a:defRPr/>
            </a:lvl1pPr>
          </a:lstStyle>
          <a:p>
            <a:r>
              <a:rPr lang="en-US" dirty="0"/>
              <a:t>Click to edit Master title style</a:t>
            </a:r>
          </a:p>
        </p:txBody>
      </p:sp>
      <p:sp>
        <p:nvSpPr>
          <p:cNvPr id="5" name="Picture Placeholder 1">
            <a:extLst>
              <a:ext uri="{FF2B5EF4-FFF2-40B4-BE49-F238E27FC236}">
                <a16:creationId xmlns:a16="http://schemas.microsoft.com/office/drawing/2014/main" id="{57C7E85E-D264-8BFA-D0E6-A31549CE3F80}"/>
              </a:ext>
            </a:extLst>
          </p:cNvPr>
          <p:cNvSpPr>
            <a:spLocks noGrp="1"/>
          </p:cNvSpPr>
          <p:nvPr>
            <p:ph type="pic" sz="quarter" idx="18" hasCustomPrompt="1"/>
          </p:nvPr>
        </p:nvSpPr>
        <p:spPr>
          <a:xfrm>
            <a:off x="1" y="0"/>
            <a:ext cx="10970713" cy="8230435"/>
          </a:xfrm>
        </p:spPr>
        <p:txBody>
          <a:bodyPr anchor="ctr"/>
          <a:lstStyle>
            <a:lvl1pPr marL="0" indent="0" algn="ctr">
              <a:buNone/>
              <a:defRPr>
                <a:latin typeface="+mn-lt"/>
              </a:defRPr>
            </a:lvl1pPr>
          </a:lstStyle>
          <a:p>
            <a:r>
              <a:rPr lang="en-US" dirty="0"/>
              <a:t>Click to add picture</a:t>
            </a:r>
          </a:p>
        </p:txBody>
      </p:sp>
      <p:sp>
        <p:nvSpPr>
          <p:cNvPr id="6" name="Element">
            <a:extLst>
              <a:ext uri="{FF2B5EF4-FFF2-40B4-BE49-F238E27FC236}">
                <a16:creationId xmlns:a16="http://schemas.microsoft.com/office/drawing/2014/main" id="{18CF8494-565E-4EBB-FE2C-597A1F50AC5C}"/>
              </a:ext>
            </a:extLst>
          </p:cNvPr>
          <p:cNvSpPr>
            <a:spLocks noChangeAspect="1"/>
          </p:cNvSpPr>
          <p:nvPr userDrawn="1"/>
        </p:nvSpPr>
        <p:spPr>
          <a:xfrm>
            <a:off x="11437882" y="7495893"/>
            <a:ext cx="1141813" cy="327512"/>
          </a:xfrm>
          <a:custGeom>
            <a:avLst/>
            <a:gdLst>
              <a:gd name="connsiteX0" fmla="*/ 0 w 951511"/>
              <a:gd name="connsiteY0" fmla="*/ 0 h 272927"/>
              <a:gd name="connsiteX1" fmla="*/ 0 w 951511"/>
              <a:gd name="connsiteY1" fmla="*/ 272927 h 272927"/>
              <a:gd name="connsiteX2" fmla="*/ 0 w 951511"/>
              <a:gd name="connsiteY2" fmla="*/ 272927 h 272927"/>
              <a:gd name="connsiteX3" fmla="*/ 951511 w 951511"/>
              <a:gd name="connsiteY3" fmla="*/ 272927 h 272927"/>
              <a:gd name="connsiteX4" fmla="*/ 951511 w 951511"/>
              <a:gd name="connsiteY4" fmla="*/ 0 h 272927"/>
              <a:gd name="connsiteX5" fmla="*/ 0 w 951511"/>
              <a:gd name="connsiteY5" fmla="*/ 0 h 272927"/>
              <a:gd name="connsiteX6" fmla="*/ 891783 w 951511"/>
              <a:gd name="connsiteY6" fmla="*/ 214028 h 272927"/>
              <a:gd name="connsiteX7" fmla="*/ 59729 w 951511"/>
              <a:gd name="connsiteY7" fmla="*/ 214028 h 272927"/>
              <a:gd name="connsiteX8" fmla="*/ 59729 w 951511"/>
              <a:gd name="connsiteY8" fmla="*/ 59729 h 272927"/>
              <a:gd name="connsiteX9" fmla="*/ 892612 w 951511"/>
              <a:gd name="connsiteY9" fmla="*/ 59729 h 272927"/>
              <a:gd name="connsiteX10" fmla="*/ 892612 w 951511"/>
              <a:gd name="connsiteY10" fmla="*/ 214028 h 272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1511" h="272927">
                <a:moveTo>
                  <a:pt x="0" y="0"/>
                </a:moveTo>
                <a:lnTo>
                  <a:pt x="0" y="272927"/>
                </a:lnTo>
                <a:lnTo>
                  <a:pt x="0" y="272927"/>
                </a:lnTo>
                <a:lnTo>
                  <a:pt x="951511" y="272927"/>
                </a:lnTo>
                <a:lnTo>
                  <a:pt x="951511" y="0"/>
                </a:lnTo>
                <a:lnTo>
                  <a:pt x="0" y="0"/>
                </a:lnTo>
                <a:close/>
                <a:moveTo>
                  <a:pt x="891783" y="214028"/>
                </a:moveTo>
                <a:lnTo>
                  <a:pt x="59729" y="214028"/>
                </a:lnTo>
                <a:lnTo>
                  <a:pt x="59729" y="59729"/>
                </a:lnTo>
                <a:lnTo>
                  <a:pt x="892612" y="59729"/>
                </a:lnTo>
                <a:lnTo>
                  <a:pt x="892612" y="214028"/>
                </a:lnTo>
                <a:close/>
              </a:path>
            </a:pathLst>
          </a:custGeom>
          <a:solidFill>
            <a:srgbClr val="01A982"/>
          </a:solidFill>
          <a:ln w="8283" cap="flat">
            <a:noFill/>
            <a:prstDash val="solid"/>
            <a:miter/>
          </a:ln>
        </p:spPr>
        <p:txBody>
          <a:bodyPr rtlCol="0" anchor="ctr"/>
          <a:lstStyle/>
          <a:p>
            <a:endParaRPr lang="en-US" sz="1885" dirty="0"/>
          </a:p>
        </p:txBody>
      </p:sp>
    </p:spTree>
    <p:extLst>
      <p:ext uri="{BB962C8B-B14F-4D97-AF65-F5344CB8AC3E}">
        <p14:creationId xmlns:p14="http://schemas.microsoft.com/office/powerpoint/2010/main" val="2480526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06" userDrawn="1">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userDrawn="1">
  <p:cSld name="Title Slide with linear storytelling 01">
    <p:bg>
      <p:bgPr>
        <a:solidFill>
          <a:schemeClr val="bg1"/>
        </a:solidFill>
        <a:effectLst/>
      </p:bgPr>
    </p:bg>
    <p:spTree>
      <p:nvGrpSpPr>
        <p:cNvPr id="1" name=""/>
        <p:cNvGrpSpPr/>
        <p:nvPr/>
      </p:nvGrpSpPr>
      <p:grpSpPr>
        <a:xfrm>
          <a:off x="0" y="0"/>
          <a:ext cx="0" cy="0"/>
          <a:chOff x="0" y="0"/>
          <a:chExt cx="0" cy="0"/>
        </a:xfrm>
      </p:grpSpPr>
      <p:sp>
        <p:nvSpPr>
          <p:cNvPr id="19" name="Date"/>
          <p:cNvSpPr>
            <a:spLocks noGrp="1"/>
          </p:cNvSpPr>
          <p:nvPr>
            <p:ph type="body" sz="quarter" idx="13" hasCustomPrompt="1"/>
          </p:nvPr>
        </p:nvSpPr>
        <p:spPr>
          <a:xfrm>
            <a:off x="348896" y="5200278"/>
            <a:ext cx="6587494" cy="407057"/>
          </a:xfrm>
        </p:spPr>
        <p:txBody>
          <a:bodyPr>
            <a:noAutofit/>
          </a:bodyPr>
          <a:lstStyle>
            <a:lvl1pPr marL="0" indent="0">
              <a:spcBef>
                <a:spcPts val="0"/>
              </a:spcBef>
              <a:buNone/>
              <a:defRPr sz="2640" baseline="0">
                <a:solidFill>
                  <a:schemeClr val="tx1"/>
                </a:solidFill>
                <a:latin typeface="+mn-lt"/>
              </a:defRPr>
            </a:lvl1pPr>
            <a:lvl2pPr marL="0" indent="0">
              <a:spcBef>
                <a:spcPts val="0"/>
              </a:spcBef>
              <a:buNone/>
              <a:defRPr sz="2880"/>
            </a:lvl2pPr>
            <a:lvl3pPr marL="0" indent="0">
              <a:spcBef>
                <a:spcPts val="0"/>
              </a:spcBef>
              <a:buNone/>
              <a:defRPr sz="2880"/>
            </a:lvl3pPr>
            <a:lvl4pPr marL="0" indent="0">
              <a:spcBef>
                <a:spcPts val="0"/>
              </a:spcBef>
              <a:buNone/>
              <a:defRPr sz="2880"/>
            </a:lvl4pPr>
            <a:lvl5pPr marL="0" indent="0">
              <a:spcBef>
                <a:spcPts val="0"/>
              </a:spcBef>
              <a:buNone/>
              <a:defRPr sz="2880"/>
            </a:lvl5pPr>
            <a:lvl6pPr marL="0" indent="0">
              <a:spcBef>
                <a:spcPts val="0"/>
              </a:spcBef>
              <a:buNone/>
              <a:defRPr sz="2880"/>
            </a:lvl6pPr>
            <a:lvl7pPr marL="0" indent="0">
              <a:spcBef>
                <a:spcPts val="0"/>
              </a:spcBef>
              <a:buNone/>
              <a:defRPr sz="2880"/>
            </a:lvl7pPr>
            <a:lvl8pPr marL="0" indent="0">
              <a:spcBef>
                <a:spcPts val="0"/>
              </a:spcBef>
              <a:buNone/>
              <a:defRPr sz="2880"/>
            </a:lvl8pPr>
            <a:lvl9pPr marL="0" indent="0">
              <a:spcBef>
                <a:spcPts val="0"/>
              </a:spcBef>
              <a:buNone/>
              <a:defRPr sz="2880"/>
            </a:lvl9pPr>
          </a:lstStyle>
          <a:p>
            <a:pPr lvl="0"/>
            <a:r>
              <a:rPr lang="en-US" dirty="0"/>
              <a:t>Month day, year</a:t>
            </a:r>
          </a:p>
        </p:txBody>
      </p:sp>
      <p:sp>
        <p:nvSpPr>
          <p:cNvPr id="12" name="Subtitle"/>
          <p:cNvSpPr>
            <a:spLocks noGrp="1"/>
          </p:cNvSpPr>
          <p:nvPr>
            <p:ph type="subTitle" idx="1" hasCustomPrompt="1"/>
          </p:nvPr>
        </p:nvSpPr>
        <p:spPr>
          <a:xfrm>
            <a:off x="348897" y="4666404"/>
            <a:ext cx="9389462" cy="526694"/>
          </a:xfrm>
        </p:spPr>
        <p:txBody>
          <a:bodyPr>
            <a:noAutofit/>
          </a:bodyPr>
          <a:lstStyle>
            <a:lvl1pPr marL="0" indent="0" algn="l">
              <a:spcBef>
                <a:spcPts val="0"/>
              </a:spcBef>
              <a:buNone/>
              <a:defRPr sz="3840">
                <a:solidFill>
                  <a:schemeClr val="tx1"/>
                </a:solidFill>
                <a:latin typeface="+mn-lt"/>
              </a:defRPr>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dirty="0"/>
              <a:t>Speaker name and title</a:t>
            </a:r>
          </a:p>
        </p:txBody>
      </p:sp>
      <p:sp>
        <p:nvSpPr>
          <p:cNvPr id="18" name="Bar"/>
          <p:cNvSpPr/>
          <p:nvPr userDrawn="1"/>
        </p:nvSpPr>
        <p:spPr>
          <a:xfrm>
            <a:off x="455577" y="4375847"/>
            <a:ext cx="636340"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06105"/>
            <a:endParaRPr lang="en-US" sz="2580" dirty="0">
              <a:solidFill>
                <a:prstClr val="white"/>
              </a:solidFill>
              <a:latin typeface="MetricHPE" panose="020B0503030202060203" pitchFamily="34" charset="-18"/>
            </a:endParaRPr>
          </a:p>
        </p:txBody>
      </p:sp>
      <p:sp>
        <p:nvSpPr>
          <p:cNvPr id="15" name="Title"/>
          <p:cNvSpPr>
            <a:spLocks noGrp="1"/>
          </p:cNvSpPr>
          <p:nvPr>
            <p:ph type="title" hasCustomPrompt="1"/>
          </p:nvPr>
        </p:nvSpPr>
        <p:spPr>
          <a:xfrm>
            <a:off x="348898" y="1949735"/>
            <a:ext cx="9389462" cy="2286000"/>
          </a:xfrm>
        </p:spPr>
        <p:txBody>
          <a:bodyPr anchor="b"/>
          <a:lstStyle>
            <a:lvl1pPr>
              <a:lnSpc>
                <a:spcPct val="80000"/>
              </a:lnSpc>
              <a:defRPr sz="5280">
                <a:solidFill>
                  <a:sysClr val="windowText" lastClr="000000"/>
                </a:solidFill>
              </a:defRPr>
            </a:lvl1pPr>
          </a:lstStyle>
          <a:p>
            <a:r>
              <a:rPr lang="en-US" dirty="0"/>
              <a:t>Click to edit</a:t>
            </a:r>
            <a:br>
              <a:rPr lang="en-US" dirty="0"/>
            </a:br>
            <a:r>
              <a:rPr lang="en-US" dirty="0"/>
              <a:t>master title style</a:t>
            </a:r>
          </a:p>
        </p:txBody>
      </p:sp>
      <p:sp>
        <p:nvSpPr>
          <p:cNvPr id="10" name="Picture Placeholder 1">
            <a:extLst>
              <a:ext uri="{FF2B5EF4-FFF2-40B4-BE49-F238E27FC236}">
                <a16:creationId xmlns:a16="http://schemas.microsoft.com/office/drawing/2014/main" id="{2FD840D7-BFFA-43F2-A0A3-65E3C3FCAC2B}"/>
              </a:ext>
            </a:extLst>
          </p:cNvPr>
          <p:cNvSpPr>
            <a:spLocks noGrp="1"/>
          </p:cNvSpPr>
          <p:nvPr>
            <p:ph type="pic" sz="quarter" idx="18" hasCustomPrompt="1"/>
          </p:nvPr>
        </p:nvSpPr>
        <p:spPr>
          <a:xfrm>
            <a:off x="9738360" y="402336"/>
            <a:ext cx="4892040" cy="4096512"/>
          </a:xfrm>
        </p:spPr>
        <p:txBody>
          <a:bodyPr anchor="ctr">
            <a:normAutofit/>
          </a:bodyPr>
          <a:lstStyle>
            <a:lvl1pPr marL="0" indent="0" algn="ctr">
              <a:buNone/>
              <a:defRPr sz="1440">
                <a:latin typeface="+mn-lt"/>
              </a:defRPr>
            </a:lvl1pPr>
          </a:lstStyle>
          <a:p>
            <a:r>
              <a:rPr lang="en-US" dirty="0"/>
              <a:t>Click to add picture</a:t>
            </a:r>
          </a:p>
        </p:txBody>
      </p:sp>
      <p:grpSp>
        <p:nvGrpSpPr>
          <p:cNvPr id="28" name="Logo">
            <a:extLst>
              <a:ext uri="{FF2B5EF4-FFF2-40B4-BE49-F238E27FC236}">
                <a16:creationId xmlns:a16="http://schemas.microsoft.com/office/drawing/2014/main" id="{4399A7E4-6F52-4E41-8C03-5B2D25AC7CC9}"/>
              </a:ext>
            </a:extLst>
          </p:cNvPr>
          <p:cNvGrpSpPr>
            <a:grpSpLocks noChangeAspect="1"/>
          </p:cNvGrpSpPr>
          <p:nvPr userDrawn="1"/>
        </p:nvGrpSpPr>
        <p:grpSpPr>
          <a:xfrm>
            <a:off x="457200" y="402337"/>
            <a:ext cx="1975104" cy="825023"/>
            <a:chOff x="2943225" y="6089949"/>
            <a:chExt cx="3192399" cy="1333499"/>
          </a:xfrm>
        </p:grpSpPr>
        <p:sp>
          <p:nvSpPr>
            <p:cNvPr id="29" name="Element">
              <a:extLst>
                <a:ext uri="{FF2B5EF4-FFF2-40B4-BE49-F238E27FC236}">
                  <a16:creationId xmlns:a16="http://schemas.microsoft.com/office/drawing/2014/main" id="{314E16A5-6AB0-4B88-993D-A34403178916}"/>
                </a:ext>
              </a:extLst>
            </p:cNvPr>
            <p:cNvSpPr/>
            <p:nvPr/>
          </p:nvSpPr>
          <p:spPr>
            <a:xfrm>
              <a:off x="2943225" y="6089949"/>
              <a:ext cx="1092422" cy="313753"/>
            </a:xfrm>
            <a:custGeom>
              <a:avLst/>
              <a:gdLst>
                <a:gd name="connsiteX0" fmla="*/ 0 w 1092422"/>
                <a:gd name="connsiteY0" fmla="*/ 0 h 313753"/>
                <a:gd name="connsiteX1" fmla="*/ 0 w 1092422"/>
                <a:gd name="connsiteY1" fmla="*/ 313754 h 313753"/>
                <a:gd name="connsiteX2" fmla="*/ 1092422 w 1092422"/>
                <a:gd name="connsiteY2" fmla="*/ 313754 h 313753"/>
                <a:gd name="connsiteX3" fmla="*/ 1092422 w 1092422"/>
                <a:gd name="connsiteY3" fmla="*/ 0 h 313753"/>
                <a:gd name="connsiteX4" fmla="*/ 0 w 1092422"/>
                <a:gd name="connsiteY4" fmla="*/ 0 h 313753"/>
                <a:gd name="connsiteX5" fmla="*/ 1024128 w 1092422"/>
                <a:gd name="connsiteY5" fmla="*/ 245555 h 313753"/>
                <a:gd name="connsiteX6" fmla="*/ 68294 w 1092422"/>
                <a:gd name="connsiteY6" fmla="*/ 245555 h 313753"/>
                <a:gd name="connsiteX7" fmla="*/ 68294 w 1092422"/>
                <a:gd name="connsiteY7" fmla="*/ 68294 h 313753"/>
                <a:gd name="connsiteX8" fmla="*/ 1024128 w 1092422"/>
                <a:gd name="connsiteY8" fmla="*/ 68294 h 313753"/>
                <a:gd name="connsiteX9" fmla="*/ 1024128 w 1092422"/>
                <a:gd name="connsiteY9" fmla="*/ 245555 h 313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2422" h="313753">
                  <a:moveTo>
                    <a:pt x="0" y="0"/>
                  </a:moveTo>
                  <a:lnTo>
                    <a:pt x="0" y="313754"/>
                  </a:lnTo>
                  <a:lnTo>
                    <a:pt x="1092422" y="313754"/>
                  </a:lnTo>
                  <a:lnTo>
                    <a:pt x="1092422" y="0"/>
                  </a:lnTo>
                  <a:lnTo>
                    <a:pt x="0" y="0"/>
                  </a:lnTo>
                  <a:close/>
                  <a:moveTo>
                    <a:pt x="1024128" y="245555"/>
                  </a:moveTo>
                  <a:lnTo>
                    <a:pt x="68294" y="245555"/>
                  </a:lnTo>
                  <a:lnTo>
                    <a:pt x="68294" y="68294"/>
                  </a:lnTo>
                  <a:lnTo>
                    <a:pt x="1024128" y="68294"/>
                  </a:lnTo>
                  <a:lnTo>
                    <a:pt x="1024128" y="245555"/>
                  </a:lnTo>
                  <a:close/>
                </a:path>
              </a:pathLst>
            </a:custGeom>
            <a:solidFill>
              <a:srgbClr val="01A982"/>
            </a:solidFill>
            <a:ln w="9525" cap="flat">
              <a:noFill/>
              <a:prstDash val="solid"/>
              <a:miter/>
            </a:ln>
          </p:spPr>
          <p:txBody>
            <a:bodyPr rtlCol="0" anchor="ctr"/>
            <a:lstStyle/>
            <a:p>
              <a:endParaRPr lang="en-US" sz="1885" dirty="0"/>
            </a:p>
          </p:txBody>
        </p:sp>
        <p:sp>
          <p:nvSpPr>
            <p:cNvPr id="30" name="Wordmark">
              <a:extLst>
                <a:ext uri="{FF2B5EF4-FFF2-40B4-BE49-F238E27FC236}">
                  <a16:creationId xmlns:a16="http://schemas.microsoft.com/office/drawing/2014/main" id="{583BD7FF-65F2-496A-95E5-42B8B114A573}"/>
                </a:ext>
              </a:extLst>
            </p:cNvPr>
            <p:cNvSpPr/>
            <p:nvPr/>
          </p:nvSpPr>
          <p:spPr>
            <a:xfrm>
              <a:off x="2943225" y="6608585"/>
              <a:ext cx="3192399" cy="814863"/>
            </a:xfrm>
            <a:custGeom>
              <a:avLst/>
              <a:gdLst>
                <a:gd name="connsiteX0" fmla="*/ 68294 w 3192399"/>
                <a:gd name="connsiteY0" fmla="*/ 313754 h 814863"/>
                <a:gd name="connsiteX1" fmla="*/ 0 w 3192399"/>
                <a:gd name="connsiteY1" fmla="*/ 313754 h 814863"/>
                <a:gd name="connsiteX2" fmla="*/ 0 w 3192399"/>
                <a:gd name="connsiteY2" fmla="*/ 0 h 814863"/>
                <a:gd name="connsiteX3" fmla="*/ 68294 w 3192399"/>
                <a:gd name="connsiteY3" fmla="*/ 0 h 814863"/>
                <a:gd name="connsiteX4" fmla="*/ 68294 w 3192399"/>
                <a:gd name="connsiteY4" fmla="*/ 124016 h 814863"/>
                <a:gd name="connsiteX5" fmla="*/ 190310 w 3192399"/>
                <a:gd name="connsiteY5" fmla="*/ 124016 h 814863"/>
                <a:gd name="connsiteX6" fmla="*/ 190310 w 3192399"/>
                <a:gd name="connsiteY6" fmla="*/ 0 h 814863"/>
                <a:gd name="connsiteX7" fmla="*/ 258604 w 3192399"/>
                <a:gd name="connsiteY7" fmla="*/ 0 h 814863"/>
                <a:gd name="connsiteX8" fmla="*/ 258604 w 3192399"/>
                <a:gd name="connsiteY8" fmla="*/ 313754 h 814863"/>
                <a:gd name="connsiteX9" fmla="*/ 190310 w 3192399"/>
                <a:gd name="connsiteY9" fmla="*/ 313754 h 814863"/>
                <a:gd name="connsiteX10" fmla="*/ 190310 w 3192399"/>
                <a:gd name="connsiteY10" fmla="*/ 183737 h 814863"/>
                <a:gd name="connsiteX11" fmla="*/ 68294 w 3192399"/>
                <a:gd name="connsiteY11" fmla="*/ 183737 h 814863"/>
                <a:gd name="connsiteX12" fmla="*/ 68294 w 3192399"/>
                <a:gd name="connsiteY12" fmla="*/ 313754 h 814863"/>
                <a:gd name="connsiteX13" fmla="*/ 413671 w 3192399"/>
                <a:gd name="connsiteY13" fmla="*/ 318802 h 814863"/>
                <a:gd name="connsiteX14" fmla="*/ 297180 w 3192399"/>
                <a:gd name="connsiteY14" fmla="*/ 203359 h 814863"/>
                <a:gd name="connsiteX15" fmla="*/ 404622 w 3192399"/>
                <a:gd name="connsiteY15" fmla="*/ 85344 h 814863"/>
                <a:gd name="connsiteX16" fmla="*/ 504539 w 3192399"/>
                <a:gd name="connsiteY16" fmla="*/ 196787 h 814863"/>
                <a:gd name="connsiteX17" fmla="*/ 504539 w 3192399"/>
                <a:gd name="connsiteY17" fmla="*/ 221933 h 814863"/>
                <a:gd name="connsiteX18" fmla="*/ 361950 w 3192399"/>
                <a:gd name="connsiteY18" fmla="*/ 221933 h 814863"/>
                <a:gd name="connsiteX19" fmla="*/ 424244 w 3192399"/>
                <a:gd name="connsiteY19" fmla="*/ 265557 h 814863"/>
                <a:gd name="connsiteX20" fmla="*/ 485966 w 3192399"/>
                <a:gd name="connsiteY20" fmla="*/ 247460 h 814863"/>
                <a:gd name="connsiteX21" fmla="*/ 488442 w 3192399"/>
                <a:gd name="connsiteY21" fmla="*/ 247460 h 814863"/>
                <a:gd name="connsiteX22" fmla="*/ 488442 w 3192399"/>
                <a:gd name="connsiteY22" fmla="*/ 299180 h 814863"/>
                <a:gd name="connsiteX23" fmla="*/ 413671 w 3192399"/>
                <a:gd name="connsiteY23" fmla="*/ 318802 h 814863"/>
                <a:gd name="connsiteX24" fmla="*/ 361950 w 3192399"/>
                <a:gd name="connsiteY24" fmla="*/ 176212 h 814863"/>
                <a:gd name="connsiteX25" fmla="*/ 443294 w 3192399"/>
                <a:gd name="connsiteY25" fmla="*/ 176212 h 814863"/>
                <a:gd name="connsiteX26" fmla="*/ 405670 w 3192399"/>
                <a:gd name="connsiteY26" fmla="*/ 137065 h 814863"/>
                <a:gd name="connsiteX27" fmla="*/ 361950 w 3192399"/>
                <a:gd name="connsiteY27" fmla="*/ 176212 h 814863"/>
                <a:gd name="connsiteX28" fmla="*/ 682752 w 3192399"/>
                <a:gd name="connsiteY28" fmla="*/ 182213 h 814863"/>
                <a:gd name="connsiteX29" fmla="*/ 647605 w 3192399"/>
                <a:gd name="connsiteY29" fmla="*/ 313754 h 814863"/>
                <a:gd name="connsiteX30" fmla="*/ 587883 w 3192399"/>
                <a:gd name="connsiteY30" fmla="*/ 313754 h 814863"/>
                <a:gd name="connsiteX31" fmla="*/ 519589 w 3192399"/>
                <a:gd name="connsiteY31" fmla="*/ 92869 h 814863"/>
                <a:gd name="connsiteX32" fmla="*/ 519589 w 3192399"/>
                <a:gd name="connsiteY32" fmla="*/ 90392 h 814863"/>
                <a:gd name="connsiteX33" fmla="*/ 584835 w 3192399"/>
                <a:gd name="connsiteY33" fmla="*/ 90392 h 814863"/>
                <a:gd name="connsiteX34" fmla="*/ 621983 w 3192399"/>
                <a:gd name="connsiteY34" fmla="*/ 222409 h 814863"/>
                <a:gd name="connsiteX35" fmla="*/ 657130 w 3192399"/>
                <a:gd name="connsiteY35" fmla="*/ 90392 h 814863"/>
                <a:gd name="connsiteX36" fmla="*/ 710375 w 3192399"/>
                <a:gd name="connsiteY36" fmla="*/ 90392 h 814863"/>
                <a:gd name="connsiteX37" fmla="*/ 745998 w 3192399"/>
                <a:gd name="connsiteY37" fmla="*/ 222409 h 814863"/>
                <a:gd name="connsiteX38" fmla="*/ 783622 w 3192399"/>
                <a:gd name="connsiteY38" fmla="*/ 90392 h 814863"/>
                <a:gd name="connsiteX39" fmla="*/ 846392 w 3192399"/>
                <a:gd name="connsiteY39" fmla="*/ 90392 h 814863"/>
                <a:gd name="connsiteX40" fmla="*/ 846392 w 3192399"/>
                <a:gd name="connsiteY40" fmla="*/ 92869 h 814863"/>
                <a:gd name="connsiteX41" fmla="*/ 778097 w 3192399"/>
                <a:gd name="connsiteY41" fmla="*/ 313754 h 814863"/>
                <a:gd name="connsiteX42" fmla="*/ 718376 w 3192399"/>
                <a:gd name="connsiteY42" fmla="*/ 313754 h 814863"/>
                <a:gd name="connsiteX43" fmla="*/ 682752 w 3192399"/>
                <a:gd name="connsiteY43" fmla="*/ 182213 h 814863"/>
                <a:gd name="connsiteX44" fmla="*/ 957358 w 3192399"/>
                <a:gd name="connsiteY44" fmla="*/ 318802 h 814863"/>
                <a:gd name="connsiteX45" fmla="*/ 881063 w 3192399"/>
                <a:gd name="connsiteY45" fmla="*/ 246507 h 814863"/>
                <a:gd name="connsiteX46" fmla="*/ 881063 w 3192399"/>
                <a:gd name="connsiteY46" fmla="*/ 0 h 814863"/>
                <a:gd name="connsiteX47" fmla="*/ 947357 w 3192399"/>
                <a:gd name="connsiteY47" fmla="*/ 0 h 814863"/>
                <a:gd name="connsiteX48" fmla="*/ 947357 w 3192399"/>
                <a:gd name="connsiteY48" fmla="*/ 242030 h 814863"/>
                <a:gd name="connsiteX49" fmla="*/ 966407 w 3192399"/>
                <a:gd name="connsiteY49" fmla="*/ 263081 h 814863"/>
                <a:gd name="connsiteX50" fmla="*/ 981456 w 3192399"/>
                <a:gd name="connsiteY50" fmla="*/ 260033 h 814863"/>
                <a:gd name="connsiteX51" fmla="*/ 982504 w 3192399"/>
                <a:gd name="connsiteY51" fmla="*/ 260033 h 814863"/>
                <a:gd name="connsiteX52" fmla="*/ 982504 w 3192399"/>
                <a:gd name="connsiteY52" fmla="*/ 314801 h 814863"/>
                <a:gd name="connsiteX53" fmla="*/ 957453 w 3192399"/>
                <a:gd name="connsiteY53" fmla="*/ 318802 h 814863"/>
                <a:gd name="connsiteX54" fmla="*/ 1117473 w 3192399"/>
                <a:gd name="connsiteY54" fmla="*/ 318802 h 814863"/>
                <a:gd name="connsiteX55" fmla="*/ 1000982 w 3192399"/>
                <a:gd name="connsiteY55" fmla="*/ 203359 h 814863"/>
                <a:gd name="connsiteX56" fmla="*/ 1108424 w 3192399"/>
                <a:gd name="connsiteY56" fmla="*/ 85344 h 814863"/>
                <a:gd name="connsiteX57" fmla="*/ 1208342 w 3192399"/>
                <a:gd name="connsiteY57" fmla="*/ 196787 h 814863"/>
                <a:gd name="connsiteX58" fmla="*/ 1208342 w 3192399"/>
                <a:gd name="connsiteY58" fmla="*/ 221933 h 814863"/>
                <a:gd name="connsiteX59" fmla="*/ 1065752 w 3192399"/>
                <a:gd name="connsiteY59" fmla="*/ 221933 h 814863"/>
                <a:gd name="connsiteX60" fmla="*/ 1128046 w 3192399"/>
                <a:gd name="connsiteY60" fmla="*/ 265557 h 814863"/>
                <a:gd name="connsiteX61" fmla="*/ 1189768 w 3192399"/>
                <a:gd name="connsiteY61" fmla="*/ 247460 h 814863"/>
                <a:gd name="connsiteX62" fmla="*/ 1192244 w 3192399"/>
                <a:gd name="connsiteY62" fmla="*/ 247460 h 814863"/>
                <a:gd name="connsiteX63" fmla="*/ 1192244 w 3192399"/>
                <a:gd name="connsiteY63" fmla="*/ 299180 h 814863"/>
                <a:gd name="connsiteX64" fmla="*/ 1117473 w 3192399"/>
                <a:gd name="connsiteY64" fmla="*/ 318802 h 814863"/>
                <a:gd name="connsiteX65" fmla="*/ 1065752 w 3192399"/>
                <a:gd name="connsiteY65" fmla="*/ 176212 h 814863"/>
                <a:gd name="connsiteX66" fmla="*/ 1147096 w 3192399"/>
                <a:gd name="connsiteY66" fmla="*/ 176212 h 814863"/>
                <a:gd name="connsiteX67" fmla="*/ 1109472 w 3192399"/>
                <a:gd name="connsiteY67" fmla="*/ 137065 h 814863"/>
                <a:gd name="connsiteX68" fmla="*/ 1065752 w 3192399"/>
                <a:gd name="connsiteY68" fmla="*/ 176212 h 814863"/>
                <a:gd name="connsiteX69" fmla="*/ 1480471 w 3192399"/>
                <a:gd name="connsiteY69" fmla="*/ 90392 h 814863"/>
                <a:gd name="connsiteX70" fmla="*/ 1529715 w 3192399"/>
                <a:gd name="connsiteY70" fmla="*/ 90392 h 814863"/>
                <a:gd name="connsiteX71" fmla="*/ 1529715 w 3192399"/>
                <a:gd name="connsiteY71" fmla="*/ 143637 h 814863"/>
                <a:gd name="connsiteX72" fmla="*/ 1480471 w 3192399"/>
                <a:gd name="connsiteY72" fmla="*/ 143637 h 814863"/>
                <a:gd name="connsiteX73" fmla="*/ 1480471 w 3192399"/>
                <a:gd name="connsiteY73" fmla="*/ 234505 h 814863"/>
                <a:gd name="connsiteX74" fmla="*/ 1508093 w 3192399"/>
                <a:gd name="connsiteY74" fmla="*/ 263081 h 814863"/>
                <a:gd name="connsiteX75" fmla="*/ 1528191 w 3192399"/>
                <a:gd name="connsiteY75" fmla="*/ 260033 h 814863"/>
                <a:gd name="connsiteX76" fmla="*/ 1529715 w 3192399"/>
                <a:gd name="connsiteY76" fmla="*/ 260033 h 814863"/>
                <a:gd name="connsiteX77" fmla="*/ 1529715 w 3192399"/>
                <a:gd name="connsiteY77" fmla="*/ 312230 h 814863"/>
                <a:gd name="connsiteX78" fmla="*/ 1489043 w 3192399"/>
                <a:gd name="connsiteY78" fmla="*/ 318802 h 814863"/>
                <a:gd name="connsiteX79" fmla="*/ 1414272 w 3192399"/>
                <a:gd name="connsiteY79" fmla="*/ 237458 h 814863"/>
                <a:gd name="connsiteX80" fmla="*/ 1414272 w 3192399"/>
                <a:gd name="connsiteY80" fmla="*/ 143542 h 814863"/>
                <a:gd name="connsiteX81" fmla="*/ 1329404 w 3192399"/>
                <a:gd name="connsiteY81" fmla="*/ 143542 h 814863"/>
                <a:gd name="connsiteX82" fmla="*/ 1329404 w 3192399"/>
                <a:gd name="connsiteY82" fmla="*/ 234410 h 814863"/>
                <a:gd name="connsiteX83" fmla="*/ 1357027 w 3192399"/>
                <a:gd name="connsiteY83" fmla="*/ 262985 h 814863"/>
                <a:gd name="connsiteX84" fmla="*/ 1377125 w 3192399"/>
                <a:gd name="connsiteY84" fmla="*/ 259937 h 814863"/>
                <a:gd name="connsiteX85" fmla="*/ 1378649 w 3192399"/>
                <a:gd name="connsiteY85" fmla="*/ 259937 h 814863"/>
                <a:gd name="connsiteX86" fmla="*/ 1378649 w 3192399"/>
                <a:gd name="connsiteY86" fmla="*/ 312134 h 814863"/>
                <a:gd name="connsiteX87" fmla="*/ 1337977 w 3192399"/>
                <a:gd name="connsiteY87" fmla="*/ 318707 h 814863"/>
                <a:gd name="connsiteX88" fmla="*/ 1263206 w 3192399"/>
                <a:gd name="connsiteY88" fmla="*/ 237363 h 814863"/>
                <a:gd name="connsiteX89" fmla="*/ 1263206 w 3192399"/>
                <a:gd name="connsiteY89" fmla="*/ 143447 h 814863"/>
                <a:gd name="connsiteX90" fmla="*/ 1229106 w 3192399"/>
                <a:gd name="connsiteY90" fmla="*/ 143447 h 814863"/>
                <a:gd name="connsiteX91" fmla="*/ 1229106 w 3192399"/>
                <a:gd name="connsiteY91" fmla="*/ 90202 h 814863"/>
                <a:gd name="connsiteX92" fmla="*/ 1263206 w 3192399"/>
                <a:gd name="connsiteY92" fmla="*/ 90202 h 814863"/>
                <a:gd name="connsiteX93" fmla="*/ 1263206 w 3192399"/>
                <a:gd name="connsiteY93" fmla="*/ 28956 h 814863"/>
                <a:gd name="connsiteX94" fmla="*/ 1329500 w 3192399"/>
                <a:gd name="connsiteY94" fmla="*/ 28956 h 814863"/>
                <a:gd name="connsiteX95" fmla="*/ 1329500 w 3192399"/>
                <a:gd name="connsiteY95" fmla="*/ 90202 h 814863"/>
                <a:gd name="connsiteX96" fmla="*/ 1414367 w 3192399"/>
                <a:gd name="connsiteY96" fmla="*/ 90202 h 814863"/>
                <a:gd name="connsiteX97" fmla="*/ 1414367 w 3192399"/>
                <a:gd name="connsiteY97" fmla="*/ 28956 h 814863"/>
                <a:gd name="connsiteX98" fmla="*/ 1480661 w 3192399"/>
                <a:gd name="connsiteY98" fmla="*/ 28956 h 814863"/>
                <a:gd name="connsiteX99" fmla="*/ 1480661 w 3192399"/>
                <a:gd name="connsiteY99" fmla="*/ 90202 h 814863"/>
                <a:gd name="connsiteX100" fmla="*/ 1873472 w 3192399"/>
                <a:gd name="connsiteY100" fmla="*/ 106489 h 814863"/>
                <a:gd name="connsiteX101" fmla="*/ 1758506 w 3192399"/>
                <a:gd name="connsiteY101" fmla="*/ 211931 h 814863"/>
                <a:gd name="connsiteX102" fmla="*/ 1709833 w 3192399"/>
                <a:gd name="connsiteY102" fmla="*/ 211931 h 814863"/>
                <a:gd name="connsiteX103" fmla="*/ 1709833 w 3192399"/>
                <a:gd name="connsiteY103" fmla="*/ 313849 h 814863"/>
                <a:gd name="connsiteX104" fmla="*/ 1641539 w 3192399"/>
                <a:gd name="connsiteY104" fmla="*/ 313849 h 814863"/>
                <a:gd name="connsiteX105" fmla="*/ 1641539 w 3192399"/>
                <a:gd name="connsiteY105" fmla="*/ 0 h 814863"/>
                <a:gd name="connsiteX106" fmla="*/ 1758506 w 3192399"/>
                <a:gd name="connsiteY106" fmla="*/ 0 h 814863"/>
                <a:gd name="connsiteX107" fmla="*/ 1873472 w 3192399"/>
                <a:gd name="connsiteY107" fmla="*/ 106394 h 814863"/>
                <a:gd name="connsiteX108" fmla="*/ 1752981 w 3192399"/>
                <a:gd name="connsiteY108" fmla="*/ 154210 h 814863"/>
                <a:gd name="connsiteX109" fmla="*/ 1804226 w 3192399"/>
                <a:gd name="connsiteY109" fmla="*/ 106489 h 814863"/>
                <a:gd name="connsiteX110" fmla="*/ 1752981 w 3192399"/>
                <a:gd name="connsiteY110" fmla="*/ 57817 h 814863"/>
                <a:gd name="connsiteX111" fmla="*/ 1709833 w 3192399"/>
                <a:gd name="connsiteY111" fmla="*/ 57817 h 814863"/>
                <a:gd name="connsiteX112" fmla="*/ 1709833 w 3192399"/>
                <a:gd name="connsiteY112" fmla="*/ 154210 h 814863"/>
                <a:gd name="connsiteX113" fmla="*/ 1752981 w 3192399"/>
                <a:gd name="connsiteY113" fmla="*/ 154210 h 814863"/>
                <a:gd name="connsiteX114" fmla="*/ 2021110 w 3192399"/>
                <a:gd name="connsiteY114" fmla="*/ 291751 h 814863"/>
                <a:gd name="connsiteX115" fmla="*/ 1961864 w 3192399"/>
                <a:gd name="connsiteY115" fmla="*/ 317849 h 814863"/>
                <a:gd name="connsiteX116" fmla="*/ 1882521 w 3192399"/>
                <a:gd name="connsiteY116" fmla="*/ 244030 h 814863"/>
                <a:gd name="connsiteX117" fmla="*/ 1969389 w 3192399"/>
                <a:gd name="connsiteY117" fmla="*/ 171260 h 814863"/>
                <a:gd name="connsiteX118" fmla="*/ 2019110 w 3192399"/>
                <a:gd name="connsiteY118" fmla="*/ 178784 h 814863"/>
                <a:gd name="connsiteX119" fmla="*/ 2019110 w 3192399"/>
                <a:gd name="connsiteY119" fmla="*/ 174784 h 814863"/>
                <a:gd name="connsiteX120" fmla="*/ 1969865 w 3192399"/>
                <a:gd name="connsiteY120" fmla="*/ 140113 h 814863"/>
                <a:gd name="connsiteX121" fmla="*/ 1907096 w 3192399"/>
                <a:gd name="connsiteY121" fmla="*/ 157162 h 814863"/>
                <a:gd name="connsiteX122" fmla="*/ 1904619 w 3192399"/>
                <a:gd name="connsiteY122" fmla="*/ 157162 h 814863"/>
                <a:gd name="connsiteX123" fmla="*/ 1904619 w 3192399"/>
                <a:gd name="connsiteY123" fmla="*/ 103918 h 814863"/>
                <a:gd name="connsiteX124" fmla="*/ 1981391 w 3192399"/>
                <a:gd name="connsiteY124" fmla="*/ 85344 h 814863"/>
                <a:gd name="connsiteX125" fmla="*/ 2085308 w 3192399"/>
                <a:gd name="connsiteY125" fmla="*/ 173736 h 814863"/>
                <a:gd name="connsiteX126" fmla="*/ 2085308 w 3192399"/>
                <a:gd name="connsiteY126" fmla="*/ 313849 h 814863"/>
                <a:gd name="connsiteX127" fmla="*/ 2021014 w 3192399"/>
                <a:gd name="connsiteY127" fmla="*/ 313849 h 814863"/>
                <a:gd name="connsiteX128" fmla="*/ 2021014 w 3192399"/>
                <a:gd name="connsiteY128" fmla="*/ 291751 h 814863"/>
                <a:gd name="connsiteX129" fmla="*/ 2019110 w 3192399"/>
                <a:gd name="connsiteY129" fmla="*/ 243554 h 814863"/>
                <a:gd name="connsiteX130" fmla="*/ 2019110 w 3192399"/>
                <a:gd name="connsiteY130" fmla="*/ 224504 h 814863"/>
                <a:gd name="connsiteX131" fmla="*/ 1982438 w 3192399"/>
                <a:gd name="connsiteY131" fmla="*/ 216980 h 814863"/>
                <a:gd name="connsiteX132" fmla="*/ 1947767 w 3192399"/>
                <a:gd name="connsiteY132" fmla="*/ 243078 h 814863"/>
                <a:gd name="connsiteX133" fmla="*/ 1980343 w 3192399"/>
                <a:gd name="connsiteY133" fmla="*/ 269653 h 814863"/>
                <a:gd name="connsiteX134" fmla="*/ 2019014 w 3192399"/>
                <a:gd name="connsiteY134" fmla="*/ 243554 h 814863"/>
                <a:gd name="connsiteX135" fmla="*/ 2119027 w 3192399"/>
                <a:gd name="connsiteY135" fmla="*/ 202406 h 814863"/>
                <a:gd name="connsiteX136" fmla="*/ 2235994 w 3192399"/>
                <a:gd name="connsiteY136" fmla="*/ 85439 h 814863"/>
                <a:gd name="connsiteX137" fmla="*/ 2298287 w 3192399"/>
                <a:gd name="connsiteY137" fmla="*/ 102489 h 814863"/>
                <a:gd name="connsiteX138" fmla="*/ 2298287 w 3192399"/>
                <a:gd name="connsiteY138" fmla="*/ 159258 h 814863"/>
                <a:gd name="connsiteX139" fmla="*/ 2295811 w 3192399"/>
                <a:gd name="connsiteY139" fmla="*/ 159258 h 814863"/>
                <a:gd name="connsiteX140" fmla="*/ 2244566 w 3192399"/>
                <a:gd name="connsiteY140" fmla="*/ 141637 h 814863"/>
                <a:gd name="connsiteX141" fmla="*/ 2186369 w 3192399"/>
                <a:gd name="connsiteY141" fmla="*/ 202406 h 814863"/>
                <a:gd name="connsiteX142" fmla="*/ 2244566 w 3192399"/>
                <a:gd name="connsiteY142" fmla="*/ 262699 h 814863"/>
                <a:gd name="connsiteX143" fmla="*/ 2295811 w 3192399"/>
                <a:gd name="connsiteY143" fmla="*/ 245078 h 814863"/>
                <a:gd name="connsiteX144" fmla="*/ 2298287 w 3192399"/>
                <a:gd name="connsiteY144" fmla="*/ 245078 h 814863"/>
                <a:gd name="connsiteX145" fmla="*/ 2298287 w 3192399"/>
                <a:gd name="connsiteY145" fmla="*/ 301847 h 814863"/>
                <a:gd name="connsiteX146" fmla="*/ 2235994 w 3192399"/>
                <a:gd name="connsiteY146" fmla="*/ 318897 h 814863"/>
                <a:gd name="connsiteX147" fmla="*/ 2119027 w 3192399"/>
                <a:gd name="connsiteY147" fmla="*/ 202406 h 814863"/>
                <a:gd name="connsiteX148" fmla="*/ 2406206 w 3192399"/>
                <a:gd name="connsiteY148" fmla="*/ 212503 h 814863"/>
                <a:gd name="connsiteX149" fmla="*/ 2406206 w 3192399"/>
                <a:gd name="connsiteY149" fmla="*/ 313944 h 814863"/>
                <a:gd name="connsiteX150" fmla="*/ 2339912 w 3192399"/>
                <a:gd name="connsiteY150" fmla="*/ 313944 h 814863"/>
                <a:gd name="connsiteX151" fmla="*/ 2339912 w 3192399"/>
                <a:gd name="connsiteY151" fmla="*/ 0 h 814863"/>
                <a:gd name="connsiteX152" fmla="*/ 2406206 w 3192399"/>
                <a:gd name="connsiteY152" fmla="*/ 0 h 814863"/>
                <a:gd name="connsiteX153" fmla="*/ 2406206 w 3192399"/>
                <a:gd name="connsiteY153" fmla="*/ 178689 h 814863"/>
                <a:gd name="connsiteX154" fmla="*/ 2472976 w 3192399"/>
                <a:gd name="connsiteY154" fmla="*/ 90297 h 814863"/>
                <a:gd name="connsiteX155" fmla="*/ 2548319 w 3192399"/>
                <a:gd name="connsiteY155" fmla="*/ 90297 h 814863"/>
                <a:gd name="connsiteX156" fmla="*/ 2548319 w 3192399"/>
                <a:gd name="connsiteY156" fmla="*/ 92774 h 814863"/>
                <a:gd name="connsiteX157" fmla="*/ 2468023 w 3192399"/>
                <a:gd name="connsiteY157" fmla="*/ 194215 h 814863"/>
                <a:gd name="connsiteX158" fmla="*/ 2548319 w 3192399"/>
                <a:gd name="connsiteY158" fmla="*/ 311182 h 814863"/>
                <a:gd name="connsiteX159" fmla="*/ 2548319 w 3192399"/>
                <a:gd name="connsiteY159" fmla="*/ 313658 h 814863"/>
                <a:gd name="connsiteX160" fmla="*/ 2472499 w 3192399"/>
                <a:gd name="connsiteY160" fmla="*/ 313658 h 814863"/>
                <a:gd name="connsiteX161" fmla="*/ 2406206 w 3192399"/>
                <a:gd name="connsiteY161" fmla="*/ 212217 h 814863"/>
                <a:gd name="connsiteX162" fmla="*/ 2698909 w 3192399"/>
                <a:gd name="connsiteY162" fmla="*/ 291846 h 814863"/>
                <a:gd name="connsiteX163" fmla="*/ 2639663 w 3192399"/>
                <a:gd name="connsiteY163" fmla="*/ 317945 h 814863"/>
                <a:gd name="connsiteX164" fmla="*/ 2560320 w 3192399"/>
                <a:gd name="connsiteY164" fmla="*/ 244126 h 814863"/>
                <a:gd name="connsiteX165" fmla="*/ 2647188 w 3192399"/>
                <a:gd name="connsiteY165" fmla="*/ 171355 h 814863"/>
                <a:gd name="connsiteX166" fmla="*/ 2696909 w 3192399"/>
                <a:gd name="connsiteY166" fmla="*/ 178880 h 814863"/>
                <a:gd name="connsiteX167" fmla="*/ 2696909 w 3192399"/>
                <a:gd name="connsiteY167" fmla="*/ 174879 h 814863"/>
                <a:gd name="connsiteX168" fmla="*/ 2647760 w 3192399"/>
                <a:gd name="connsiteY168" fmla="*/ 140208 h 814863"/>
                <a:gd name="connsiteX169" fmla="*/ 2584990 w 3192399"/>
                <a:gd name="connsiteY169" fmla="*/ 157258 h 814863"/>
                <a:gd name="connsiteX170" fmla="*/ 2582513 w 3192399"/>
                <a:gd name="connsiteY170" fmla="*/ 157258 h 814863"/>
                <a:gd name="connsiteX171" fmla="*/ 2582513 w 3192399"/>
                <a:gd name="connsiteY171" fmla="*/ 104013 h 814863"/>
                <a:gd name="connsiteX172" fmla="*/ 2659285 w 3192399"/>
                <a:gd name="connsiteY172" fmla="*/ 85439 h 814863"/>
                <a:gd name="connsiteX173" fmla="*/ 2763203 w 3192399"/>
                <a:gd name="connsiteY173" fmla="*/ 173831 h 814863"/>
                <a:gd name="connsiteX174" fmla="*/ 2763203 w 3192399"/>
                <a:gd name="connsiteY174" fmla="*/ 313944 h 814863"/>
                <a:gd name="connsiteX175" fmla="*/ 2698909 w 3192399"/>
                <a:gd name="connsiteY175" fmla="*/ 313944 h 814863"/>
                <a:gd name="connsiteX176" fmla="*/ 2698909 w 3192399"/>
                <a:gd name="connsiteY176" fmla="*/ 291846 h 814863"/>
                <a:gd name="connsiteX177" fmla="*/ 2696909 w 3192399"/>
                <a:gd name="connsiteY177" fmla="*/ 243649 h 814863"/>
                <a:gd name="connsiteX178" fmla="*/ 2696909 w 3192399"/>
                <a:gd name="connsiteY178" fmla="*/ 224599 h 814863"/>
                <a:gd name="connsiteX179" fmla="*/ 2660237 w 3192399"/>
                <a:gd name="connsiteY179" fmla="*/ 217075 h 814863"/>
                <a:gd name="connsiteX180" fmla="*/ 2625566 w 3192399"/>
                <a:gd name="connsiteY180" fmla="*/ 243173 h 814863"/>
                <a:gd name="connsiteX181" fmla="*/ 2658237 w 3192399"/>
                <a:gd name="connsiteY181" fmla="*/ 269748 h 814863"/>
                <a:gd name="connsiteX182" fmla="*/ 2696909 w 3192399"/>
                <a:gd name="connsiteY182" fmla="*/ 243649 h 814863"/>
                <a:gd name="connsiteX183" fmla="*/ 2874645 w 3192399"/>
                <a:gd name="connsiteY183" fmla="*/ 126682 h 814863"/>
                <a:gd name="connsiteX184" fmla="*/ 2928842 w 3192399"/>
                <a:gd name="connsiteY184" fmla="*/ 88011 h 814863"/>
                <a:gd name="connsiteX185" fmla="*/ 2950369 w 3192399"/>
                <a:gd name="connsiteY185" fmla="*/ 92012 h 814863"/>
                <a:gd name="connsiteX186" fmla="*/ 2950369 w 3192399"/>
                <a:gd name="connsiteY186" fmla="*/ 155258 h 814863"/>
                <a:gd name="connsiteX187" fmla="*/ 2947892 w 3192399"/>
                <a:gd name="connsiteY187" fmla="*/ 155258 h 814863"/>
                <a:gd name="connsiteX188" fmla="*/ 2918746 w 3192399"/>
                <a:gd name="connsiteY188" fmla="*/ 150209 h 814863"/>
                <a:gd name="connsiteX189" fmla="*/ 2876550 w 3192399"/>
                <a:gd name="connsiteY189" fmla="*/ 185357 h 814863"/>
                <a:gd name="connsiteX190" fmla="*/ 2876550 w 3192399"/>
                <a:gd name="connsiteY190" fmla="*/ 313944 h 814863"/>
                <a:gd name="connsiteX191" fmla="*/ 2810256 w 3192399"/>
                <a:gd name="connsiteY191" fmla="*/ 313944 h 814863"/>
                <a:gd name="connsiteX192" fmla="*/ 2810256 w 3192399"/>
                <a:gd name="connsiteY192" fmla="*/ 90488 h 814863"/>
                <a:gd name="connsiteX193" fmla="*/ 2874550 w 3192399"/>
                <a:gd name="connsiteY193" fmla="*/ 90488 h 814863"/>
                <a:gd name="connsiteX194" fmla="*/ 2874550 w 3192399"/>
                <a:gd name="connsiteY194" fmla="*/ 126587 h 814863"/>
                <a:gd name="connsiteX195" fmla="*/ 3128105 w 3192399"/>
                <a:gd name="connsiteY195" fmla="*/ 290893 h 814863"/>
                <a:gd name="connsiteX196" fmla="*/ 3061811 w 3192399"/>
                <a:gd name="connsiteY196" fmla="*/ 318992 h 814863"/>
                <a:gd name="connsiteX197" fmla="*/ 2967895 w 3192399"/>
                <a:gd name="connsiteY197" fmla="*/ 202501 h 814863"/>
                <a:gd name="connsiteX198" fmla="*/ 3061811 w 3192399"/>
                <a:gd name="connsiteY198" fmla="*/ 85534 h 814863"/>
                <a:gd name="connsiteX199" fmla="*/ 3126105 w 3192399"/>
                <a:gd name="connsiteY199" fmla="*/ 111157 h 814863"/>
                <a:gd name="connsiteX200" fmla="*/ 3126105 w 3192399"/>
                <a:gd name="connsiteY200" fmla="*/ 191 h 814863"/>
                <a:gd name="connsiteX201" fmla="*/ 3192399 w 3192399"/>
                <a:gd name="connsiteY201" fmla="*/ 191 h 814863"/>
                <a:gd name="connsiteX202" fmla="*/ 3192399 w 3192399"/>
                <a:gd name="connsiteY202" fmla="*/ 313944 h 814863"/>
                <a:gd name="connsiteX203" fmla="*/ 3128105 w 3192399"/>
                <a:gd name="connsiteY203" fmla="*/ 313944 h 814863"/>
                <a:gd name="connsiteX204" fmla="*/ 3128105 w 3192399"/>
                <a:gd name="connsiteY204" fmla="*/ 290893 h 814863"/>
                <a:gd name="connsiteX205" fmla="*/ 3126105 w 3192399"/>
                <a:gd name="connsiteY205" fmla="*/ 238125 h 814863"/>
                <a:gd name="connsiteX206" fmla="*/ 3126105 w 3192399"/>
                <a:gd name="connsiteY206" fmla="*/ 166307 h 814863"/>
                <a:gd name="connsiteX207" fmla="*/ 3083909 w 3192399"/>
                <a:gd name="connsiteY207" fmla="*/ 143256 h 814863"/>
                <a:gd name="connsiteX208" fmla="*/ 3035237 w 3192399"/>
                <a:gd name="connsiteY208" fmla="*/ 202501 h 814863"/>
                <a:gd name="connsiteX209" fmla="*/ 3083909 w 3192399"/>
                <a:gd name="connsiteY209" fmla="*/ 261271 h 814863"/>
                <a:gd name="connsiteX210" fmla="*/ 3126105 w 3192399"/>
                <a:gd name="connsiteY210" fmla="*/ 238220 h 814863"/>
                <a:gd name="connsiteX211" fmla="*/ 0 w 3192399"/>
                <a:gd name="connsiteY211" fmla="*/ 416243 h 814863"/>
                <a:gd name="connsiteX212" fmla="*/ 193834 w 3192399"/>
                <a:gd name="connsiteY212" fmla="*/ 416243 h 814863"/>
                <a:gd name="connsiteX213" fmla="*/ 193834 w 3192399"/>
                <a:gd name="connsiteY213" fmla="*/ 454343 h 814863"/>
                <a:gd name="connsiteX214" fmla="*/ 43720 w 3192399"/>
                <a:gd name="connsiteY214" fmla="*/ 454343 h 814863"/>
                <a:gd name="connsiteX215" fmla="*/ 43720 w 3192399"/>
                <a:gd name="connsiteY215" fmla="*/ 550259 h 814863"/>
                <a:gd name="connsiteX216" fmla="*/ 179737 w 3192399"/>
                <a:gd name="connsiteY216" fmla="*/ 550259 h 814863"/>
                <a:gd name="connsiteX217" fmla="*/ 179737 w 3192399"/>
                <a:gd name="connsiteY217" fmla="*/ 587407 h 814863"/>
                <a:gd name="connsiteX218" fmla="*/ 43720 w 3192399"/>
                <a:gd name="connsiteY218" fmla="*/ 587407 h 814863"/>
                <a:gd name="connsiteX219" fmla="*/ 43720 w 3192399"/>
                <a:gd name="connsiteY219" fmla="*/ 691801 h 814863"/>
                <a:gd name="connsiteX220" fmla="*/ 193834 w 3192399"/>
                <a:gd name="connsiteY220" fmla="*/ 691801 h 814863"/>
                <a:gd name="connsiteX221" fmla="*/ 193834 w 3192399"/>
                <a:gd name="connsiteY221" fmla="*/ 729901 h 814863"/>
                <a:gd name="connsiteX222" fmla="*/ 0 w 3192399"/>
                <a:gd name="connsiteY222" fmla="*/ 729901 h 814863"/>
                <a:gd name="connsiteX223" fmla="*/ 0 w 3192399"/>
                <a:gd name="connsiteY223" fmla="*/ 416147 h 814863"/>
                <a:gd name="connsiteX224" fmla="*/ 353949 w 3192399"/>
                <a:gd name="connsiteY224" fmla="*/ 504635 h 814863"/>
                <a:gd name="connsiteX225" fmla="*/ 431292 w 3192399"/>
                <a:gd name="connsiteY225" fmla="*/ 591026 h 814863"/>
                <a:gd name="connsiteX226" fmla="*/ 431292 w 3192399"/>
                <a:gd name="connsiteY226" fmla="*/ 730091 h 814863"/>
                <a:gd name="connsiteX227" fmla="*/ 389668 w 3192399"/>
                <a:gd name="connsiteY227" fmla="*/ 730091 h 814863"/>
                <a:gd name="connsiteX228" fmla="*/ 389668 w 3192399"/>
                <a:gd name="connsiteY228" fmla="*/ 592074 h 814863"/>
                <a:gd name="connsiteX229" fmla="*/ 343472 w 3192399"/>
                <a:gd name="connsiteY229" fmla="*/ 542830 h 814863"/>
                <a:gd name="connsiteX230" fmla="*/ 287750 w 3192399"/>
                <a:gd name="connsiteY230" fmla="*/ 583025 h 814863"/>
                <a:gd name="connsiteX231" fmla="*/ 287750 w 3192399"/>
                <a:gd name="connsiteY231" fmla="*/ 730091 h 814863"/>
                <a:gd name="connsiteX232" fmla="*/ 246126 w 3192399"/>
                <a:gd name="connsiteY232" fmla="*/ 730091 h 814863"/>
                <a:gd name="connsiteX233" fmla="*/ 246126 w 3192399"/>
                <a:gd name="connsiteY233" fmla="*/ 509207 h 814863"/>
                <a:gd name="connsiteX234" fmla="*/ 287750 w 3192399"/>
                <a:gd name="connsiteY234" fmla="*/ 509207 h 814863"/>
                <a:gd name="connsiteX235" fmla="*/ 287750 w 3192399"/>
                <a:gd name="connsiteY235" fmla="*/ 541306 h 814863"/>
                <a:gd name="connsiteX236" fmla="*/ 354044 w 3192399"/>
                <a:gd name="connsiteY236" fmla="*/ 504635 h 814863"/>
                <a:gd name="connsiteX237" fmla="*/ 543211 w 3192399"/>
                <a:gd name="connsiteY237" fmla="*/ 509111 h 814863"/>
                <a:gd name="connsiteX238" fmla="*/ 599980 w 3192399"/>
                <a:gd name="connsiteY238" fmla="*/ 509111 h 814863"/>
                <a:gd name="connsiteX239" fmla="*/ 599980 w 3192399"/>
                <a:gd name="connsiteY239" fmla="*/ 544735 h 814863"/>
                <a:gd name="connsiteX240" fmla="*/ 543211 w 3192399"/>
                <a:gd name="connsiteY240" fmla="*/ 544735 h 814863"/>
                <a:gd name="connsiteX241" fmla="*/ 543211 w 3192399"/>
                <a:gd name="connsiteY241" fmla="*/ 663702 h 814863"/>
                <a:gd name="connsiteX242" fmla="*/ 579882 w 3192399"/>
                <a:gd name="connsiteY242" fmla="*/ 697325 h 814863"/>
                <a:gd name="connsiteX243" fmla="*/ 598456 w 3192399"/>
                <a:gd name="connsiteY243" fmla="*/ 694277 h 814863"/>
                <a:gd name="connsiteX244" fmla="*/ 599980 w 3192399"/>
                <a:gd name="connsiteY244" fmla="*/ 694277 h 814863"/>
                <a:gd name="connsiteX245" fmla="*/ 599980 w 3192399"/>
                <a:gd name="connsiteY245" fmla="*/ 729901 h 814863"/>
                <a:gd name="connsiteX246" fmla="*/ 573881 w 3192399"/>
                <a:gd name="connsiteY246" fmla="*/ 734473 h 814863"/>
                <a:gd name="connsiteX247" fmla="*/ 501587 w 3192399"/>
                <a:gd name="connsiteY247" fmla="*/ 667703 h 814863"/>
                <a:gd name="connsiteX248" fmla="*/ 501587 w 3192399"/>
                <a:gd name="connsiteY248" fmla="*/ 544735 h 814863"/>
                <a:gd name="connsiteX249" fmla="*/ 463391 w 3192399"/>
                <a:gd name="connsiteY249" fmla="*/ 544735 h 814863"/>
                <a:gd name="connsiteX250" fmla="*/ 463391 w 3192399"/>
                <a:gd name="connsiteY250" fmla="*/ 509111 h 814863"/>
                <a:gd name="connsiteX251" fmla="*/ 501587 w 3192399"/>
                <a:gd name="connsiteY251" fmla="*/ 509111 h 814863"/>
                <a:gd name="connsiteX252" fmla="*/ 501587 w 3192399"/>
                <a:gd name="connsiteY252" fmla="*/ 450342 h 814863"/>
                <a:gd name="connsiteX253" fmla="*/ 543211 w 3192399"/>
                <a:gd name="connsiteY253" fmla="*/ 450342 h 814863"/>
                <a:gd name="connsiteX254" fmla="*/ 543211 w 3192399"/>
                <a:gd name="connsiteY254" fmla="*/ 509111 h 814863"/>
                <a:gd name="connsiteX255" fmla="*/ 735521 w 3192399"/>
                <a:gd name="connsiteY255" fmla="*/ 734568 h 814863"/>
                <a:gd name="connsiteX256" fmla="*/ 626555 w 3192399"/>
                <a:gd name="connsiteY256" fmla="*/ 622078 h 814863"/>
                <a:gd name="connsiteX257" fmla="*/ 727424 w 3192399"/>
                <a:gd name="connsiteY257" fmla="*/ 504635 h 814863"/>
                <a:gd name="connsiteX258" fmla="*/ 819817 w 3192399"/>
                <a:gd name="connsiteY258" fmla="*/ 613029 h 814863"/>
                <a:gd name="connsiteX259" fmla="*/ 819817 w 3192399"/>
                <a:gd name="connsiteY259" fmla="*/ 632079 h 814863"/>
                <a:gd name="connsiteX260" fmla="*/ 668179 w 3192399"/>
                <a:gd name="connsiteY260" fmla="*/ 632079 h 814863"/>
                <a:gd name="connsiteX261" fmla="*/ 740950 w 3192399"/>
                <a:gd name="connsiteY261" fmla="*/ 698373 h 814863"/>
                <a:gd name="connsiteX262" fmla="*/ 802672 w 3192399"/>
                <a:gd name="connsiteY262" fmla="*/ 678275 h 814863"/>
                <a:gd name="connsiteX263" fmla="*/ 804196 w 3192399"/>
                <a:gd name="connsiteY263" fmla="*/ 678275 h 814863"/>
                <a:gd name="connsiteX264" fmla="*/ 804196 w 3192399"/>
                <a:gd name="connsiteY264" fmla="*/ 714946 h 814863"/>
                <a:gd name="connsiteX265" fmla="*/ 735425 w 3192399"/>
                <a:gd name="connsiteY265" fmla="*/ 734473 h 814863"/>
                <a:gd name="connsiteX266" fmla="*/ 669798 w 3192399"/>
                <a:gd name="connsiteY266" fmla="*/ 597980 h 814863"/>
                <a:gd name="connsiteX267" fmla="*/ 779717 w 3192399"/>
                <a:gd name="connsiteY267" fmla="*/ 597980 h 814863"/>
                <a:gd name="connsiteX268" fmla="*/ 727996 w 3192399"/>
                <a:gd name="connsiteY268" fmla="*/ 540258 h 814863"/>
                <a:gd name="connsiteX269" fmla="*/ 669798 w 3192399"/>
                <a:gd name="connsiteY269" fmla="*/ 597980 h 814863"/>
                <a:gd name="connsiteX270" fmla="*/ 910781 w 3192399"/>
                <a:gd name="connsiteY270" fmla="*/ 543306 h 814863"/>
                <a:gd name="connsiteX271" fmla="*/ 965549 w 3192399"/>
                <a:gd name="connsiteY271" fmla="*/ 505682 h 814863"/>
                <a:gd name="connsiteX272" fmla="*/ 987171 w 3192399"/>
                <a:gd name="connsiteY272" fmla="*/ 509207 h 814863"/>
                <a:gd name="connsiteX273" fmla="*/ 987171 w 3192399"/>
                <a:gd name="connsiteY273" fmla="*/ 550355 h 814863"/>
                <a:gd name="connsiteX274" fmla="*/ 985647 w 3192399"/>
                <a:gd name="connsiteY274" fmla="*/ 550355 h 814863"/>
                <a:gd name="connsiteX275" fmla="*/ 959549 w 3192399"/>
                <a:gd name="connsiteY275" fmla="*/ 545878 h 814863"/>
                <a:gd name="connsiteX276" fmla="*/ 910876 w 3192399"/>
                <a:gd name="connsiteY276" fmla="*/ 586073 h 814863"/>
                <a:gd name="connsiteX277" fmla="*/ 910876 w 3192399"/>
                <a:gd name="connsiteY277" fmla="*/ 730187 h 814863"/>
                <a:gd name="connsiteX278" fmla="*/ 869252 w 3192399"/>
                <a:gd name="connsiteY278" fmla="*/ 730187 h 814863"/>
                <a:gd name="connsiteX279" fmla="*/ 869252 w 3192399"/>
                <a:gd name="connsiteY279" fmla="*/ 509302 h 814863"/>
                <a:gd name="connsiteX280" fmla="*/ 910876 w 3192399"/>
                <a:gd name="connsiteY280" fmla="*/ 509302 h 814863"/>
                <a:gd name="connsiteX281" fmla="*/ 910876 w 3192399"/>
                <a:gd name="connsiteY281" fmla="*/ 543401 h 814863"/>
                <a:gd name="connsiteX282" fmla="*/ 1128713 w 3192399"/>
                <a:gd name="connsiteY282" fmla="*/ 504635 h 814863"/>
                <a:gd name="connsiteX283" fmla="*/ 1229582 w 3192399"/>
                <a:gd name="connsiteY283" fmla="*/ 619601 h 814863"/>
                <a:gd name="connsiteX284" fmla="*/ 1128713 w 3192399"/>
                <a:gd name="connsiteY284" fmla="*/ 734568 h 814863"/>
                <a:gd name="connsiteX285" fmla="*/ 1066991 w 3192399"/>
                <a:gd name="connsiteY285" fmla="*/ 705421 h 814863"/>
                <a:gd name="connsiteX286" fmla="*/ 1066991 w 3192399"/>
                <a:gd name="connsiteY286" fmla="*/ 814864 h 814863"/>
                <a:gd name="connsiteX287" fmla="*/ 1025366 w 3192399"/>
                <a:gd name="connsiteY287" fmla="*/ 814864 h 814863"/>
                <a:gd name="connsiteX288" fmla="*/ 1025366 w 3192399"/>
                <a:gd name="connsiteY288" fmla="*/ 509111 h 814863"/>
                <a:gd name="connsiteX289" fmla="*/ 1066991 w 3192399"/>
                <a:gd name="connsiteY289" fmla="*/ 509111 h 814863"/>
                <a:gd name="connsiteX290" fmla="*/ 1066991 w 3192399"/>
                <a:gd name="connsiteY290" fmla="*/ 534162 h 814863"/>
                <a:gd name="connsiteX291" fmla="*/ 1128713 w 3192399"/>
                <a:gd name="connsiteY291" fmla="*/ 504539 h 814863"/>
                <a:gd name="connsiteX292" fmla="*/ 1121664 w 3192399"/>
                <a:gd name="connsiteY292" fmla="*/ 696944 h 814863"/>
                <a:gd name="connsiteX293" fmla="*/ 1186910 w 3192399"/>
                <a:gd name="connsiteY293" fmla="*/ 619601 h 814863"/>
                <a:gd name="connsiteX294" fmla="*/ 1121664 w 3192399"/>
                <a:gd name="connsiteY294" fmla="*/ 542258 h 814863"/>
                <a:gd name="connsiteX295" fmla="*/ 1066991 w 3192399"/>
                <a:gd name="connsiteY295" fmla="*/ 577406 h 814863"/>
                <a:gd name="connsiteX296" fmla="*/ 1066991 w 3192399"/>
                <a:gd name="connsiteY296" fmla="*/ 662273 h 814863"/>
                <a:gd name="connsiteX297" fmla="*/ 1121664 w 3192399"/>
                <a:gd name="connsiteY297" fmla="*/ 696944 h 814863"/>
                <a:gd name="connsiteX298" fmla="*/ 1320451 w 3192399"/>
                <a:gd name="connsiteY298" fmla="*/ 543306 h 814863"/>
                <a:gd name="connsiteX299" fmla="*/ 1375220 w 3192399"/>
                <a:gd name="connsiteY299" fmla="*/ 505682 h 814863"/>
                <a:gd name="connsiteX300" fmla="*/ 1396841 w 3192399"/>
                <a:gd name="connsiteY300" fmla="*/ 509207 h 814863"/>
                <a:gd name="connsiteX301" fmla="*/ 1396841 w 3192399"/>
                <a:gd name="connsiteY301" fmla="*/ 550355 h 814863"/>
                <a:gd name="connsiteX302" fmla="*/ 1395317 w 3192399"/>
                <a:gd name="connsiteY302" fmla="*/ 550355 h 814863"/>
                <a:gd name="connsiteX303" fmla="*/ 1369219 w 3192399"/>
                <a:gd name="connsiteY303" fmla="*/ 545878 h 814863"/>
                <a:gd name="connsiteX304" fmla="*/ 1320546 w 3192399"/>
                <a:gd name="connsiteY304" fmla="*/ 586073 h 814863"/>
                <a:gd name="connsiteX305" fmla="*/ 1320546 w 3192399"/>
                <a:gd name="connsiteY305" fmla="*/ 730187 h 814863"/>
                <a:gd name="connsiteX306" fmla="*/ 1278922 w 3192399"/>
                <a:gd name="connsiteY306" fmla="*/ 730187 h 814863"/>
                <a:gd name="connsiteX307" fmla="*/ 1278922 w 3192399"/>
                <a:gd name="connsiteY307" fmla="*/ 509302 h 814863"/>
                <a:gd name="connsiteX308" fmla="*/ 1320546 w 3192399"/>
                <a:gd name="connsiteY308" fmla="*/ 509302 h 814863"/>
                <a:gd name="connsiteX309" fmla="*/ 1320546 w 3192399"/>
                <a:gd name="connsiteY309" fmla="*/ 543401 h 814863"/>
                <a:gd name="connsiteX310" fmla="*/ 1457039 w 3192399"/>
                <a:gd name="connsiteY310" fmla="*/ 419862 h 814863"/>
                <a:gd name="connsiteX311" fmla="*/ 1483614 w 3192399"/>
                <a:gd name="connsiteY311" fmla="*/ 445960 h 814863"/>
                <a:gd name="connsiteX312" fmla="*/ 1457039 w 3192399"/>
                <a:gd name="connsiteY312" fmla="*/ 472059 h 814863"/>
                <a:gd name="connsiteX313" fmla="*/ 1430464 w 3192399"/>
                <a:gd name="connsiteY313" fmla="*/ 445960 h 814863"/>
                <a:gd name="connsiteX314" fmla="*/ 1457039 w 3192399"/>
                <a:gd name="connsiteY314" fmla="*/ 419862 h 814863"/>
                <a:gd name="connsiteX315" fmla="*/ 1436465 w 3192399"/>
                <a:gd name="connsiteY315" fmla="*/ 509207 h 814863"/>
                <a:gd name="connsiteX316" fmla="*/ 1478185 w 3192399"/>
                <a:gd name="connsiteY316" fmla="*/ 509207 h 814863"/>
                <a:gd name="connsiteX317" fmla="*/ 1478185 w 3192399"/>
                <a:gd name="connsiteY317" fmla="*/ 730091 h 814863"/>
                <a:gd name="connsiteX318" fmla="*/ 1436465 w 3192399"/>
                <a:gd name="connsiteY318" fmla="*/ 730091 h 814863"/>
                <a:gd name="connsiteX319" fmla="*/ 1436465 w 3192399"/>
                <a:gd name="connsiteY319" fmla="*/ 509207 h 814863"/>
                <a:gd name="connsiteX320" fmla="*/ 1626775 w 3192399"/>
                <a:gd name="connsiteY320" fmla="*/ 601123 h 814863"/>
                <a:gd name="connsiteX321" fmla="*/ 1693545 w 3192399"/>
                <a:gd name="connsiteY321" fmla="*/ 666369 h 814863"/>
                <a:gd name="connsiteX322" fmla="*/ 1608677 w 3192399"/>
                <a:gd name="connsiteY322" fmla="*/ 734663 h 814863"/>
                <a:gd name="connsiteX323" fmla="*/ 1533906 w 3192399"/>
                <a:gd name="connsiteY323" fmla="*/ 714566 h 814863"/>
                <a:gd name="connsiteX324" fmla="*/ 1533906 w 3192399"/>
                <a:gd name="connsiteY324" fmla="*/ 674942 h 814863"/>
                <a:gd name="connsiteX325" fmla="*/ 1535906 w 3192399"/>
                <a:gd name="connsiteY325" fmla="*/ 674942 h 814863"/>
                <a:gd name="connsiteX326" fmla="*/ 1608201 w 3192399"/>
                <a:gd name="connsiteY326" fmla="*/ 699516 h 814863"/>
                <a:gd name="connsiteX327" fmla="*/ 1652873 w 3192399"/>
                <a:gd name="connsiteY327" fmla="*/ 671417 h 814863"/>
                <a:gd name="connsiteX328" fmla="*/ 1600676 w 3192399"/>
                <a:gd name="connsiteY328" fmla="*/ 635794 h 814863"/>
                <a:gd name="connsiteX329" fmla="*/ 1534954 w 3192399"/>
                <a:gd name="connsiteY329" fmla="*/ 572548 h 814863"/>
                <a:gd name="connsiteX330" fmla="*/ 1614773 w 3192399"/>
                <a:gd name="connsiteY330" fmla="*/ 504730 h 814863"/>
                <a:gd name="connsiteX331" fmla="*/ 1682591 w 3192399"/>
                <a:gd name="connsiteY331" fmla="*/ 522827 h 814863"/>
                <a:gd name="connsiteX332" fmla="*/ 1682591 w 3192399"/>
                <a:gd name="connsiteY332" fmla="*/ 563023 h 814863"/>
                <a:gd name="connsiteX333" fmla="*/ 1681067 w 3192399"/>
                <a:gd name="connsiteY333" fmla="*/ 563023 h 814863"/>
                <a:gd name="connsiteX334" fmla="*/ 1615821 w 3192399"/>
                <a:gd name="connsiteY334" fmla="*/ 539972 h 814863"/>
                <a:gd name="connsiteX335" fmla="*/ 1575149 w 3192399"/>
                <a:gd name="connsiteY335" fmla="*/ 567119 h 814863"/>
                <a:gd name="connsiteX336" fmla="*/ 1626870 w 3192399"/>
                <a:gd name="connsiteY336" fmla="*/ 601313 h 814863"/>
                <a:gd name="connsiteX337" fmla="*/ 1838611 w 3192399"/>
                <a:gd name="connsiteY337" fmla="*/ 734663 h 814863"/>
                <a:gd name="connsiteX338" fmla="*/ 1729645 w 3192399"/>
                <a:gd name="connsiteY338" fmla="*/ 622173 h 814863"/>
                <a:gd name="connsiteX339" fmla="*/ 1830514 w 3192399"/>
                <a:gd name="connsiteY339" fmla="*/ 504730 h 814863"/>
                <a:gd name="connsiteX340" fmla="*/ 1922907 w 3192399"/>
                <a:gd name="connsiteY340" fmla="*/ 613124 h 814863"/>
                <a:gd name="connsiteX341" fmla="*/ 1922907 w 3192399"/>
                <a:gd name="connsiteY341" fmla="*/ 632174 h 814863"/>
                <a:gd name="connsiteX342" fmla="*/ 1771269 w 3192399"/>
                <a:gd name="connsiteY342" fmla="*/ 632174 h 814863"/>
                <a:gd name="connsiteX343" fmla="*/ 1844040 w 3192399"/>
                <a:gd name="connsiteY343" fmla="*/ 698468 h 814863"/>
                <a:gd name="connsiteX344" fmla="*/ 1905762 w 3192399"/>
                <a:gd name="connsiteY344" fmla="*/ 678371 h 814863"/>
                <a:gd name="connsiteX345" fmla="*/ 1907286 w 3192399"/>
                <a:gd name="connsiteY345" fmla="*/ 678371 h 814863"/>
                <a:gd name="connsiteX346" fmla="*/ 1907286 w 3192399"/>
                <a:gd name="connsiteY346" fmla="*/ 715042 h 814863"/>
                <a:gd name="connsiteX347" fmla="*/ 1838516 w 3192399"/>
                <a:gd name="connsiteY347" fmla="*/ 734568 h 814863"/>
                <a:gd name="connsiteX348" fmla="*/ 1772888 w 3192399"/>
                <a:gd name="connsiteY348" fmla="*/ 598075 h 814863"/>
                <a:gd name="connsiteX349" fmla="*/ 1882807 w 3192399"/>
                <a:gd name="connsiteY349" fmla="*/ 598075 h 814863"/>
                <a:gd name="connsiteX350" fmla="*/ 1831086 w 3192399"/>
                <a:gd name="connsiteY350" fmla="*/ 540353 h 814863"/>
                <a:gd name="connsiteX351" fmla="*/ 1772888 w 3192399"/>
                <a:gd name="connsiteY351" fmla="*/ 598075 h 814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Lst>
              <a:rect l="l" t="t" r="r" b="b"/>
              <a:pathLst>
                <a:path w="3192399" h="814863">
                  <a:moveTo>
                    <a:pt x="68294" y="313754"/>
                  </a:moveTo>
                  <a:lnTo>
                    <a:pt x="0" y="313754"/>
                  </a:lnTo>
                  <a:lnTo>
                    <a:pt x="0" y="0"/>
                  </a:lnTo>
                  <a:lnTo>
                    <a:pt x="68294" y="0"/>
                  </a:lnTo>
                  <a:lnTo>
                    <a:pt x="68294" y="124016"/>
                  </a:lnTo>
                  <a:lnTo>
                    <a:pt x="190310" y="124016"/>
                  </a:lnTo>
                  <a:lnTo>
                    <a:pt x="190310" y="0"/>
                  </a:lnTo>
                  <a:lnTo>
                    <a:pt x="258604" y="0"/>
                  </a:lnTo>
                  <a:lnTo>
                    <a:pt x="258604" y="313754"/>
                  </a:lnTo>
                  <a:lnTo>
                    <a:pt x="190310" y="313754"/>
                  </a:lnTo>
                  <a:lnTo>
                    <a:pt x="190310" y="183737"/>
                  </a:lnTo>
                  <a:lnTo>
                    <a:pt x="68294" y="183737"/>
                  </a:lnTo>
                  <a:lnTo>
                    <a:pt x="68294" y="313754"/>
                  </a:lnTo>
                  <a:close/>
                  <a:moveTo>
                    <a:pt x="413671" y="318802"/>
                  </a:moveTo>
                  <a:cubicBezTo>
                    <a:pt x="344424" y="318802"/>
                    <a:pt x="297180" y="275082"/>
                    <a:pt x="297180" y="203359"/>
                  </a:cubicBezTo>
                  <a:cubicBezTo>
                    <a:pt x="297180" y="131635"/>
                    <a:pt x="343376" y="85344"/>
                    <a:pt x="404622" y="85344"/>
                  </a:cubicBezTo>
                  <a:cubicBezTo>
                    <a:pt x="471392" y="85344"/>
                    <a:pt x="504539" y="130016"/>
                    <a:pt x="504539" y="196787"/>
                  </a:cubicBezTo>
                  <a:lnTo>
                    <a:pt x="504539" y="221933"/>
                  </a:lnTo>
                  <a:lnTo>
                    <a:pt x="361950" y="221933"/>
                  </a:lnTo>
                  <a:cubicBezTo>
                    <a:pt x="369951" y="256603"/>
                    <a:pt x="397097" y="265557"/>
                    <a:pt x="424244" y="265557"/>
                  </a:cubicBezTo>
                  <a:cubicBezTo>
                    <a:pt x="447866" y="265557"/>
                    <a:pt x="464915" y="260509"/>
                    <a:pt x="485966" y="247460"/>
                  </a:cubicBezTo>
                  <a:lnTo>
                    <a:pt x="488442" y="247460"/>
                  </a:lnTo>
                  <a:lnTo>
                    <a:pt x="488442" y="299180"/>
                  </a:lnTo>
                  <a:cubicBezTo>
                    <a:pt x="470345" y="312230"/>
                    <a:pt x="444722" y="318802"/>
                    <a:pt x="413671" y="318802"/>
                  </a:cubicBezTo>
                  <a:close/>
                  <a:moveTo>
                    <a:pt x="361950" y="176212"/>
                  </a:moveTo>
                  <a:lnTo>
                    <a:pt x="443294" y="176212"/>
                  </a:lnTo>
                  <a:cubicBezTo>
                    <a:pt x="441770" y="153162"/>
                    <a:pt x="432245" y="137065"/>
                    <a:pt x="405670" y="137065"/>
                  </a:cubicBezTo>
                  <a:cubicBezTo>
                    <a:pt x="385572" y="137065"/>
                    <a:pt x="368046" y="145637"/>
                    <a:pt x="361950" y="176212"/>
                  </a:cubicBezTo>
                  <a:close/>
                  <a:moveTo>
                    <a:pt x="682752" y="182213"/>
                  </a:moveTo>
                  <a:lnTo>
                    <a:pt x="647605" y="313754"/>
                  </a:lnTo>
                  <a:lnTo>
                    <a:pt x="587883" y="313754"/>
                  </a:lnTo>
                  <a:lnTo>
                    <a:pt x="519589" y="92869"/>
                  </a:lnTo>
                  <a:lnTo>
                    <a:pt x="519589" y="90392"/>
                  </a:lnTo>
                  <a:lnTo>
                    <a:pt x="584835" y="90392"/>
                  </a:lnTo>
                  <a:lnTo>
                    <a:pt x="621983" y="222409"/>
                  </a:lnTo>
                  <a:lnTo>
                    <a:pt x="657130" y="90392"/>
                  </a:lnTo>
                  <a:lnTo>
                    <a:pt x="710375" y="90392"/>
                  </a:lnTo>
                  <a:lnTo>
                    <a:pt x="745998" y="222409"/>
                  </a:lnTo>
                  <a:lnTo>
                    <a:pt x="783622" y="90392"/>
                  </a:lnTo>
                  <a:lnTo>
                    <a:pt x="846392" y="90392"/>
                  </a:lnTo>
                  <a:lnTo>
                    <a:pt x="846392" y="92869"/>
                  </a:lnTo>
                  <a:lnTo>
                    <a:pt x="778097" y="313754"/>
                  </a:lnTo>
                  <a:lnTo>
                    <a:pt x="718376" y="313754"/>
                  </a:lnTo>
                  <a:lnTo>
                    <a:pt x="682752" y="182213"/>
                  </a:lnTo>
                  <a:close/>
                  <a:moveTo>
                    <a:pt x="957358" y="318802"/>
                  </a:moveTo>
                  <a:cubicBezTo>
                    <a:pt x="903161" y="318802"/>
                    <a:pt x="881063" y="297180"/>
                    <a:pt x="881063" y="246507"/>
                  </a:cubicBezTo>
                  <a:lnTo>
                    <a:pt x="881063" y="0"/>
                  </a:lnTo>
                  <a:lnTo>
                    <a:pt x="947357" y="0"/>
                  </a:lnTo>
                  <a:lnTo>
                    <a:pt x="947357" y="242030"/>
                  </a:lnTo>
                  <a:cubicBezTo>
                    <a:pt x="947357" y="257556"/>
                    <a:pt x="953357" y="263081"/>
                    <a:pt x="966407" y="263081"/>
                  </a:cubicBezTo>
                  <a:cubicBezTo>
                    <a:pt x="970979" y="263081"/>
                    <a:pt x="977456" y="261557"/>
                    <a:pt x="981456" y="260033"/>
                  </a:cubicBezTo>
                  <a:lnTo>
                    <a:pt x="982504" y="260033"/>
                  </a:lnTo>
                  <a:lnTo>
                    <a:pt x="982504" y="314801"/>
                  </a:lnTo>
                  <a:cubicBezTo>
                    <a:pt x="976979" y="316801"/>
                    <a:pt x="967454" y="318802"/>
                    <a:pt x="957453" y="318802"/>
                  </a:cubicBezTo>
                  <a:close/>
                  <a:moveTo>
                    <a:pt x="1117473" y="318802"/>
                  </a:moveTo>
                  <a:cubicBezTo>
                    <a:pt x="1048226" y="318802"/>
                    <a:pt x="1000982" y="275082"/>
                    <a:pt x="1000982" y="203359"/>
                  </a:cubicBezTo>
                  <a:cubicBezTo>
                    <a:pt x="1000982" y="131635"/>
                    <a:pt x="1047179" y="85344"/>
                    <a:pt x="1108424" y="85344"/>
                  </a:cubicBezTo>
                  <a:cubicBezTo>
                    <a:pt x="1175195" y="85344"/>
                    <a:pt x="1208342" y="130016"/>
                    <a:pt x="1208342" y="196787"/>
                  </a:cubicBezTo>
                  <a:lnTo>
                    <a:pt x="1208342" y="221933"/>
                  </a:lnTo>
                  <a:lnTo>
                    <a:pt x="1065752" y="221933"/>
                  </a:lnTo>
                  <a:cubicBezTo>
                    <a:pt x="1073753" y="256603"/>
                    <a:pt x="1100900" y="265557"/>
                    <a:pt x="1128046" y="265557"/>
                  </a:cubicBezTo>
                  <a:cubicBezTo>
                    <a:pt x="1151668" y="265557"/>
                    <a:pt x="1168718" y="260509"/>
                    <a:pt x="1189768" y="247460"/>
                  </a:cubicBezTo>
                  <a:lnTo>
                    <a:pt x="1192244" y="247460"/>
                  </a:lnTo>
                  <a:lnTo>
                    <a:pt x="1192244" y="299180"/>
                  </a:lnTo>
                  <a:cubicBezTo>
                    <a:pt x="1174147" y="312230"/>
                    <a:pt x="1148525" y="318802"/>
                    <a:pt x="1117473" y="318802"/>
                  </a:cubicBezTo>
                  <a:close/>
                  <a:moveTo>
                    <a:pt x="1065752" y="176212"/>
                  </a:moveTo>
                  <a:lnTo>
                    <a:pt x="1147096" y="176212"/>
                  </a:lnTo>
                  <a:cubicBezTo>
                    <a:pt x="1145572" y="153162"/>
                    <a:pt x="1136047" y="137065"/>
                    <a:pt x="1109472" y="137065"/>
                  </a:cubicBezTo>
                  <a:cubicBezTo>
                    <a:pt x="1089374" y="137065"/>
                    <a:pt x="1071848" y="145637"/>
                    <a:pt x="1065752" y="176212"/>
                  </a:cubicBezTo>
                  <a:close/>
                  <a:moveTo>
                    <a:pt x="1480471" y="90392"/>
                  </a:moveTo>
                  <a:lnTo>
                    <a:pt x="1529715" y="90392"/>
                  </a:lnTo>
                  <a:lnTo>
                    <a:pt x="1529715" y="143637"/>
                  </a:lnTo>
                  <a:lnTo>
                    <a:pt x="1480471" y="143637"/>
                  </a:lnTo>
                  <a:lnTo>
                    <a:pt x="1480471" y="234505"/>
                  </a:lnTo>
                  <a:cubicBezTo>
                    <a:pt x="1480471" y="254032"/>
                    <a:pt x="1487996" y="263081"/>
                    <a:pt x="1508093" y="263081"/>
                  </a:cubicBezTo>
                  <a:cubicBezTo>
                    <a:pt x="1513618" y="263081"/>
                    <a:pt x="1520666" y="262604"/>
                    <a:pt x="1528191" y="260033"/>
                  </a:cubicBezTo>
                  <a:lnTo>
                    <a:pt x="1529715" y="260033"/>
                  </a:lnTo>
                  <a:lnTo>
                    <a:pt x="1529715" y="312230"/>
                  </a:lnTo>
                  <a:cubicBezTo>
                    <a:pt x="1521143" y="315278"/>
                    <a:pt x="1508093" y="318802"/>
                    <a:pt x="1489043" y="318802"/>
                  </a:cubicBezTo>
                  <a:cubicBezTo>
                    <a:pt x="1435322" y="318802"/>
                    <a:pt x="1414272" y="294227"/>
                    <a:pt x="1414272" y="237458"/>
                  </a:cubicBezTo>
                  <a:lnTo>
                    <a:pt x="1414272" y="143542"/>
                  </a:lnTo>
                  <a:lnTo>
                    <a:pt x="1329404" y="143542"/>
                  </a:lnTo>
                  <a:lnTo>
                    <a:pt x="1329404" y="234410"/>
                  </a:lnTo>
                  <a:cubicBezTo>
                    <a:pt x="1329404" y="253937"/>
                    <a:pt x="1336929" y="262985"/>
                    <a:pt x="1357027" y="262985"/>
                  </a:cubicBezTo>
                  <a:cubicBezTo>
                    <a:pt x="1362551" y="262985"/>
                    <a:pt x="1369600" y="262509"/>
                    <a:pt x="1377125" y="259937"/>
                  </a:cubicBezTo>
                  <a:lnTo>
                    <a:pt x="1378649" y="259937"/>
                  </a:lnTo>
                  <a:lnTo>
                    <a:pt x="1378649" y="312134"/>
                  </a:lnTo>
                  <a:cubicBezTo>
                    <a:pt x="1370076" y="315182"/>
                    <a:pt x="1357027" y="318707"/>
                    <a:pt x="1337977" y="318707"/>
                  </a:cubicBezTo>
                  <a:cubicBezTo>
                    <a:pt x="1284256" y="318707"/>
                    <a:pt x="1263206" y="294132"/>
                    <a:pt x="1263206" y="237363"/>
                  </a:cubicBezTo>
                  <a:lnTo>
                    <a:pt x="1263206" y="143447"/>
                  </a:lnTo>
                  <a:lnTo>
                    <a:pt x="1229106" y="143447"/>
                  </a:lnTo>
                  <a:lnTo>
                    <a:pt x="1229106" y="90202"/>
                  </a:lnTo>
                  <a:lnTo>
                    <a:pt x="1263206" y="90202"/>
                  </a:lnTo>
                  <a:lnTo>
                    <a:pt x="1263206" y="28956"/>
                  </a:lnTo>
                  <a:lnTo>
                    <a:pt x="1329500" y="28956"/>
                  </a:lnTo>
                  <a:lnTo>
                    <a:pt x="1329500" y="90202"/>
                  </a:lnTo>
                  <a:lnTo>
                    <a:pt x="1414367" y="90202"/>
                  </a:lnTo>
                  <a:lnTo>
                    <a:pt x="1414367" y="28956"/>
                  </a:lnTo>
                  <a:lnTo>
                    <a:pt x="1480661" y="28956"/>
                  </a:lnTo>
                  <a:lnTo>
                    <a:pt x="1480661" y="90202"/>
                  </a:lnTo>
                  <a:close/>
                  <a:moveTo>
                    <a:pt x="1873472" y="106489"/>
                  </a:moveTo>
                  <a:cubicBezTo>
                    <a:pt x="1873472" y="174784"/>
                    <a:pt x="1827752" y="211931"/>
                    <a:pt x="1758506" y="211931"/>
                  </a:cubicBezTo>
                  <a:lnTo>
                    <a:pt x="1709833" y="211931"/>
                  </a:lnTo>
                  <a:lnTo>
                    <a:pt x="1709833" y="313849"/>
                  </a:lnTo>
                  <a:lnTo>
                    <a:pt x="1641539" y="313849"/>
                  </a:lnTo>
                  <a:lnTo>
                    <a:pt x="1641539" y="0"/>
                  </a:lnTo>
                  <a:lnTo>
                    <a:pt x="1758506" y="0"/>
                  </a:lnTo>
                  <a:cubicBezTo>
                    <a:pt x="1827848" y="0"/>
                    <a:pt x="1873472" y="37147"/>
                    <a:pt x="1873472" y="106394"/>
                  </a:cubicBezTo>
                  <a:close/>
                  <a:moveTo>
                    <a:pt x="1752981" y="154210"/>
                  </a:moveTo>
                  <a:cubicBezTo>
                    <a:pt x="1787652" y="154210"/>
                    <a:pt x="1804226" y="134588"/>
                    <a:pt x="1804226" y="106489"/>
                  </a:cubicBezTo>
                  <a:cubicBezTo>
                    <a:pt x="1804226" y="78391"/>
                    <a:pt x="1787652" y="57817"/>
                    <a:pt x="1752981" y="57817"/>
                  </a:cubicBezTo>
                  <a:lnTo>
                    <a:pt x="1709833" y="57817"/>
                  </a:lnTo>
                  <a:lnTo>
                    <a:pt x="1709833" y="154210"/>
                  </a:lnTo>
                  <a:lnTo>
                    <a:pt x="1752981" y="154210"/>
                  </a:lnTo>
                  <a:close/>
                  <a:moveTo>
                    <a:pt x="2021110" y="291751"/>
                  </a:moveTo>
                  <a:cubicBezTo>
                    <a:pt x="2006537" y="309277"/>
                    <a:pt x="1985010" y="317849"/>
                    <a:pt x="1961864" y="317849"/>
                  </a:cubicBezTo>
                  <a:cubicBezTo>
                    <a:pt x="1918240" y="317849"/>
                    <a:pt x="1882521" y="291274"/>
                    <a:pt x="1882521" y="244030"/>
                  </a:cubicBezTo>
                  <a:cubicBezTo>
                    <a:pt x="1882521" y="200311"/>
                    <a:pt x="1918145" y="171260"/>
                    <a:pt x="1969389" y="171260"/>
                  </a:cubicBezTo>
                  <a:cubicBezTo>
                    <a:pt x="1985486" y="171260"/>
                    <a:pt x="2002060" y="173736"/>
                    <a:pt x="2019110" y="178784"/>
                  </a:cubicBezTo>
                  <a:lnTo>
                    <a:pt x="2019110" y="174784"/>
                  </a:lnTo>
                  <a:cubicBezTo>
                    <a:pt x="2019110" y="150685"/>
                    <a:pt x="2005584" y="140113"/>
                    <a:pt x="1969865" y="140113"/>
                  </a:cubicBezTo>
                  <a:cubicBezTo>
                    <a:pt x="1947291" y="140113"/>
                    <a:pt x="1925669" y="146590"/>
                    <a:pt x="1907096" y="157162"/>
                  </a:cubicBezTo>
                  <a:lnTo>
                    <a:pt x="1904619" y="157162"/>
                  </a:lnTo>
                  <a:lnTo>
                    <a:pt x="1904619" y="103918"/>
                  </a:lnTo>
                  <a:cubicBezTo>
                    <a:pt x="1921669" y="93916"/>
                    <a:pt x="1951768" y="85344"/>
                    <a:pt x="1981391" y="85344"/>
                  </a:cubicBezTo>
                  <a:cubicBezTo>
                    <a:pt x="2048637" y="85344"/>
                    <a:pt x="2085308" y="117443"/>
                    <a:pt x="2085308" y="173736"/>
                  </a:cubicBezTo>
                  <a:lnTo>
                    <a:pt x="2085308" y="313849"/>
                  </a:lnTo>
                  <a:lnTo>
                    <a:pt x="2021014" y="313849"/>
                  </a:lnTo>
                  <a:lnTo>
                    <a:pt x="2021014" y="291751"/>
                  </a:lnTo>
                  <a:close/>
                  <a:moveTo>
                    <a:pt x="2019110" y="243554"/>
                  </a:moveTo>
                  <a:lnTo>
                    <a:pt x="2019110" y="224504"/>
                  </a:lnTo>
                  <a:cubicBezTo>
                    <a:pt x="2009108" y="218980"/>
                    <a:pt x="1996059" y="216980"/>
                    <a:pt x="1982438" y="216980"/>
                  </a:cubicBezTo>
                  <a:cubicBezTo>
                    <a:pt x="1960817" y="216980"/>
                    <a:pt x="1947767" y="224980"/>
                    <a:pt x="1947767" y="243078"/>
                  </a:cubicBezTo>
                  <a:cubicBezTo>
                    <a:pt x="1947767" y="261176"/>
                    <a:pt x="1960817" y="269653"/>
                    <a:pt x="1980343" y="269653"/>
                  </a:cubicBezTo>
                  <a:cubicBezTo>
                    <a:pt x="1998917" y="269653"/>
                    <a:pt x="2013014" y="260128"/>
                    <a:pt x="2019014" y="243554"/>
                  </a:cubicBezTo>
                  <a:close/>
                  <a:moveTo>
                    <a:pt x="2119027" y="202406"/>
                  </a:moveTo>
                  <a:cubicBezTo>
                    <a:pt x="2119027" y="130588"/>
                    <a:pt x="2169700" y="85439"/>
                    <a:pt x="2235994" y="85439"/>
                  </a:cubicBezTo>
                  <a:cubicBezTo>
                    <a:pt x="2259616" y="85439"/>
                    <a:pt x="2281714" y="90488"/>
                    <a:pt x="2298287" y="102489"/>
                  </a:cubicBezTo>
                  <a:lnTo>
                    <a:pt x="2298287" y="159258"/>
                  </a:lnTo>
                  <a:lnTo>
                    <a:pt x="2295811" y="159258"/>
                  </a:lnTo>
                  <a:cubicBezTo>
                    <a:pt x="2281238" y="148209"/>
                    <a:pt x="2264188" y="141637"/>
                    <a:pt x="2244566" y="141637"/>
                  </a:cubicBezTo>
                  <a:cubicBezTo>
                    <a:pt x="2211419" y="141637"/>
                    <a:pt x="2186369" y="164211"/>
                    <a:pt x="2186369" y="202406"/>
                  </a:cubicBezTo>
                  <a:cubicBezTo>
                    <a:pt x="2186369" y="240601"/>
                    <a:pt x="2211515" y="262699"/>
                    <a:pt x="2244566" y="262699"/>
                  </a:cubicBezTo>
                  <a:cubicBezTo>
                    <a:pt x="2264093" y="262699"/>
                    <a:pt x="2281238" y="256127"/>
                    <a:pt x="2295811" y="245078"/>
                  </a:cubicBezTo>
                  <a:lnTo>
                    <a:pt x="2298287" y="245078"/>
                  </a:lnTo>
                  <a:lnTo>
                    <a:pt x="2298287" y="301847"/>
                  </a:lnTo>
                  <a:cubicBezTo>
                    <a:pt x="2281714" y="313944"/>
                    <a:pt x="2259616" y="318897"/>
                    <a:pt x="2235994" y="318897"/>
                  </a:cubicBezTo>
                  <a:cubicBezTo>
                    <a:pt x="2169700" y="318897"/>
                    <a:pt x="2119027" y="274225"/>
                    <a:pt x="2119027" y="202406"/>
                  </a:cubicBezTo>
                  <a:close/>
                  <a:moveTo>
                    <a:pt x="2406206" y="212503"/>
                  </a:moveTo>
                  <a:lnTo>
                    <a:pt x="2406206" y="313944"/>
                  </a:lnTo>
                  <a:lnTo>
                    <a:pt x="2339912" y="313944"/>
                  </a:lnTo>
                  <a:lnTo>
                    <a:pt x="2339912" y="0"/>
                  </a:lnTo>
                  <a:lnTo>
                    <a:pt x="2406206" y="0"/>
                  </a:lnTo>
                  <a:lnTo>
                    <a:pt x="2406206" y="178689"/>
                  </a:lnTo>
                  <a:lnTo>
                    <a:pt x="2472976" y="90297"/>
                  </a:lnTo>
                  <a:lnTo>
                    <a:pt x="2548319" y="90297"/>
                  </a:lnTo>
                  <a:lnTo>
                    <a:pt x="2548319" y="92774"/>
                  </a:lnTo>
                  <a:lnTo>
                    <a:pt x="2468023" y="194215"/>
                  </a:lnTo>
                  <a:lnTo>
                    <a:pt x="2548319" y="311182"/>
                  </a:lnTo>
                  <a:lnTo>
                    <a:pt x="2548319" y="313658"/>
                  </a:lnTo>
                  <a:lnTo>
                    <a:pt x="2472499" y="313658"/>
                  </a:lnTo>
                  <a:lnTo>
                    <a:pt x="2406206" y="212217"/>
                  </a:lnTo>
                  <a:close/>
                  <a:moveTo>
                    <a:pt x="2698909" y="291846"/>
                  </a:moveTo>
                  <a:cubicBezTo>
                    <a:pt x="2684336" y="309372"/>
                    <a:pt x="2662714" y="317945"/>
                    <a:pt x="2639663" y="317945"/>
                  </a:cubicBezTo>
                  <a:cubicBezTo>
                    <a:pt x="2595944" y="317945"/>
                    <a:pt x="2560320" y="291370"/>
                    <a:pt x="2560320" y="244126"/>
                  </a:cubicBezTo>
                  <a:cubicBezTo>
                    <a:pt x="2560320" y="200406"/>
                    <a:pt x="2595944" y="171355"/>
                    <a:pt x="2647188" y="171355"/>
                  </a:cubicBezTo>
                  <a:cubicBezTo>
                    <a:pt x="2663285" y="171355"/>
                    <a:pt x="2679859" y="173831"/>
                    <a:pt x="2696909" y="178880"/>
                  </a:cubicBezTo>
                  <a:lnTo>
                    <a:pt x="2696909" y="174879"/>
                  </a:lnTo>
                  <a:cubicBezTo>
                    <a:pt x="2696909" y="150781"/>
                    <a:pt x="2683383" y="140208"/>
                    <a:pt x="2647760" y="140208"/>
                  </a:cubicBezTo>
                  <a:cubicBezTo>
                    <a:pt x="2625185" y="140208"/>
                    <a:pt x="2603564" y="146685"/>
                    <a:pt x="2584990" y="157258"/>
                  </a:cubicBezTo>
                  <a:lnTo>
                    <a:pt x="2582513" y="157258"/>
                  </a:lnTo>
                  <a:lnTo>
                    <a:pt x="2582513" y="104013"/>
                  </a:lnTo>
                  <a:cubicBezTo>
                    <a:pt x="2599563" y="94012"/>
                    <a:pt x="2629662" y="85439"/>
                    <a:pt x="2659285" y="85439"/>
                  </a:cubicBezTo>
                  <a:cubicBezTo>
                    <a:pt x="2726531" y="85439"/>
                    <a:pt x="2763203" y="117539"/>
                    <a:pt x="2763203" y="173831"/>
                  </a:cubicBezTo>
                  <a:lnTo>
                    <a:pt x="2763203" y="313944"/>
                  </a:lnTo>
                  <a:lnTo>
                    <a:pt x="2698909" y="313944"/>
                  </a:lnTo>
                  <a:lnTo>
                    <a:pt x="2698909" y="291846"/>
                  </a:lnTo>
                  <a:close/>
                  <a:moveTo>
                    <a:pt x="2696909" y="243649"/>
                  </a:moveTo>
                  <a:lnTo>
                    <a:pt x="2696909" y="224599"/>
                  </a:lnTo>
                  <a:cubicBezTo>
                    <a:pt x="2686907" y="219075"/>
                    <a:pt x="2673858" y="217075"/>
                    <a:pt x="2660237" y="217075"/>
                  </a:cubicBezTo>
                  <a:cubicBezTo>
                    <a:pt x="2638616" y="217075"/>
                    <a:pt x="2625566" y="225076"/>
                    <a:pt x="2625566" y="243173"/>
                  </a:cubicBezTo>
                  <a:cubicBezTo>
                    <a:pt x="2625566" y="261271"/>
                    <a:pt x="2638616" y="269748"/>
                    <a:pt x="2658237" y="269748"/>
                  </a:cubicBezTo>
                  <a:cubicBezTo>
                    <a:pt x="2677859" y="269748"/>
                    <a:pt x="2690908" y="260223"/>
                    <a:pt x="2696909" y="243649"/>
                  </a:cubicBezTo>
                  <a:close/>
                  <a:moveTo>
                    <a:pt x="2874645" y="126682"/>
                  </a:moveTo>
                  <a:cubicBezTo>
                    <a:pt x="2886647" y="102108"/>
                    <a:pt x="2904268" y="88011"/>
                    <a:pt x="2928842" y="88011"/>
                  </a:cubicBezTo>
                  <a:cubicBezTo>
                    <a:pt x="2937891" y="88011"/>
                    <a:pt x="2946940" y="90011"/>
                    <a:pt x="2950369" y="92012"/>
                  </a:cubicBezTo>
                  <a:lnTo>
                    <a:pt x="2950369" y="155258"/>
                  </a:lnTo>
                  <a:lnTo>
                    <a:pt x="2947892" y="155258"/>
                  </a:lnTo>
                  <a:cubicBezTo>
                    <a:pt x="2940368" y="152210"/>
                    <a:pt x="2931319" y="150209"/>
                    <a:pt x="2918746" y="150209"/>
                  </a:cubicBezTo>
                  <a:cubicBezTo>
                    <a:pt x="2898172" y="150209"/>
                    <a:pt x="2882074" y="162306"/>
                    <a:pt x="2876550" y="185357"/>
                  </a:cubicBezTo>
                  <a:lnTo>
                    <a:pt x="2876550" y="313944"/>
                  </a:lnTo>
                  <a:lnTo>
                    <a:pt x="2810256" y="313944"/>
                  </a:lnTo>
                  <a:lnTo>
                    <a:pt x="2810256" y="90488"/>
                  </a:lnTo>
                  <a:lnTo>
                    <a:pt x="2874550" y="90488"/>
                  </a:lnTo>
                  <a:lnTo>
                    <a:pt x="2874550" y="126587"/>
                  </a:lnTo>
                  <a:close/>
                  <a:moveTo>
                    <a:pt x="3128105" y="290893"/>
                  </a:moveTo>
                  <a:cubicBezTo>
                    <a:pt x="3114104" y="308991"/>
                    <a:pt x="3092006" y="318992"/>
                    <a:pt x="3061811" y="318992"/>
                  </a:cubicBezTo>
                  <a:cubicBezTo>
                    <a:pt x="3004566" y="318992"/>
                    <a:pt x="2967895" y="266795"/>
                    <a:pt x="2967895" y="202501"/>
                  </a:cubicBezTo>
                  <a:cubicBezTo>
                    <a:pt x="2967895" y="138208"/>
                    <a:pt x="3004566" y="85534"/>
                    <a:pt x="3061811" y="85534"/>
                  </a:cubicBezTo>
                  <a:cubicBezTo>
                    <a:pt x="3090958" y="85534"/>
                    <a:pt x="3112008" y="94583"/>
                    <a:pt x="3126105" y="111157"/>
                  </a:cubicBezTo>
                  <a:lnTo>
                    <a:pt x="3126105" y="191"/>
                  </a:lnTo>
                  <a:lnTo>
                    <a:pt x="3192399" y="191"/>
                  </a:lnTo>
                  <a:lnTo>
                    <a:pt x="3192399" y="313944"/>
                  </a:lnTo>
                  <a:lnTo>
                    <a:pt x="3128105" y="313944"/>
                  </a:lnTo>
                  <a:lnTo>
                    <a:pt x="3128105" y="290893"/>
                  </a:lnTo>
                  <a:close/>
                  <a:moveTo>
                    <a:pt x="3126105" y="238125"/>
                  </a:moveTo>
                  <a:lnTo>
                    <a:pt x="3126105" y="166307"/>
                  </a:lnTo>
                  <a:cubicBezTo>
                    <a:pt x="3115056" y="150209"/>
                    <a:pt x="3100483" y="143256"/>
                    <a:pt x="3083909" y="143256"/>
                  </a:cubicBezTo>
                  <a:cubicBezTo>
                    <a:pt x="3054763" y="143256"/>
                    <a:pt x="3035237" y="164306"/>
                    <a:pt x="3035237" y="202501"/>
                  </a:cubicBezTo>
                  <a:cubicBezTo>
                    <a:pt x="3035237" y="240697"/>
                    <a:pt x="3054858" y="261271"/>
                    <a:pt x="3083909" y="261271"/>
                  </a:cubicBezTo>
                  <a:cubicBezTo>
                    <a:pt x="3100483" y="261271"/>
                    <a:pt x="3115056" y="254222"/>
                    <a:pt x="3126105" y="238220"/>
                  </a:cubicBezTo>
                  <a:close/>
                  <a:moveTo>
                    <a:pt x="0" y="416243"/>
                  </a:moveTo>
                  <a:lnTo>
                    <a:pt x="193834" y="416243"/>
                  </a:lnTo>
                  <a:lnTo>
                    <a:pt x="193834" y="454343"/>
                  </a:lnTo>
                  <a:lnTo>
                    <a:pt x="43720" y="454343"/>
                  </a:lnTo>
                  <a:lnTo>
                    <a:pt x="43720" y="550259"/>
                  </a:lnTo>
                  <a:lnTo>
                    <a:pt x="179737" y="550259"/>
                  </a:lnTo>
                  <a:lnTo>
                    <a:pt x="179737" y="587407"/>
                  </a:lnTo>
                  <a:lnTo>
                    <a:pt x="43720" y="587407"/>
                  </a:lnTo>
                  <a:lnTo>
                    <a:pt x="43720" y="691801"/>
                  </a:lnTo>
                  <a:lnTo>
                    <a:pt x="193834" y="691801"/>
                  </a:lnTo>
                  <a:lnTo>
                    <a:pt x="193834" y="729901"/>
                  </a:lnTo>
                  <a:lnTo>
                    <a:pt x="0" y="729901"/>
                  </a:lnTo>
                  <a:lnTo>
                    <a:pt x="0" y="416147"/>
                  </a:lnTo>
                  <a:close/>
                  <a:moveTo>
                    <a:pt x="353949" y="504635"/>
                  </a:moveTo>
                  <a:cubicBezTo>
                    <a:pt x="403670" y="504635"/>
                    <a:pt x="431292" y="537305"/>
                    <a:pt x="431292" y="591026"/>
                  </a:cubicBezTo>
                  <a:lnTo>
                    <a:pt x="431292" y="730091"/>
                  </a:lnTo>
                  <a:lnTo>
                    <a:pt x="389668" y="730091"/>
                  </a:lnTo>
                  <a:lnTo>
                    <a:pt x="389668" y="592074"/>
                  </a:lnTo>
                  <a:cubicBezTo>
                    <a:pt x="389668" y="563404"/>
                    <a:pt x="375095" y="542830"/>
                    <a:pt x="343472" y="542830"/>
                  </a:cubicBezTo>
                  <a:cubicBezTo>
                    <a:pt x="317373" y="542830"/>
                    <a:pt x="295275" y="559403"/>
                    <a:pt x="287750" y="583025"/>
                  </a:cubicBezTo>
                  <a:lnTo>
                    <a:pt x="287750" y="730091"/>
                  </a:lnTo>
                  <a:lnTo>
                    <a:pt x="246126" y="730091"/>
                  </a:lnTo>
                  <a:lnTo>
                    <a:pt x="246126" y="509207"/>
                  </a:lnTo>
                  <a:lnTo>
                    <a:pt x="287750" y="509207"/>
                  </a:lnTo>
                  <a:lnTo>
                    <a:pt x="287750" y="541306"/>
                  </a:lnTo>
                  <a:cubicBezTo>
                    <a:pt x="300800" y="520732"/>
                    <a:pt x="322898" y="504635"/>
                    <a:pt x="354044" y="504635"/>
                  </a:cubicBezTo>
                  <a:close/>
                  <a:moveTo>
                    <a:pt x="543211" y="509111"/>
                  </a:moveTo>
                  <a:lnTo>
                    <a:pt x="599980" y="509111"/>
                  </a:lnTo>
                  <a:lnTo>
                    <a:pt x="599980" y="544735"/>
                  </a:lnTo>
                  <a:lnTo>
                    <a:pt x="543211" y="544735"/>
                  </a:lnTo>
                  <a:lnTo>
                    <a:pt x="543211" y="663702"/>
                  </a:lnTo>
                  <a:cubicBezTo>
                    <a:pt x="543211" y="688848"/>
                    <a:pt x="556260" y="697325"/>
                    <a:pt x="579882" y="697325"/>
                  </a:cubicBezTo>
                  <a:cubicBezTo>
                    <a:pt x="586359" y="697325"/>
                    <a:pt x="593408" y="696373"/>
                    <a:pt x="598456" y="694277"/>
                  </a:cubicBezTo>
                  <a:lnTo>
                    <a:pt x="599980" y="694277"/>
                  </a:lnTo>
                  <a:lnTo>
                    <a:pt x="599980" y="729901"/>
                  </a:lnTo>
                  <a:cubicBezTo>
                    <a:pt x="593979" y="732377"/>
                    <a:pt x="585407" y="734473"/>
                    <a:pt x="573881" y="734473"/>
                  </a:cubicBezTo>
                  <a:cubicBezTo>
                    <a:pt x="522161" y="734473"/>
                    <a:pt x="501587" y="710851"/>
                    <a:pt x="501587" y="667703"/>
                  </a:cubicBezTo>
                  <a:lnTo>
                    <a:pt x="501587" y="544735"/>
                  </a:lnTo>
                  <a:lnTo>
                    <a:pt x="463391" y="544735"/>
                  </a:lnTo>
                  <a:lnTo>
                    <a:pt x="463391" y="509111"/>
                  </a:lnTo>
                  <a:lnTo>
                    <a:pt x="501587" y="509111"/>
                  </a:lnTo>
                  <a:lnTo>
                    <a:pt x="501587" y="450342"/>
                  </a:lnTo>
                  <a:lnTo>
                    <a:pt x="543211" y="450342"/>
                  </a:lnTo>
                  <a:lnTo>
                    <a:pt x="543211" y="509111"/>
                  </a:lnTo>
                  <a:close/>
                  <a:moveTo>
                    <a:pt x="735521" y="734568"/>
                  </a:moveTo>
                  <a:cubicBezTo>
                    <a:pt x="670751" y="734568"/>
                    <a:pt x="626555" y="691325"/>
                    <a:pt x="626555" y="622078"/>
                  </a:cubicBezTo>
                  <a:cubicBezTo>
                    <a:pt x="626555" y="552831"/>
                    <a:pt x="667703" y="504635"/>
                    <a:pt x="727424" y="504635"/>
                  </a:cubicBezTo>
                  <a:cubicBezTo>
                    <a:pt x="787146" y="504635"/>
                    <a:pt x="819817" y="548354"/>
                    <a:pt x="819817" y="613029"/>
                  </a:cubicBezTo>
                  <a:lnTo>
                    <a:pt x="819817" y="632079"/>
                  </a:lnTo>
                  <a:lnTo>
                    <a:pt x="668179" y="632079"/>
                  </a:lnTo>
                  <a:cubicBezTo>
                    <a:pt x="672656" y="676751"/>
                    <a:pt x="701326" y="698373"/>
                    <a:pt x="740950" y="698373"/>
                  </a:cubicBezTo>
                  <a:cubicBezTo>
                    <a:pt x="765524" y="698373"/>
                    <a:pt x="783146" y="692849"/>
                    <a:pt x="802672" y="678275"/>
                  </a:cubicBezTo>
                  <a:lnTo>
                    <a:pt x="804196" y="678275"/>
                  </a:lnTo>
                  <a:lnTo>
                    <a:pt x="804196" y="714946"/>
                  </a:lnTo>
                  <a:cubicBezTo>
                    <a:pt x="786098" y="729044"/>
                    <a:pt x="762476" y="734473"/>
                    <a:pt x="735425" y="734473"/>
                  </a:cubicBezTo>
                  <a:close/>
                  <a:moveTo>
                    <a:pt x="669798" y="597980"/>
                  </a:moveTo>
                  <a:lnTo>
                    <a:pt x="779717" y="597980"/>
                  </a:lnTo>
                  <a:cubicBezTo>
                    <a:pt x="778193" y="565404"/>
                    <a:pt x="762190" y="540258"/>
                    <a:pt x="727996" y="540258"/>
                  </a:cubicBezTo>
                  <a:cubicBezTo>
                    <a:pt x="696373" y="540258"/>
                    <a:pt x="675799" y="563880"/>
                    <a:pt x="669798" y="597980"/>
                  </a:cubicBezTo>
                  <a:close/>
                  <a:moveTo>
                    <a:pt x="910781" y="543306"/>
                  </a:moveTo>
                  <a:cubicBezTo>
                    <a:pt x="920306" y="519684"/>
                    <a:pt x="941451" y="505682"/>
                    <a:pt x="965549" y="505682"/>
                  </a:cubicBezTo>
                  <a:cubicBezTo>
                    <a:pt x="975074" y="505682"/>
                    <a:pt x="983647" y="507206"/>
                    <a:pt x="987171" y="509207"/>
                  </a:cubicBezTo>
                  <a:lnTo>
                    <a:pt x="987171" y="550355"/>
                  </a:lnTo>
                  <a:lnTo>
                    <a:pt x="985647" y="550355"/>
                  </a:lnTo>
                  <a:cubicBezTo>
                    <a:pt x="979646" y="547307"/>
                    <a:pt x="969550" y="545878"/>
                    <a:pt x="959549" y="545878"/>
                  </a:cubicBezTo>
                  <a:cubicBezTo>
                    <a:pt x="936974" y="545878"/>
                    <a:pt x="917924" y="560927"/>
                    <a:pt x="910876" y="586073"/>
                  </a:cubicBezTo>
                  <a:lnTo>
                    <a:pt x="910876" y="730187"/>
                  </a:lnTo>
                  <a:lnTo>
                    <a:pt x="869252" y="730187"/>
                  </a:lnTo>
                  <a:lnTo>
                    <a:pt x="869252" y="509302"/>
                  </a:lnTo>
                  <a:lnTo>
                    <a:pt x="910876" y="509302"/>
                  </a:lnTo>
                  <a:lnTo>
                    <a:pt x="910876" y="543401"/>
                  </a:lnTo>
                  <a:close/>
                  <a:moveTo>
                    <a:pt x="1128713" y="504635"/>
                  </a:moveTo>
                  <a:cubicBezTo>
                    <a:pt x="1194530" y="504635"/>
                    <a:pt x="1229582" y="558356"/>
                    <a:pt x="1229582" y="619601"/>
                  </a:cubicBezTo>
                  <a:cubicBezTo>
                    <a:pt x="1229582" y="680847"/>
                    <a:pt x="1194435" y="734568"/>
                    <a:pt x="1128713" y="734568"/>
                  </a:cubicBezTo>
                  <a:cubicBezTo>
                    <a:pt x="1101566" y="734568"/>
                    <a:pt x="1078516" y="720471"/>
                    <a:pt x="1066991" y="705421"/>
                  </a:cubicBezTo>
                  <a:lnTo>
                    <a:pt x="1066991" y="814864"/>
                  </a:lnTo>
                  <a:lnTo>
                    <a:pt x="1025366" y="814864"/>
                  </a:lnTo>
                  <a:lnTo>
                    <a:pt x="1025366" y="509111"/>
                  </a:lnTo>
                  <a:lnTo>
                    <a:pt x="1066991" y="509111"/>
                  </a:lnTo>
                  <a:lnTo>
                    <a:pt x="1066991" y="534162"/>
                  </a:lnTo>
                  <a:cubicBezTo>
                    <a:pt x="1078516" y="518636"/>
                    <a:pt x="1101662" y="504539"/>
                    <a:pt x="1128713" y="504539"/>
                  </a:cubicBezTo>
                  <a:close/>
                  <a:moveTo>
                    <a:pt x="1121664" y="696944"/>
                  </a:moveTo>
                  <a:cubicBezTo>
                    <a:pt x="1162812" y="696944"/>
                    <a:pt x="1186910" y="664274"/>
                    <a:pt x="1186910" y="619601"/>
                  </a:cubicBezTo>
                  <a:cubicBezTo>
                    <a:pt x="1186910" y="574929"/>
                    <a:pt x="1162812" y="542258"/>
                    <a:pt x="1121664" y="542258"/>
                  </a:cubicBezTo>
                  <a:cubicBezTo>
                    <a:pt x="1099090" y="542258"/>
                    <a:pt x="1077944" y="555784"/>
                    <a:pt x="1066991" y="577406"/>
                  </a:cubicBezTo>
                  <a:lnTo>
                    <a:pt x="1066991" y="662273"/>
                  </a:lnTo>
                  <a:cubicBezTo>
                    <a:pt x="1078040" y="683800"/>
                    <a:pt x="1099090" y="696944"/>
                    <a:pt x="1121664" y="696944"/>
                  </a:cubicBezTo>
                  <a:close/>
                  <a:moveTo>
                    <a:pt x="1320451" y="543306"/>
                  </a:moveTo>
                  <a:cubicBezTo>
                    <a:pt x="1329976" y="519684"/>
                    <a:pt x="1351026" y="505682"/>
                    <a:pt x="1375220" y="505682"/>
                  </a:cubicBezTo>
                  <a:cubicBezTo>
                    <a:pt x="1384745" y="505682"/>
                    <a:pt x="1393317" y="507206"/>
                    <a:pt x="1396841" y="509207"/>
                  </a:cubicBezTo>
                  <a:lnTo>
                    <a:pt x="1396841" y="550355"/>
                  </a:lnTo>
                  <a:lnTo>
                    <a:pt x="1395317" y="550355"/>
                  </a:lnTo>
                  <a:cubicBezTo>
                    <a:pt x="1389317" y="547307"/>
                    <a:pt x="1379220" y="545878"/>
                    <a:pt x="1369219" y="545878"/>
                  </a:cubicBezTo>
                  <a:cubicBezTo>
                    <a:pt x="1346645" y="545878"/>
                    <a:pt x="1327595" y="560927"/>
                    <a:pt x="1320546" y="586073"/>
                  </a:cubicBezTo>
                  <a:lnTo>
                    <a:pt x="1320546" y="730187"/>
                  </a:lnTo>
                  <a:lnTo>
                    <a:pt x="1278922" y="730187"/>
                  </a:lnTo>
                  <a:lnTo>
                    <a:pt x="1278922" y="509302"/>
                  </a:lnTo>
                  <a:lnTo>
                    <a:pt x="1320546" y="509302"/>
                  </a:lnTo>
                  <a:lnTo>
                    <a:pt x="1320546" y="543401"/>
                  </a:lnTo>
                  <a:close/>
                  <a:moveTo>
                    <a:pt x="1457039" y="419862"/>
                  </a:moveTo>
                  <a:cubicBezTo>
                    <a:pt x="1471613" y="419862"/>
                    <a:pt x="1483614" y="431387"/>
                    <a:pt x="1483614" y="445960"/>
                  </a:cubicBezTo>
                  <a:cubicBezTo>
                    <a:pt x="1483614" y="460534"/>
                    <a:pt x="1471517" y="472059"/>
                    <a:pt x="1457039" y="472059"/>
                  </a:cubicBezTo>
                  <a:cubicBezTo>
                    <a:pt x="1442561" y="472059"/>
                    <a:pt x="1430464" y="460534"/>
                    <a:pt x="1430464" y="445960"/>
                  </a:cubicBezTo>
                  <a:cubicBezTo>
                    <a:pt x="1430464" y="431387"/>
                    <a:pt x="1443038" y="419862"/>
                    <a:pt x="1457039" y="419862"/>
                  </a:cubicBezTo>
                  <a:close/>
                  <a:moveTo>
                    <a:pt x="1436465" y="509207"/>
                  </a:moveTo>
                  <a:lnTo>
                    <a:pt x="1478185" y="509207"/>
                  </a:lnTo>
                  <a:lnTo>
                    <a:pt x="1478185" y="730091"/>
                  </a:lnTo>
                  <a:lnTo>
                    <a:pt x="1436465" y="730091"/>
                  </a:lnTo>
                  <a:lnTo>
                    <a:pt x="1436465" y="509207"/>
                  </a:lnTo>
                  <a:close/>
                  <a:moveTo>
                    <a:pt x="1626775" y="601123"/>
                  </a:moveTo>
                  <a:cubicBezTo>
                    <a:pt x="1658398" y="611124"/>
                    <a:pt x="1693545" y="624173"/>
                    <a:pt x="1693545" y="666369"/>
                  </a:cubicBezTo>
                  <a:cubicBezTo>
                    <a:pt x="1693545" y="711517"/>
                    <a:pt x="1656398" y="734663"/>
                    <a:pt x="1608677" y="734663"/>
                  </a:cubicBezTo>
                  <a:cubicBezTo>
                    <a:pt x="1579531" y="734663"/>
                    <a:pt x="1550384" y="727615"/>
                    <a:pt x="1533906" y="714566"/>
                  </a:cubicBezTo>
                  <a:lnTo>
                    <a:pt x="1533906" y="674942"/>
                  </a:lnTo>
                  <a:lnTo>
                    <a:pt x="1535906" y="674942"/>
                  </a:lnTo>
                  <a:cubicBezTo>
                    <a:pt x="1554480" y="691991"/>
                    <a:pt x="1582103" y="699516"/>
                    <a:pt x="1608201" y="699516"/>
                  </a:cubicBezTo>
                  <a:cubicBezTo>
                    <a:pt x="1631823" y="699516"/>
                    <a:pt x="1652873" y="690467"/>
                    <a:pt x="1652873" y="671417"/>
                  </a:cubicBezTo>
                  <a:cubicBezTo>
                    <a:pt x="1652873" y="652367"/>
                    <a:pt x="1635347" y="647319"/>
                    <a:pt x="1600676" y="635794"/>
                  </a:cubicBezTo>
                  <a:cubicBezTo>
                    <a:pt x="1569530" y="625793"/>
                    <a:pt x="1534954" y="614172"/>
                    <a:pt x="1534954" y="572548"/>
                  </a:cubicBezTo>
                  <a:cubicBezTo>
                    <a:pt x="1534954" y="530924"/>
                    <a:pt x="1570101" y="504730"/>
                    <a:pt x="1614773" y="504730"/>
                  </a:cubicBezTo>
                  <a:cubicBezTo>
                    <a:pt x="1640872" y="504730"/>
                    <a:pt x="1663922" y="510254"/>
                    <a:pt x="1682591" y="522827"/>
                  </a:cubicBezTo>
                  <a:lnTo>
                    <a:pt x="1682591" y="563023"/>
                  </a:lnTo>
                  <a:lnTo>
                    <a:pt x="1681067" y="563023"/>
                  </a:lnTo>
                  <a:cubicBezTo>
                    <a:pt x="1662970" y="548450"/>
                    <a:pt x="1641920" y="539972"/>
                    <a:pt x="1615821" y="539972"/>
                  </a:cubicBezTo>
                  <a:cubicBezTo>
                    <a:pt x="1589723" y="539972"/>
                    <a:pt x="1575149" y="551498"/>
                    <a:pt x="1575149" y="567119"/>
                  </a:cubicBezTo>
                  <a:cubicBezTo>
                    <a:pt x="1575149" y="584645"/>
                    <a:pt x="1591247" y="589693"/>
                    <a:pt x="1626870" y="601313"/>
                  </a:cubicBezTo>
                  <a:close/>
                  <a:moveTo>
                    <a:pt x="1838611" y="734663"/>
                  </a:moveTo>
                  <a:cubicBezTo>
                    <a:pt x="1773841" y="734663"/>
                    <a:pt x="1729645" y="691420"/>
                    <a:pt x="1729645" y="622173"/>
                  </a:cubicBezTo>
                  <a:cubicBezTo>
                    <a:pt x="1729645" y="552926"/>
                    <a:pt x="1770793" y="504730"/>
                    <a:pt x="1830514" y="504730"/>
                  </a:cubicBezTo>
                  <a:cubicBezTo>
                    <a:pt x="1890236" y="504730"/>
                    <a:pt x="1922907" y="548450"/>
                    <a:pt x="1922907" y="613124"/>
                  </a:cubicBezTo>
                  <a:lnTo>
                    <a:pt x="1922907" y="632174"/>
                  </a:lnTo>
                  <a:lnTo>
                    <a:pt x="1771269" y="632174"/>
                  </a:lnTo>
                  <a:cubicBezTo>
                    <a:pt x="1775746" y="676847"/>
                    <a:pt x="1804416" y="698468"/>
                    <a:pt x="1844040" y="698468"/>
                  </a:cubicBezTo>
                  <a:cubicBezTo>
                    <a:pt x="1868614" y="698468"/>
                    <a:pt x="1886236" y="692944"/>
                    <a:pt x="1905762" y="678371"/>
                  </a:cubicBezTo>
                  <a:lnTo>
                    <a:pt x="1907286" y="678371"/>
                  </a:lnTo>
                  <a:lnTo>
                    <a:pt x="1907286" y="715042"/>
                  </a:lnTo>
                  <a:cubicBezTo>
                    <a:pt x="1889189" y="729139"/>
                    <a:pt x="1865662" y="734568"/>
                    <a:pt x="1838516" y="734568"/>
                  </a:cubicBezTo>
                  <a:close/>
                  <a:moveTo>
                    <a:pt x="1772888" y="598075"/>
                  </a:moveTo>
                  <a:lnTo>
                    <a:pt x="1882807" y="598075"/>
                  </a:lnTo>
                  <a:cubicBezTo>
                    <a:pt x="1881283" y="565499"/>
                    <a:pt x="1865281" y="540353"/>
                    <a:pt x="1831086" y="540353"/>
                  </a:cubicBezTo>
                  <a:cubicBezTo>
                    <a:pt x="1799463" y="540353"/>
                    <a:pt x="1778889" y="563975"/>
                    <a:pt x="1772888" y="598075"/>
                  </a:cubicBezTo>
                  <a:close/>
                </a:path>
              </a:pathLst>
            </a:custGeom>
            <a:solidFill>
              <a:srgbClr val="000000"/>
            </a:solidFill>
            <a:ln w="9525" cap="flat">
              <a:noFill/>
              <a:prstDash val="solid"/>
              <a:miter/>
            </a:ln>
          </p:spPr>
          <p:txBody>
            <a:bodyPr rtlCol="0" anchor="ctr"/>
            <a:lstStyle/>
            <a:p>
              <a:endParaRPr lang="en-US" sz="1885" dirty="0"/>
            </a:p>
          </p:txBody>
        </p:sp>
      </p:grpSp>
      <p:sp>
        <p:nvSpPr>
          <p:cNvPr id="31" name="Footer Placeholder">
            <a:extLst>
              <a:ext uri="{FF2B5EF4-FFF2-40B4-BE49-F238E27FC236}">
                <a16:creationId xmlns:a16="http://schemas.microsoft.com/office/drawing/2014/main" id="{E55B74B5-3BEB-42DA-B5E3-454730B56BE9}"/>
              </a:ext>
            </a:extLst>
          </p:cNvPr>
          <p:cNvSpPr>
            <a:spLocks noGrp="1"/>
          </p:cNvSpPr>
          <p:nvPr>
            <p:ph type="ftr" sz="quarter" idx="14"/>
          </p:nvPr>
        </p:nvSpPr>
        <p:spPr>
          <a:xfrm>
            <a:off x="348896" y="7335654"/>
            <a:ext cx="8977392" cy="493897"/>
          </a:xfrm>
        </p:spPr>
        <p:txBody>
          <a:bodyPr/>
          <a:lstStyle>
            <a:lvl1pPr algn="l">
              <a:defRPr>
                <a:latin typeface="+mn-lt"/>
              </a:defRPr>
            </a:lvl1pPr>
          </a:lstStyle>
          <a:p>
            <a:r>
              <a:rPr lang="en-US"/>
              <a:t>Confidential | Authorized</a:t>
            </a:r>
            <a:endParaRPr lang="en-US" dirty="0"/>
          </a:p>
        </p:txBody>
      </p:sp>
      <p:sp>
        <p:nvSpPr>
          <p:cNvPr id="36" name="Picture Placeholder 1">
            <a:extLst>
              <a:ext uri="{FF2B5EF4-FFF2-40B4-BE49-F238E27FC236}">
                <a16:creationId xmlns:a16="http://schemas.microsoft.com/office/drawing/2014/main" id="{43EF0986-5B26-4AE5-96BE-589FB0B4DAD6}"/>
              </a:ext>
            </a:extLst>
          </p:cNvPr>
          <p:cNvSpPr>
            <a:spLocks noGrp="1"/>
          </p:cNvSpPr>
          <p:nvPr>
            <p:ph type="pic" sz="quarter" idx="21" hasCustomPrompt="1"/>
          </p:nvPr>
        </p:nvSpPr>
        <p:spPr>
          <a:xfrm>
            <a:off x="9738359" y="4498848"/>
            <a:ext cx="2446934" cy="1865376"/>
          </a:xfrm>
        </p:spPr>
        <p:txBody>
          <a:bodyPr anchor="ctr">
            <a:normAutofit/>
          </a:bodyPr>
          <a:lstStyle>
            <a:lvl1pPr marL="0" indent="0" algn="ctr">
              <a:buNone/>
              <a:defRPr sz="1440">
                <a:latin typeface="+mn-lt"/>
              </a:defRPr>
            </a:lvl1pPr>
          </a:lstStyle>
          <a:p>
            <a:r>
              <a:rPr lang="en-US" dirty="0"/>
              <a:t>Click to add picture</a:t>
            </a:r>
          </a:p>
        </p:txBody>
      </p:sp>
      <p:sp>
        <p:nvSpPr>
          <p:cNvPr id="37" name="Picture Placeholder 1">
            <a:extLst>
              <a:ext uri="{FF2B5EF4-FFF2-40B4-BE49-F238E27FC236}">
                <a16:creationId xmlns:a16="http://schemas.microsoft.com/office/drawing/2014/main" id="{61617276-D740-408E-A27F-6908B23FFFA8}"/>
              </a:ext>
            </a:extLst>
          </p:cNvPr>
          <p:cNvSpPr>
            <a:spLocks noGrp="1"/>
          </p:cNvSpPr>
          <p:nvPr>
            <p:ph type="pic" sz="quarter" idx="22" hasCustomPrompt="1"/>
          </p:nvPr>
        </p:nvSpPr>
        <p:spPr>
          <a:xfrm>
            <a:off x="9738359" y="6364224"/>
            <a:ext cx="2446934" cy="1865376"/>
          </a:xfrm>
        </p:spPr>
        <p:txBody>
          <a:bodyPr anchor="ctr">
            <a:normAutofit/>
          </a:bodyPr>
          <a:lstStyle>
            <a:lvl1pPr marL="0" indent="0" algn="ctr">
              <a:buNone/>
              <a:defRPr sz="1440">
                <a:latin typeface="+mn-lt"/>
              </a:defRPr>
            </a:lvl1pPr>
          </a:lstStyle>
          <a:p>
            <a:r>
              <a:rPr lang="en-US" dirty="0"/>
              <a:t>Click to add picture</a:t>
            </a:r>
          </a:p>
        </p:txBody>
      </p:sp>
    </p:spTree>
    <p:extLst>
      <p:ext uri="{BB962C8B-B14F-4D97-AF65-F5344CB8AC3E}">
        <p14:creationId xmlns:p14="http://schemas.microsoft.com/office/powerpoint/2010/main" val="2868871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17" name="Date"/>
          <p:cNvSpPr>
            <a:spLocks noGrp="1"/>
          </p:cNvSpPr>
          <p:nvPr>
            <p:ph type="body" sz="quarter" idx="13" hasCustomPrompt="1"/>
          </p:nvPr>
        </p:nvSpPr>
        <p:spPr>
          <a:xfrm>
            <a:off x="348898" y="5493582"/>
            <a:ext cx="6587495" cy="407057"/>
          </a:xfrm>
        </p:spPr>
        <p:txBody>
          <a:bodyPr lIns="91440" tIns="91440" rIns="91440" bIns="91440">
            <a:noAutofit/>
          </a:bodyPr>
          <a:lstStyle>
            <a:lvl1pPr marL="0" indent="0">
              <a:spcBef>
                <a:spcPts val="0"/>
              </a:spcBef>
              <a:buNone/>
              <a:defRPr sz="2437" baseline="0">
                <a:solidFill>
                  <a:schemeClr val="tx1"/>
                </a:solidFill>
                <a:latin typeface="+mn-lt"/>
              </a:defRPr>
            </a:lvl1pPr>
            <a:lvl2pPr marL="0" indent="0">
              <a:spcBef>
                <a:spcPts val="0"/>
              </a:spcBef>
              <a:buNone/>
              <a:defRPr sz="2658"/>
            </a:lvl2pPr>
            <a:lvl3pPr marL="0" indent="0">
              <a:spcBef>
                <a:spcPts val="0"/>
              </a:spcBef>
              <a:buNone/>
              <a:defRPr sz="2658"/>
            </a:lvl3pPr>
            <a:lvl4pPr marL="0" indent="0">
              <a:spcBef>
                <a:spcPts val="0"/>
              </a:spcBef>
              <a:buNone/>
              <a:defRPr sz="2658"/>
            </a:lvl4pPr>
            <a:lvl5pPr marL="0" indent="0">
              <a:spcBef>
                <a:spcPts val="0"/>
              </a:spcBef>
              <a:buNone/>
              <a:defRPr sz="2658"/>
            </a:lvl5pPr>
            <a:lvl6pPr marL="0" indent="0">
              <a:spcBef>
                <a:spcPts val="0"/>
              </a:spcBef>
              <a:buNone/>
              <a:defRPr sz="2658"/>
            </a:lvl6pPr>
            <a:lvl7pPr marL="0" indent="0">
              <a:spcBef>
                <a:spcPts val="0"/>
              </a:spcBef>
              <a:buNone/>
              <a:defRPr sz="2658"/>
            </a:lvl7pPr>
            <a:lvl8pPr marL="0" indent="0">
              <a:spcBef>
                <a:spcPts val="0"/>
              </a:spcBef>
              <a:buNone/>
              <a:defRPr sz="2658"/>
            </a:lvl8pPr>
            <a:lvl9pPr marL="0" indent="0">
              <a:spcBef>
                <a:spcPts val="0"/>
              </a:spcBef>
              <a:buNone/>
              <a:defRPr sz="2658"/>
            </a:lvl9pPr>
          </a:lstStyle>
          <a:p>
            <a:pPr lvl="0"/>
            <a:r>
              <a:rPr lang="en-US" dirty="0"/>
              <a:t>Month day, year</a:t>
            </a:r>
          </a:p>
        </p:txBody>
      </p:sp>
      <p:sp>
        <p:nvSpPr>
          <p:cNvPr id="16" name="Subtitle"/>
          <p:cNvSpPr>
            <a:spLocks noGrp="1"/>
          </p:cNvSpPr>
          <p:nvPr>
            <p:ph type="subTitle" idx="1" hasCustomPrompt="1"/>
          </p:nvPr>
        </p:nvSpPr>
        <p:spPr>
          <a:xfrm>
            <a:off x="348896" y="4959706"/>
            <a:ext cx="9875520" cy="526694"/>
          </a:xfrm>
        </p:spPr>
        <p:txBody>
          <a:bodyPr lIns="91440" tIns="91440" rIns="91440" bIns="91440">
            <a:noAutofit/>
          </a:bodyPr>
          <a:lstStyle>
            <a:lvl1pPr marL="0" indent="0" algn="l">
              <a:spcBef>
                <a:spcPts val="0"/>
              </a:spcBef>
              <a:buNone/>
              <a:defRPr sz="3545">
                <a:solidFill>
                  <a:schemeClr val="tx1"/>
                </a:solidFill>
                <a:latin typeface="+mn-lt"/>
              </a:defRPr>
            </a:lvl1pPr>
            <a:lvl2pPr marL="506429" indent="0" algn="ctr">
              <a:buNone/>
              <a:defRPr sz="2215"/>
            </a:lvl2pPr>
            <a:lvl3pPr marL="1012859" indent="0" algn="ctr">
              <a:buNone/>
              <a:defRPr sz="1994"/>
            </a:lvl3pPr>
            <a:lvl4pPr marL="1519288" indent="0" algn="ctr">
              <a:buNone/>
              <a:defRPr sz="1772"/>
            </a:lvl4pPr>
            <a:lvl5pPr marL="2025718" indent="0" algn="ctr">
              <a:buNone/>
              <a:defRPr sz="1772"/>
            </a:lvl5pPr>
            <a:lvl6pPr marL="2532146" indent="0" algn="ctr">
              <a:buNone/>
              <a:defRPr sz="1772"/>
            </a:lvl6pPr>
            <a:lvl7pPr marL="3038576" indent="0" algn="ctr">
              <a:buNone/>
              <a:defRPr sz="1772"/>
            </a:lvl7pPr>
            <a:lvl8pPr marL="3545005" indent="0" algn="ctr">
              <a:buNone/>
              <a:defRPr sz="1772"/>
            </a:lvl8pPr>
            <a:lvl9pPr marL="4051434" indent="0" algn="ctr">
              <a:buNone/>
              <a:defRPr sz="1772"/>
            </a:lvl9pPr>
          </a:lstStyle>
          <a:p>
            <a:r>
              <a:rPr lang="en-US" dirty="0"/>
              <a:t>Speaker name and title</a:t>
            </a:r>
          </a:p>
        </p:txBody>
      </p:sp>
      <p:sp>
        <p:nvSpPr>
          <p:cNvPr id="18" name="Bar"/>
          <p:cNvSpPr/>
          <p:nvPr/>
        </p:nvSpPr>
        <p:spPr>
          <a:xfrm>
            <a:off x="455579" y="4669150"/>
            <a:ext cx="636340"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15" name="Title"/>
          <p:cNvSpPr>
            <a:spLocks noGrp="1"/>
          </p:cNvSpPr>
          <p:nvPr>
            <p:ph type="title" hasCustomPrompt="1"/>
          </p:nvPr>
        </p:nvSpPr>
        <p:spPr>
          <a:xfrm>
            <a:off x="348898" y="2243036"/>
            <a:ext cx="13708267" cy="2286000"/>
          </a:xfrm>
        </p:spPr>
        <p:txBody>
          <a:bodyPr lIns="91440" tIns="91440" rIns="91440" bIns="91440" anchor="b"/>
          <a:lstStyle>
            <a:lvl1pPr>
              <a:lnSpc>
                <a:spcPct val="80000"/>
              </a:lnSpc>
              <a:defRPr sz="4874">
                <a:solidFill>
                  <a:schemeClr val="tx1"/>
                </a:solidFill>
              </a:defRPr>
            </a:lvl1pPr>
          </a:lstStyle>
          <a:p>
            <a:r>
              <a:rPr lang="en-US" dirty="0"/>
              <a:t>Click to edit</a:t>
            </a:r>
            <a:br>
              <a:rPr lang="en-US" dirty="0"/>
            </a:br>
            <a:r>
              <a:rPr lang="en-US" dirty="0"/>
              <a:t>master title style</a:t>
            </a:r>
          </a:p>
        </p:txBody>
      </p:sp>
      <p:sp>
        <p:nvSpPr>
          <p:cNvPr id="2" name="Footer Placeholder">
            <a:extLst>
              <a:ext uri="{FF2B5EF4-FFF2-40B4-BE49-F238E27FC236}">
                <a16:creationId xmlns:a16="http://schemas.microsoft.com/office/drawing/2014/main" id="{087376D2-6A59-4BA9-8EA0-2ACD180817BE}"/>
              </a:ext>
            </a:extLst>
          </p:cNvPr>
          <p:cNvSpPr>
            <a:spLocks noGrp="1"/>
          </p:cNvSpPr>
          <p:nvPr>
            <p:ph type="ftr" sz="quarter" idx="14"/>
          </p:nvPr>
        </p:nvSpPr>
        <p:spPr>
          <a:xfrm>
            <a:off x="5249665" y="7355209"/>
            <a:ext cx="8977393" cy="493897"/>
          </a:xfrm>
        </p:spPr>
        <p:txBody>
          <a:bodyPr/>
          <a:lstStyle>
            <a:lvl1pPr>
              <a:defRPr>
                <a:latin typeface="+mn-lt"/>
              </a:defRPr>
            </a:lvl1pPr>
          </a:lstStyle>
          <a:p>
            <a:r>
              <a:rPr lang="en-US"/>
              <a:t>Confidential | For Training Purposes Only</a:t>
            </a:r>
            <a:endParaRPr lang="en-US" dirty="0"/>
          </a:p>
        </p:txBody>
      </p:sp>
      <p:grpSp>
        <p:nvGrpSpPr>
          <p:cNvPr id="13" name="Logo">
            <a:extLst>
              <a:ext uri="{FF2B5EF4-FFF2-40B4-BE49-F238E27FC236}">
                <a16:creationId xmlns:a16="http://schemas.microsoft.com/office/drawing/2014/main" id="{C7CA71CE-C053-471F-9DCA-CD481E01A6E9}"/>
              </a:ext>
            </a:extLst>
          </p:cNvPr>
          <p:cNvGrpSpPr>
            <a:grpSpLocks noChangeAspect="1"/>
          </p:cNvGrpSpPr>
          <p:nvPr/>
        </p:nvGrpSpPr>
        <p:grpSpPr>
          <a:xfrm>
            <a:off x="472229" y="458350"/>
            <a:ext cx="2662495" cy="1072511"/>
            <a:chOff x="393523" y="381956"/>
            <a:chExt cx="2218745" cy="893759"/>
          </a:xfrm>
        </p:grpSpPr>
        <p:sp>
          <p:nvSpPr>
            <p:cNvPr id="14" name="Element">
              <a:extLst>
                <a:ext uri="{FF2B5EF4-FFF2-40B4-BE49-F238E27FC236}">
                  <a16:creationId xmlns:a16="http://schemas.microsoft.com/office/drawing/2014/main" id="{E3099459-FF93-42DF-AF0B-9F971EEC0212}"/>
                </a:ext>
              </a:extLst>
            </p:cNvPr>
            <p:cNvSpPr>
              <a:spLocks noEditPoints="1"/>
            </p:cNvSpPr>
            <p:nvPr/>
          </p:nvSpPr>
          <p:spPr bwMode="auto">
            <a:xfrm>
              <a:off x="393523" y="381956"/>
              <a:ext cx="759854" cy="211008"/>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1A982"/>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94" dirty="0">
                <a:latin typeface="MetricHPE Black" panose="020B0A03030202060203" pitchFamily="34" charset="0"/>
              </a:endParaRPr>
            </a:p>
          </p:txBody>
        </p:sp>
        <p:sp>
          <p:nvSpPr>
            <p:cNvPr id="20" name="Wordmark">
              <a:extLst>
                <a:ext uri="{FF2B5EF4-FFF2-40B4-BE49-F238E27FC236}">
                  <a16:creationId xmlns:a16="http://schemas.microsoft.com/office/drawing/2014/main" id="{75AF4DC2-08D7-4947-BE56-AB476704954E}"/>
                </a:ext>
              </a:extLst>
            </p:cNvPr>
            <p:cNvSpPr>
              <a:spLocks noEditPoints="1"/>
            </p:cNvSpPr>
            <p:nvPr/>
          </p:nvSpPr>
          <p:spPr bwMode="auto">
            <a:xfrm>
              <a:off x="393523" y="730052"/>
              <a:ext cx="2218745" cy="545663"/>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94" dirty="0">
                <a:latin typeface="MetricHPE Black" panose="020B0A03030202060203" pitchFamily="34" charset="0"/>
              </a:endParaRPr>
            </a:p>
          </p:txBody>
        </p:sp>
      </p:grpSp>
    </p:spTree>
    <p:custDataLst>
      <p:tags r:id="rId1"/>
    </p:custDataLst>
    <p:extLst>
      <p:ext uri="{BB962C8B-B14F-4D97-AF65-F5344CB8AC3E}">
        <p14:creationId xmlns:p14="http://schemas.microsoft.com/office/powerpoint/2010/main" val="2897274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p:cSld name="Title Slide with copyright">
    <p:spTree>
      <p:nvGrpSpPr>
        <p:cNvPr id="1" name=""/>
        <p:cNvGrpSpPr/>
        <p:nvPr/>
      </p:nvGrpSpPr>
      <p:grpSpPr>
        <a:xfrm>
          <a:off x="0" y="0"/>
          <a:ext cx="0" cy="0"/>
          <a:chOff x="0" y="0"/>
          <a:chExt cx="0" cy="0"/>
        </a:xfrm>
      </p:grpSpPr>
      <p:sp>
        <p:nvSpPr>
          <p:cNvPr id="17" name="Date"/>
          <p:cNvSpPr>
            <a:spLocks noGrp="1"/>
          </p:cNvSpPr>
          <p:nvPr>
            <p:ph type="body" sz="quarter" idx="13" hasCustomPrompt="1"/>
          </p:nvPr>
        </p:nvSpPr>
        <p:spPr>
          <a:xfrm>
            <a:off x="348898" y="5493582"/>
            <a:ext cx="6587495" cy="407057"/>
          </a:xfrm>
        </p:spPr>
        <p:txBody>
          <a:bodyPr lIns="91440" tIns="91440" rIns="91440" bIns="91440">
            <a:noAutofit/>
          </a:bodyPr>
          <a:lstStyle>
            <a:lvl1pPr marL="0" indent="0">
              <a:spcBef>
                <a:spcPts val="0"/>
              </a:spcBef>
              <a:buNone/>
              <a:defRPr sz="2437" baseline="0">
                <a:solidFill>
                  <a:schemeClr val="tx1"/>
                </a:solidFill>
                <a:latin typeface="+mn-lt"/>
              </a:defRPr>
            </a:lvl1pPr>
            <a:lvl2pPr marL="0" indent="0">
              <a:spcBef>
                <a:spcPts val="0"/>
              </a:spcBef>
              <a:buNone/>
              <a:defRPr sz="2658"/>
            </a:lvl2pPr>
            <a:lvl3pPr marL="0" indent="0">
              <a:spcBef>
                <a:spcPts val="0"/>
              </a:spcBef>
              <a:buNone/>
              <a:defRPr sz="2658"/>
            </a:lvl3pPr>
            <a:lvl4pPr marL="0" indent="0">
              <a:spcBef>
                <a:spcPts val="0"/>
              </a:spcBef>
              <a:buNone/>
              <a:defRPr sz="2658"/>
            </a:lvl4pPr>
            <a:lvl5pPr marL="0" indent="0">
              <a:spcBef>
                <a:spcPts val="0"/>
              </a:spcBef>
              <a:buNone/>
              <a:defRPr sz="2658"/>
            </a:lvl5pPr>
            <a:lvl6pPr marL="0" indent="0">
              <a:spcBef>
                <a:spcPts val="0"/>
              </a:spcBef>
              <a:buNone/>
              <a:defRPr sz="2658"/>
            </a:lvl6pPr>
            <a:lvl7pPr marL="0" indent="0">
              <a:spcBef>
                <a:spcPts val="0"/>
              </a:spcBef>
              <a:buNone/>
              <a:defRPr sz="2658"/>
            </a:lvl7pPr>
            <a:lvl8pPr marL="0" indent="0">
              <a:spcBef>
                <a:spcPts val="0"/>
              </a:spcBef>
              <a:buNone/>
              <a:defRPr sz="2658"/>
            </a:lvl8pPr>
            <a:lvl9pPr marL="0" indent="0">
              <a:spcBef>
                <a:spcPts val="0"/>
              </a:spcBef>
              <a:buNone/>
              <a:defRPr sz="2658"/>
            </a:lvl9pPr>
          </a:lstStyle>
          <a:p>
            <a:pPr lvl="0"/>
            <a:r>
              <a:rPr lang="en-US" dirty="0"/>
              <a:t>Month day, year</a:t>
            </a:r>
          </a:p>
        </p:txBody>
      </p:sp>
      <p:sp>
        <p:nvSpPr>
          <p:cNvPr id="16" name="Subtitle"/>
          <p:cNvSpPr>
            <a:spLocks noGrp="1"/>
          </p:cNvSpPr>
          <p:nvPr>
            <p:ph type="subTitle" idx="1" hasCustomPrompt="1"/>
          </p:nvPr>
        </p:nvSpPr>
        <p:spPr>
          <a:xfrm>
            <a:off x="348896" y="4959706"/>
            <a:ext cx="9875520" cy="526694"/>
          </a:xfrm>
        </p:spPr>
        <p:txBody>
          <a:bodyPr lIns="91440" tIns="91440" rIns="91440" bIns="91440">
            <a:noAutofit/>
          </a:bodyPr>
          <a:lstStyle>
            <a:lvl1pPr marL="0" indent="0" algn="l">
              <a:spcBef>
                <a:spcPts val="0"/>
              </a:spcBef>
              <a:buNone/>
              <a:defRPr sz="3545">
                <a:solidFill>
                  <a:schemeClr val="tx1"/>
                </a:solidFill>
                <a:latin typeface="+mn-lt"/>
              </a:defRPr>
            </a:lvl1pPr>
            <a:lvl2pPr marL="506429" indent="0" algn="ctr">
              <a:buNone/>
              <a:defRPr sz="2215"/>
            </a:lvl2pPr>
            <a:lvl3pPr marL="1012859" indent="0" algn="ctr">
              <a:buNone/>
              <a:defRPr sz="1994"/>
            </a:lvl3pPr>
            <a:lvl4pPr marL="1519288" indent="0" algn="ctr">
              <a:buNone/>
              <a:defRPr sz="1772"/>
            </a:lvl4pPr>
            <a:lvl5pPr marL="2025718" indent="0" algn="ctr">
              <a:buNone/>
              <a:defRPr sz="1772"/>
            </a:lvl5pPr>
            <a:lvl6pPr marL="2532146" indent="0" algn="ctr">
              <a:buNone/>
              <a:defRPr sz="1772"/>
            </a:lvl6pPr>
            <a:lvl7pPr marL="3038576" indent="0" algn="ctr">
              <a:buNone/>
              <a:defRPr sz="1772"/>
            </a:lvl7pPr>
            <a:lvl8pPr marL="3545005" indent="0" algn="ctr">
              <a:buNone/>
              <a:defRPr sz="1772"/>
            </a:lvl8pPr>
            <a:lvl9pPr marL="4051434" indent="0" algn="ctr">
              <a:buNone/>
              <a:defRPr sz="1772"/>
            </a:lvl9pPr>
          </a:lstStyle>
          <a:p>
            <a:r>
              <a:rPr lang="en-US" dirty="0"/>
              <a:t>Speaker name and title</a:t>
            </a:r>
          </a:p>
        </p:txBody>
      </p:sp>
      <p:sp>
        <p:nvSpPr>
          <p:cNvPr id="18" name="Bar"/>
          <p:cNvSpPr/>
          <p:nvPr/>
        </p:nvSpPr>
        <p:spPr>
          <a:xfrm>
            <a:off x="455579" y="4669150"/>
            <a:ext cx="636340"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15" name="Title"/>
          <p:cNvSpPr>
            <a:spLocks noGrp="1"/>
          </p:cNvSpPr>
          <p:nvPr>
            <p:ph type="title" hasCustomPrompt="1"/>
          </p:nvPr>
        </p:nvSpPr>
        <p:spPr>
          <a:xfrm>
            <a:off x="348898" y="2243036"/>
            <a:ext cx="13708267" cy="2286000"/>
          </a:xfrm>
        </p:spPr>
        <p:txBody>
          <a:bodyPr lIns="91440" tIns="91440" rIns="91440" bIns="91440" anchor="b"/>
          <a:lstStyle>
            <a:lvl1pPr>
              <a:lnSpc>
                <a:spcPct val="80000"/>
              </a:lnSpc>
              <a:defRPr sz="4874">
                <a:solidFill>
                  <a:schemeClr val="tx1"/>
                </a:solidFill>
              </a:defRPr>
            </a:lvl1pPr>
          </a:lstStyle>
          <a:p>
            <a:r>
              <a:rPr lang="en-US" dirty="0"/>
              <a:t>Click to edit</a:t>
            </a:r>
            <a:br>
              <a:rPr lang="en-US" dirty="0"/>
            </a:br>
            <a:r>
              <a:rPr lang="en-US" dirty="0"/>
              <a:t>master title style</a:t>
            </a:r>
          </a:p>
        </p:txBody>
      </p:sp>
      <p:grpSp>
        <p:nvGrpSpPr>
          <p:cNvPr id="13" name="Logo">
            <a:extLst>
              <a:ext uri="{FF2B5EF4-FFF2-40B4-BE49-F238E27FC236}">
                <a16:creationId xmlns:a16="http://schemas.microsoft.com/office/drawing/2014/main" id="{C7CA71CE-C053-471F-9DCA-CD481E01A6E9}"/>
              </a:ext>
            </a:extLst>
          </p:cNvPr>
          <p:cNvGrpSpPr>
            <a:grpSpLocks noChangeAspect="1"/>
          </p:cNvGrpSpPr>
          <p:nvPr/>
        </p:nvGrpSpPr>
        <p:grpSpPr>
          <a:xfrm>
            <a:off x="472229" y="458350"/>
            <a:ext cx="2662495" cy="1072511"/>
            <a:chOff x="393523" y="381956"/>
            <a:chExt cx="2218745" cy="893759"/>
          </a:xfrm>
        </p:grpSpPr>
        <p:sp>
          <p:nvSpPr>
            <p:cNvPr id="14" name="Element">
              <a:extLst>
                <a:ext uri="{FF2B5EF4-FFF2-40B4-BE49-F238E27FC236}">
                  <a16:creationId xmlns:a16="http://schemas.microsoft.com/office/drawing/2014/main" id="{E3099459-FF93-42DF-AF0B-9F971EEC0212}"/>
                </a:ext>
              </a:extLst>
            </p:cNvPr>
            <p:cNvSpPr>
              <a:spLocks noEditPoints="1"/>
            </p:cNvSpPr>
            <p:nvPr/>
          </p:nvSpPr>
          <p:spPr bwMode="auto">
            <a:xfrm>
              <a:off x="393523" y="381956"/>
              <a:ext cx="759854" cy="211008"/>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1A982"/>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94" dirty="0">
                <a:latin typeface="MetricHPE Black" panose="020B0A03030202060203" pitchFamily="34" charset="0"/>
              </a:endParaRPr>
            </a:p>
          </p:txBody>
        </p:sp>
        <p:sp>
          <p:nvSpPr>
            <p:cNvPr id="20" name="Wordmark">
              <a:extLst>
                <a:ext uri="{FF2B5EF4-FFF2-40B4-BE49-F238E27FC236}">
                  <a16:creationId xmlns:a16="http://schemas.microsoft.com/office/drawing/2014/main" id="{75AF4DC2-08D7-4947-BE56-AB476704954E}"/>
                </a:ext>
              </a:extLst>
            </p:cNvPr>
            <p:cNvSpPr>
              <a:spLocks noEditPoints="1"/>
            </p:cNvSpPr>
            <p:nvPr/>
          </p:nvSpPr>
          <p:spPr bwMode="auto">
            <a:xfrm>
              <a:off x="393523" y="730052"/>
              <a:ext cx="2218745" cy="545663"/>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chemeClr val="tx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94" dirty="0">
                <a:latin typeface="MetricHPE Black" panose="020B0A03030202060203" pitchFamily="34" charset="0"/>
              </a:endParaRPr>
            </a:p>
          </p:txBody>
        </p:sp>
      </p:grpSp>
      <p:sp>
        <p:nvSpPr>
          <p:cNvPr id="3" name="Footer Placeholder">
            <a:extLst>
              <a:ext uri="{FF2B5EF4-FFF2-40B4-BE49-F238E27FC236}">
                <a16:creationId xmlns:a16="http://schemas.microsoft.com/office/drawing/2014/main" id="{FACB0B34-1355-D196-9EA7-2654D036FB6C}"/>
              </a:ext>
            </a:extLst>
          </p:cNvPr>
          <p:cNvSpPr txBox="1">
            <a:spLocks/>
          </p:cNvSpPr>
          <p:nvPr/>
        </p:nvSpPr>
        <p:spPr>
          <a:xfrm>
            <a:off x="5249665" y="7108260"/>
            <a:ext cx="8977393" cy="493897"/>
          </a:xfrm>
          <a:prstGeom prst="rect">
            <a:avLst/>
          </a:prstGeom>
        </p:spPr>
        <p:txBody>
          <a:bodyPr vert="horz" lIns="99692" tIns="0" rIns="99692" bIns="0" rtlCol="0" anchor="b"/>
          <a:lstStyle>
            <a:defPPr>
              <a:defRPr lang="en-US"/>
            </a:defPPr>
            <a:lvl1pPr marL="0" algn="r" defTabSz="914400" rtl="0" eaLnBrk="1" latinLnBrk="0" hangingPunct="1">
              <a:lnSpc>
                <a:spcPct val="90000"/>
              </a:lnSpc>
              <a:defRPr sz="1200" kern="1200" cap="none" baseline="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330"/>
              <a:t>Confidential | For Training Purposes Only</a:t>
            </a:r>
            <a:endParaRPr lang="en-US" sz="1330" dirty="0"/>
          </a:p>
        </p:txBody>
      </p:sp>
      <p:sp>
        <p:nvSpPr>
          <p:cNvPr id="4" name="TextBox 3">
            <a:extLst>
              <a:ext uri="{FF2B5EF4-FFF2-40B4-BE49-F238E27FC236}">
                <a16:creationId xmlns:a16="http://schemas.microsoft.com/office/drawing/2014/main" id="{85D6D151-6F45-5D70-F242-F6B67B8B13FB}"/>
              </a:ext>
            </a:extLst>
          </p:cNvPr>
          <p:cNvSpPr txBox="1"/>
          <p:nvPr/>
        </p:nvSpPr>
        <p:spPr>
          <a:xfrm>
            <a:off x="9738360" y="7602154"/>
            <a:ext cx="4488696" cy="297004"/>
          </a:xfrm>
          <a:prstGeom prst="rect">
            <a:avLst/>
          </a:prstGeom>
          <a:noFill/>
          <a:ln w="57150">
            <a:noFill/>
            <a:miter lim="800000"/>
          </a:ln>
        </p:spPr>
        <p:txBody>
          <a:bodyPr wrap="square">
            <a:spAutoFit/>
          </a:bodyPr>
          <a:lstStyle/>
          <a:p>
            <a:pPr algn="r"/>
            <a:r>
              <a:rPr lang="en-US" sz="1330" dirty="0">
                <a:effectLst/>
                <a:latin typeface="+mj-lt"/>
                <a:ea typeface="Times New Roman" panose="02020603050405020304" pitchFamily="18" charset="0"/>
                <a:cs typeface="Times New Roman" panose="02020603050405020304" pitchFamily="18" charset="0"/>
              </a:rPr>
              <a:t>© </a:t>
            </a:r>
            <a:fld id="{DA3777BF-A1C6-4F92-A9EA-7320C98A4638}" type="datetimeyyyy">
              <a:rPr lang="en-US" sz="1330" smtClean="0">
                <a:effectLst/>
                <a:latin typeface="+mj-lt"/>
                <a:ea typeface="Times New Roman" panose="02020603050405020304" pitchFamily="18" charset="0"/>
                <a:cs typeface="Times New Roman" panose="02020603050405020304" pitchFamily="18" charset="0"/>
              </a:rPr>
              <a:pPr algn="r"/>
              <a:t>2025</a:t>
            </a:fld>
            <a:r>
              <a:rPr lang="en-US" sz="1330" dirty="0">
                <a:effectLst/>
                <a:latin typeface="+mj-lt"/>
                <a:ea typeface="Times New Roman" panose="02020603050405020304" pitchFamily="18" charset="0"/>
                <a:cs typeface="Times New Roman" panose="02020603050405020304" pitchFamily="18" charset="0"/>
              </a:rPr>
              <a:t> Hewlett Packard Enterprise Development LP</a:t>
            </a:r>
          </a:p>
        </p:txBody>
      </p:sp>
    </p:spTree>
    <p:custDataLst>
      <p:tags r:id="rId1"/>
    </p:custDataLst>
    <p:extLst>
      <p:ext uri="{BB962C8B-B14F-4D97-AF65-F5344CB8AC3E}">
        <p14:creationId xmlns:p14="http://schemas.microsoft.com/office/powerpoint/2010/main" val="2754644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p:cSld name="Title Slide with Dark Picture">
    <p:bg>
      <p:bgPr>
        <a:solidFill>
          <a:schemeClr val="tx1"/>
        </a:solidFill>
        <a:effectLst/>
      </p:bgPr>
    </p:bg>
    <p:spTree>
      <p:nvGrpSpPr>
        <p:cNvPr id="1" name=""/>
        <p:cNvGrpSpPr/>
        <p:nvPr/>
      </p:nvGrpSpPr>
      <p:grpSpPr>
        <a:xfrm>
          <a:off x="0" y="0"/>
          <a:ext cx="0" cy="0"/>
          <a:chOff x="0" y="0"/>
          <a:chExt cx="0" cy="0"/>
        </a:xfrm>
      </p:grpSpPr>
      <p:sp>
        <p:nvSpPr>
          <p:cNvPr id="17" name="Date"/>
          <p:cNvSpPr>
            <a:spLocks noGrp="1"/>
          </p:cNvSpPr>
          <p:nvPr>
            <p:ph type="body" sz="quarter" idx="13" hasCustomPrompt="1"/>
          </p:nvPr>
        </p:nvSpPr>
        <p:spPr>
          <a:xfrm>
            <a:off x="341278" y="5493582"/>
            <a:ext cx="6587495" cy="407057"/>
          </a:xfrm>
        </p:spPr>
        <p:txBody>
          <a:bodyPr lIns="91440" tIns="91440" rIns="91440" bIns="91440">
            <a:noAutofit/>
          </a:bodyPr>
          <a:lstStyle>
            <a:lvl1pPr marL="0" indent="0">
              <a:spcBef>
                <a:spcPts val="0"/>
              </a:spcBef>
              <a:buNone/>
              <a:defRPr sz="2437" baseline="0">
                <a:solidFill>
                  <a:schemeClr val="bg1"/>
                </a:solidFill>
                <a:latin typeface="+mn-lt"/>
              </a:defRPr>
            </a:lvl1pPr>
            <a:lvl2pPr marL="0" indent="0">
              <a:spcBef>
                <a:spcPts val="0"/>
              </a:spcBef>
              <a:buNone/>
              <a:defRPr sz="2658"/>
            </a:lvl2pPr>
            <a:lvl3pPr marL="0" indent="0">
              <a:spcBef>
                <a:spcPts val="0"/>
              </a:spcBef>
              <a:buNone/>
              <a:defRPr sz="2658"/>
            </a:lvl3pPr>
            <a:lvl4pPr marL="0" indent="0">
              <a:spcBef>
                <a:spcPts val="0"/>
              </a:spcBef>
              <a:buNone/>
              <a:defRPr sz="2658"/>
            </a:lvl4pPr>
            <a:lvl5pPr marL="0" indent="0">
              <a:spcBef>
                <a:spcPts val="0"/>
              </a:spcBef>
              <a:buNone/>
              <a:defRPr sz="2658"/>
            </a:lvl5pPr>
            <a:lvl6pPr marL="0" indent="0">
              <a:spcBef>
                <a:spcPts val="0"/>
              </a:spcBef>
              <a:buNone/>
              <a:defRPr sz="2658"/>
            </a:lvl6pPr>
            <a:lvl7pPr marL="0" indent="0">
              <a:spcBef>
                <a:spcPts val="0"/>
              </a:spcBef>
              <a:buNone/>
              <a:defRPr sz="2658"/>
            </a:lvl7pPr>
            <a:lvl8pPr marL="0" indent="0">
              <a:spcBef>
                <a:spcPts val="0"/>
              </a:spcBef>
              <a:buNone/>
              <a:defRPr sz="2658"/>
            </a:lvl8pPr>
            <a:lvl9pPr marL="0" indent="0">
              <a:spcBef>
                <a:spcPts val="0"/>
              </a:spcBef>
              <a:buNone/>
              <a:defRPr sz="2658"/>
            </a:lvl9pPr>
          </a:lstStyle>
          <a:p>
            <a:pPr lvl="0"/>
            <a:r>
              <a:rPr lang="en-US" dirty="0"/>
              <a:t>Month day, year</a:t>
            </a:r>
          </a:p>
        </p:txBody>
      </p:sp>
      <p:sp>
        <p:nvSpPr>
          <p:cNvPr id="16" name="Subtitle"/>
          <p:cNvSpPr>
            <a:spLocks noGrp="1"/>
          </p:cNvSpPr>
          <p:nvPr>
            <p:ph type="subTitle" idx="1" hasCustomPrompt="1"/>
          </p:nvPr>
        </p:nvSpPr>
        <p:spPr>
          <a:xfrm>
            <a:off x="341275" y="4959706"/>
            <a:ext cx="9875520" cy="526694"/>
          </a:xfrm>
        </p:spPr>
        <p:txBody>
          <a:bodyPr lIns="91440" tIns="91440" rIns="91440" bIns="91440">
            <a:noAutofit/>
          </a:bodyPr>
          <a:lstStyle>
            <a:lvl1pPr marL="0" indent="0" algn="l">
              <a:spcBef>
                <a:spcPts val="0"/>
              </a:spcBef>
              <a:buNone/>
              <a:defRPr sz="3545">
                <a:solidFill>
                  <a:schemeClr val="bg1"/>
                </a:solidFill>
                <a:latin typeface="+mn-lt"/>
              </a:defRPr>
            </a:lvl1pPr>
            <a:lvl2pPr marL="506429" indent="0" algn="ctr">
              <a:buNone/>
              <a:defRPr sz="2215"/>
            </a:lvl2pPr>
            <a:lvl3pPr marL="1012859" indent="0" algn="ctr">
              <a:buNone/>
              <a:defRPr sz="1994"/>
            </a:lvl3pPr>
            <a:lvl4pPr marL="1519288" indent="0" algn="ctr">
              <a:buNone/>
              <a:defRPr sz="1772"/>
            </a:lvl4pPr>
            <a:lvl5pPr marL="2025718" indent="0" algn="ctr">
              <a:buNone/>
              <a:defRPr sz="1772"/>
            </a:lvl5pPr>
            <a:lvl6pPr marL="2532146" indent="0" algn="ctr">
              <a:buNone/>
              <a:defRPr sz="1772"/>
            </a:lvl6pPr>
            <a:lvl7pPr marL="3038576" indent="0" algn="ctr">
              <a:buNone/>
              <a:defRPr sz="1772"/>
            </a:lvl7pPr>
            <a:lvl8pPr marL="3545005" indent="0" algn="ctr">
              <a:buNone/>
              <a:defRPr sz="1772"/>
            </a:lvl8pPr>
            <a:lvl9pPr marL="4051434" indent="0" algn="ctr">
              <a:buNone/>
              <a:defRPr sz="1772"/>
            </a:lvl9pPr>
          </a:lstStyle>
          <a:p>
            <a:r>
              <a:rPr lang="en-US" dirty="0"/>
              <a:t>Speaker name and title</a:t>
            </a:r>
          </a:p>
        </p:txBody>
      </p:sp>
      <p:sp>
        <p:nvSpPr>
          <p:cNvPr id="18" name="Bar"/>
          <p:cNvSpPr/>
          <p:nvPr/>
        </p:nvSpPr>
        <p:spPr>
          <a:xfrm>
            <a:off x="455579" y="4669150"/>
            <a:ext cx="636340"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15" name="Title"/>
          <p:cNvSpPr>
            <a:spLocks noGrp="1"/>
          </p:cNvSpPr>
          <p:nvPr>
            <p:ph type="title" hasCustomPrompt="1"/>
          </p:nvPr>
        </p:nvSpPr>
        <p:spPr>
          <a:xfrm>
            <a:off x="341278" y="2243036"/>
            <a:ext cx="13708267" cy="2286000"/>
          </a:xfrm>
        </p:spPr>
        <p:txBody>
          <a:bodyPr lIns="91440" tIns="91440" rIns="91440" bIns="91440" anchor="b"/>
          <a:lstStyle>
            <a:lvl1pPr>
              <a:lnSpc>
                <a:spcPct val="80000"/>
              </a:lnSpc>
              <a:defRPr sz="4874">
                <a:solidFill>
                  <a:schemeClr val="bg1"/>
                </a:solidFill>
                <a:latin typeface="+mj-lt"/>
              </a:defRPr>
            </a:lvl1pPr>
          </a:lstStyle>
          <a:p>
            <a:r>
              <a:rPr lang="en-US" dirty="0"/>
              <a:t>Click to edit</a:t>
            </a:r>
            <a:br>
              <a:rPr lang="en-US" dirty="0"/>
            </a:br>
            <a:r>
              <a:rPr lang="en-US" dirty="0"/>
              <a:t>master title style</a:t>
            </a:r>
          </a:p>
        </p:txBody>
      </p:sp>
      <p:sp>
        <p:nvSpPr>
          <p:cNvPr id="7" name="Footer Placeholder">
            <a:extLst>
              <a:ext uri="{FF2B5EF4-FFF2-40B4-BE49-F238E27FC236}">
                <a16:creationId xmlns:a16="http://schemas.microsoft.com/office/drawing/2014/main" id="{DD0DBAFB-7047-4B08-B7ED-CB050B7FBB50}"/>
              </a:ext>
            </a:extLst>
          </p:cNvPr>
          <p:cNvSpPr>
            <a:spLocks noGrp="1"/>
          </p:cNvSpPr>
          <p:nvPr>
            <p:ph type="ftr" sz="quarter" idx="14"/>
          </p:nvPr>
        </p:nvSpPr>
        <p:spPr>
          <a:xfrm>
            <a:off x="5249665" y="7355209"/>
            <a:ext cx="8977393" cy="493897"/>
          </a:xfrm>
        </p:spPr>
        <p:txBody>
          <a:bodyPr/>
          <a:lstStyle>
            <a:lvl1pPr>
              <a:defRPr>
                <a:solidFill>
                  <a:schemeClr val="bg1"/>
                </a:solidFill>
                <a:latin typeface="+mn-lt"/>
              </a:defRPr>
            </a:lvl1pPr>
          </a:lstStyle>
          <a:p>
            <a:r>
              <a:rPr lang="en-US"/>
              <a:t>Confidential | For Training Purposes Only</a:t>
            </a:r>
            <a:endParaRPr lang="en-US" dirty="0"/>
          </a:p>
        </p:txBody>
      </p:sp>
      <p:grpSp>
        <p:nvGrpSpPr>
          <p:cNvPr id="10" name="Logo">
            <a:extLst>
              <a:ext uri="{FF2B5EF4-FFF2-40B4-BE49-F238E27FC236}">
                <a16:creationId xmlns:a16="http://schemas.microsoft.com/office/drawing/2014/main" id="{A3C61050-E60B-4FC2-8361-B75DC38392A3}"/>
              </a:ext>
            </a:extLst>
          </p:cNvPr>
          <p:cNvGrpSpPr>
            <a:grpSpLocks noChangeAspect="1"/>
          </p:cNvGrpSpPr>
          <p:nvPr/>
        </p:nvGrpSpPr>
        <p:grpSpPr>
          <a:xfrm>
            <a:off x="472229" y="458350"/>
            <a:ext cx="2662495" cy="1072511"/>
            <a:chOff x="393523" y="381956"/>
            <a:chExt cx="2218745" cy="893759"/>
          </a:xfrm>
        </p:grpSpPr>
        <p:sp>
          <p:nvSpPr>
            <p:cNvPr id="13" name="Element"/>
            <p:cNvSpPr>
              <a:spLocks noEditPoints="1"/>
            </p:cNvSpPr>
            <p:nvPr/>
          </p:nvSpPr>
          <p:spPr bwMode="auto">
            <a:xfrm>
              <a:off x="393523" y="381956"/>
              <a:ext cx="759854" cy="211008"/>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1A982"/>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94" dirty="0">
                <a:latin typeface="MetricHPE Black" panose="020B0A03030202060203" pitchFamily="34" charset="0"/>
              </a:endParaRPr>
            </a:p>
          </p:txBody>
        </p:sp>
        <p:sp>
          <p:nvSpPr>
            <p:cNvPr id="14" name="Wordmark"/>
            <p:cNvSpPr>
              <a:spLocks noEditPoints="1"/>
            </p:cNvSpPr>
            <p:nvPr/>
          </p:nvSpPr>
          <p:spPr bwMode="auto">
            <a:xfrm>
              <a:off x="393523" y="730052"/>
              <a:ext cx="2218745" cy="545663"/>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94" dirty="0">
                <a:latin typeface="MetricHPE Black" panose="020B0A03030202060203" pitchFamily="34" charset="0"/>
              </a:endParaRPr>
            </a:p>
          </p:txBody>
        </p:sp>
      </p:grpSp>
    </p:spTree>
    <p:extLst>
      <p:ext uri="{BB962C8B-B14F-4D97-AF65-F5344CB8AC3E}">
        <p14:creationId xmlns:p14="http://schemas.microsoft.com/office/powerpoint/2010/main" val="4121660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p:cSld name="Title Slide with Light Picture">
    <p:bg>
      <p:bgPr>
        <a:solidFill>
          <a:schemeClr val="bg1"/>
        </a:solidFill>
        <a:effectLst/>
      </p:bgPr>
    </p:bg>
    <p:spTree>
      <p:nvGrpSpPr>
        <p:cNvPr id="1" name=""/>
        <p:cNvGrpSpPr/>
        <p:nvPr/>
      </p:nvGrpSpPr>
      <p:grpSpPr>
        <a:xfrm>
          <a:off x="0" y="0"/>
          <a:ext cx="0" cy="0"/>
          <a:chOff x="0" y="0"/>
          <a:chExt cx="0" cy="0"/>
        </a:xfrm>
      </p:grpSpPr>
      <p:sp>
        <p:nvSpPr>
          <p:cNvPr id="19" name="Date"/>
          <p:cNvSpPr>
            <a:spLocks noGrp="1"/>
          </p:cNvSpPr>
          <p:nvPr>
            <p:ph type="body" sz="quarter" idx="13" hasCustomPrompt="1"/>
          </p:nvPr>
        </p:nvSpPr>
        <p:spPr>
          <a:xfrm>
            <a:off x="348898" y="5493582"/>
            <a:ext cx="6587495" cy="407057"/>
          </a:xfrm>
        </p:spPr>
        <p:txBody>
          <a:bodyPr>
            <a:noAutofit/>
          </a:bodyPr>
          <a:lstStyle>
            <a:lvl1pPr marL="0" indent="0">
              <a:spcBef>
                <a:spcPts val="0"/>
              </a:spcBef>
              <a:buNone/>
              <a:defRPr sz="2437" baseline="0">
                <a:solidFill>
                  <a:schemeClr val="tx1"/>
                </a:solidFill>
                <a:latin typeface="+mn-lt"/>
              </a:defRPr>
            </a:lvl1pPr>
            <a:lvl2pPr marL="0" indent="0">
              <a:spcBef>
                <a:spcPts val="0"/>
              </a:spcBef>
              <a:buNone/>
              <a:defRPr sz="2658"/>
            </a:lvl2pPr>
            <a:lvl3pPr marL="0" indent="0">
              <a:spcBef>
                <a:spcPts val="0"/>
              </a:spcBef>
              <a:buNone/>
              <a:defRPr sz="2658"/>
            </a:lvl3pPr>
            <a:lvl4pPr marL="0" indent="0">
              <a:spcBef>
                <a:spcPts val="0"/>
              </a:spcBef>
              <a:buNone/>
              <a:defRPr sz="2658"/>
            </a:lvl4pPr>
            <a:lvl5pPr marL="0" indent="0">
              <a:spcBef>
                <a:spcPts val="0"/>
              </a:spcBef>
              <a:buNone/>
              <a:defRPr sz="2658"/>
            </a:lvl5pPr>
            <a:lvl6pPr marL="0" indent="0">
              <a:spcBef>
                <a:spcPts val="0"/>
              </a:spcBef>
              <a:buNone/>
              <a:defRPr sz="2658"/>
            </a:lvl6pPr>
            <a:lvl7pPr marL="0" indent="0">
              <a:spcBef>
                <a:spcPts val="0"/>
              </a:spcBef>
              <a:buNone/>
              <a:defRPr sz="2658"/>
            </a:lvl7pPr>
            <a:lvl8pPr marL="0" indent="0">
              <a:spcBef>
                <a:spcPts val="0"/>
              </a:spcBef>
              <a:buNone/>
              <a:defRPr sz="2658"/>
            </a:lvl8pPr>
            <a:lvl9pPr marL="0" indent="0">
              <a:spcBef>
                <a:spcPts val="0"/>
              </a:spcBef>
              <a:buNone/>
              <a:defRPr sz="2658"/>
            </a:lvl9pPr>
          </a:lstStyle>
          <a:p>
            <a:pPr lvl="0"/>
            <a:r>
              <a:rPr lang="en-US" dirty="0"/>
              <a:t>Month day, year</a:t>
            </a:r>
          </a:p>
        </p:txBody>
      </p:sp>
      <p:sp>
        <p:nvSpPr>
          <p:cNvPr id="12" name="Subtitle"/>
          <p:cNvSpPr>
            <a:spLocks noGrp="1"/>
          </p:cNvSpPr>
          <p:nvPr>
            <p:ph type="subTitle" idx="1" hasCustomPrompt="1"/>
          </p:nvPr>
        </p:nvSpPr>
        <p:spPr>
          <a:xfrm>
            <a:off x="348896" y="4959706"/>
            <a:ext cx="9875520" cy="526694"/>
          </a:xfrm>
        </p:spPr>
        <p:txBody>
          <a:bodyPr>
            <a:noAutofit/>
          </a:bodyPr>
          <a:lstStyle>
            <a:lvl1pPr marL="0" indent="0" algn="l">
              <a:spcBef>
                <a:spcPts val="0"/>
              </a:spcBef>
              <a:buNone/>
              <a:defRPr sz="3545">
                <a:solidFill>
                  <a:schemeClr val="tx1"/>
                </a:solidFill>
                <a:latin typeface="+mn-lt"/>
              </a:defRPr>
            </a:lvl1pPr>
            <a:lvl2pPr marL="506429" indent="0" algn="ctr">
              <a:buNone/>
              <a:defRPr sz="2215"/>
            </a:lvl2pPr>
            <a:lvl3pPr marL="1012859" indent="0" algn="ctr">
              <a:buNone/>
              <a:defRPr sz="1994"/>
            </a:lvl3pPr>
            <a:lvl4pPr marL="1519288" indent="0" algn="ctr">
              <a:buNone/>
              <a:defRPr sz="1772"/>
            </a:lvl4pPr>
            <a:lvl5pPr marL="2025718" indent="0" algn="ctr">
              <a:buNone/>
              <a:defRPr sz="1772"/>
            </a:lvl5pPr>
            <a:lvl6pPr marL="2532146" indent="0" algn="ctr">
              <a:buNone/>
              <a:defRPr sz="1772"/>
            </a:lvl6pPr>
            <a:lvl7pPr marL="3038576" indent="0" algn="ctr">
              <a:buNone/>
              <a:defRPr sz="1772"/>
            </a:lvl7pPr>
            <a:lvl8pPr marL="3545005" indent="0" algn="ctr">
              <a:buNone/>
              <a:defRPr sz="1772"/>
            </a:lvl8pPr>
            <a:lvl9pPr marL="4051434" indent="0" algn="ctr">
              <a:buNone/>
              <a:defRPr sz="1772"/>
            </a:lvl9pPr>
          </a:lstStyle>
          <a:p>
            <a:r>
              <a:rPr lang="en-US" dirty="0"/>
              <a:t>Speaker name and title</a:t>
            </a:r>
          </a:p>
        </p:txBody>
      </p:sp>
      <p:sp>
        <p:nvSpPr>
          <p:cNvPr id="18" name="Bar"/>
          <p:cNvSpPr/>
          <p:nvPr/>
        </p:nvSpPr>
        <p:spPr>
          <a:xfrm>
            <a:off x="455579" y="4669150"/>
            <a:ext cx="636340"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15" name="Title"/>
          <p:cNvSpPr>
            <a:spLocks noGrp="1"/>
          </p:cNvSpPr>
          <p:nvPr>
            <p:ph type="title" hasCustomPrompt="1"/>
          </p:nvPr>
        </p:nvSpPr>
        <p:spPr>
          <a:xfrm>
            <a:off x="348898" y="2243036"/>
            <a:ext cx="13708267" cy="2286000"/>
          </a:xfrm>
        </p:spPr>
        <p:txBody>
          <a:bodyPr anchor="b"/>
          <a:lstStyle>
            <a:lvl1pPr>
              <a:lnSpc>
                <a:spcPct val="80000"/>
              </a:lnSpc>
              <a:defRPr sz="4874">
                <a:solidFill>
                  <a:sysClr val="windowText" lastClr="000000"/>
                </a:solidFill>
              </a:defRPr>
            </a:lvl1pPr>
          </a:lstStyle>
          <a:p>
            <a:r>
              <a:rPr lang="en-US" dirty="0"/>
              <a:t>Click to edit</a:t>
            </a:r>
            <a:br>
              <a:rPr lang="en-US" dirty="0"/>
            </a:br>
            <a:r>
              <a:rPr lang="en-US" dirty="0"/>
              <a:t>master title style</a:t>
            </a:r>
          </a:p>
        </p:txBody>
      </p:sp>
      <p:sp>
        <p:nvSpPr>
          <p:cNvPr id="3" name="Footer Placeholder">
            <a:extLst>
              <a:ext uri="{FF2B5EF4-FFF2-40B4-BE49-F238E27FC236}">
                <a16:creationId xmlns:a16="http://schemas.microsoft.com/office/drawing/2014/main" id="{4D7C280C-8E1E-4531-A635-C99FE1BDEE91}"/>
              </a:ext>
            </a:extLst>
          </p:cNvPr>
          <p:cNvSpPr>
            <a:spLocks noGrp="1"/>
          </p:cNvSpPr>
          <p:nvPr>
            <p:ph type="ftr" sz="quarter" idx="14"/>
          </p:nvPr>
        </p:nvSpPr>
        <p:spPr>
          <a:xfrm>
            <a:off x="5249665" y="7355209"/>
            <a:ext cx="8977393" cy="493897"/>
          </a:xfrm>
        </p:spPr>
        <p:txBody>
          <a:bodyPr/>
          <a:lstStyle>
            <a:lvl1pPr>
              <a:defRPr>
                <a:latin typeface="+mn-lt"/>
              </a:defRPr>
            </a:lvl1pPr>
          </a:lstStyle>
          <a:p>
            <a:r>
              <a:rPr lang="en-US"/>
              <a:t>Confidential | For Training Purposes Only</a:t>
            </a:r>
            <a:endParaRPr lang="en-US" dirty="0"/>
          </a:p>
        </p:txBody>
      </p:sp>
      <p:grpSp>
        <p:nvGrpSpPr>
          <p:cNvPr id="16" name="Logo">
            <a:extLst>
              <a:ext uri="{FF2B5EF4-FFF2-40B4-BE49-F238E27FC236}">
                <a16:creationId xmlns:a16="http://schemas.microsoft.com/office/drawing/2014/main" id="{39DC9A4F-A16F-45B4-A72C-8DB544981AE5}"/>
              </a:ext>
            </a:extLst>
          </p:cNvPr>
          <p:cNvGrpSpPr>
            <a:grpSpLocks noChangeAspect="1"/>
          </p:cNvGrpSpPr>
          <p:nvPr/>
        </p:nvGrpSpPr>
        <p:grpSpPr>
          <a:xfrm>
            <a:off x="472229" y="458350"/>
            <a:ext cx="2662495" cy="1072511"/>
            <a:chOff x="393523" y="381956"/>
            <a:chExt cx="2218745" cy="893759"/>
          </a:xfrm>
        </p:grpSpPr>
        <p:sp>
          <p:nvSpPr>
            <p:cNvPr id="20" name="Element">
              <a:extLst>
                <a:ext uri="{FF2B5EF4-FFF2-40B4-BE49-F238E27FC236}">
                  <a16:creationId xmlns:a16="http://schemas.microsoft.com/office/drawing/2014/main" id="{25C81DB6-CCD4-4F17-86A3-D56DF640F56E}"/>
                </a:ext>
              </a:extLst>
            </p:cNvPr>
            <p:cNvSpPr>
              <a:spLocks noEditPoints="1"/>
            </p:cNvSpPr>
            <p:nvPr/>
          </p:nvSpPr>
          <p:spPr bwMode="auto">
            <a:xfrm>
              <a:off x="393523" y="381956"/>
              <a:ext cx="759854" cy="211008"/>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1A982"/>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94" dirty="0">
                <a:latin typeface="MetricHPE Black" panose="020B0A03030202060203" pitchFamily="34" charset="0"/>
              </a:endParaRPr>
            </a:p>
          </p:txBody>
        </p:sp>
        <p:sp>
          <p:nvSpPr>
            <p:cNvPr id="21" name="Wordmark">
              <a:extLst>
                <a:ext uri="{FF2B5EF4-FFF2-40B4-BE49-F238E27FC236}">
                  <a16:creationId xmlns:a16="http://schemas.microsoft.com/office/drawing/2014/main" id="{7CF9A093-3688-4D04-9331-C6E54828F9AB}"/>
                </a:ext>
              </a:extLst>
            </p:cNvPr>
            <p:cNvSpPr>
              <a:spLocks noEditPoints="1"/>
            </p:cNvSpPr>
            <p:nvPr/>
          </p:nvSpPr>
          <p:spPr bwMode="auto">
            <a:xfrm>
              <a:off x="393523" y="730052"/>
              <a:ext cx="2218745" cy="545663"/>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994" dirty="0">
                <a:latin typeface="MetricHPE Black" panose="020B0A03030202060203" pitchFamily="34" charset="0"/>
              </a:endParaRPr>
            </a:p>
          </p:txBody>
        </p:sp>
      </p:grpSp>
    </p:spTree>
    <p:extLst>
      <p:ext uri="{BB962C8B-B14F-4D97-AF65-F5344CB8AC3E}">
        <p14:creationId xmlns:p14="http://schemas.microsoft.com/office/powerpoint/2010/main" val="1016252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Bar">
            <a:extLst>
              <a:ext uri="{FF2B5EF4-FFF2-40B4-BE49-F238E27FC236}">
                <a16:creationId xmlns:a16="http://schemas.microsoft.com/office/drawing/2014/main" id="{59513FE3-337B-42EA-8F5D-B1D6CDD0F4A0}"/>
              </a:ext>
            </a:extLst>
          </p:cNvPr>
          <p:cNvSpPr/>
          <p:nvPr/>
        </p:nvSpPr>
        <p:spPr>
          <a:xfrm>
            <a:off x="462122" y="1012663"/>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2" name="Title">
            <a:extLst>
              <a:ext uri="{FF2B5EF4-FFF2-40B4-BE49-F238E27FC236}">
                <a16:creationId xmlns:a16="http://schemas.microsoft.com/office/drawing/2014/main" id="{05049E51-8DF9-4218-921D-C081999073EA}"/>
              </a:ext>
            </a:extLst>
          </p:cNvPr>
          <p:cNvSpPr>
            <a:spLocks noGrp="1"/>
          </p:cNvSpPr>
          <p:nvPr>
            <p:ph type="title"/>
          </p:nvPr>
        </p:nvSpPr>
        <p:spPr/>
        <p:txBody>
          <a:bodyPr/>
          <a:lstStyle/>
          <a:p>
            <a:r>
              <a:rPr lang="en-US"/>
              <a:t>Click to edit Master title style</a:t>
            </a:r>
            <a:endParaRPr lang="en-US" dirty="0"/>
          </a:p>
        </p:txBody>
      </p:sp>
      <p:sp>
        <p:nvSpPr>
          <p:cNvPr id="15" name="Text Placeholder 6">
            <a:extLst>
              <a:ext uri="{FF2B5EF4-FFF2-40B4-BE49-F238E27FC236}">
                <a16:creationId xmlns:a16="http://schemas.microsoft.com/office/drawing/2014/main" id="{BFAAB4F0-B0A9-4671-AB48-BA9B5FA97F98}"/>
              </a:ext>
            </a:extLst>
          </p:cNvPr>
          <p:cNvSpPr>
            <a:spLocks noGrp="1"/>
          </p:cNvSpPr>
          <p:nvPr>
            <p:ph type="body" sz="quarter" idx="17"/>
          </p:nvPr>
        </p:nvSpPr>
        <p:spPr>
          <a:xfrm>
            <a:off x="496799" y="6445831"/>
            <a:ext cx="13638240" cy="756000"/>
          </a:xfrm>
          <a:ln>
            <a:solidFill>
              <a:srgbClr val="C6C9CA"/>
            </a:solidFill>
          </a:ln>
        </p:spPr>
        <p:txBody>
          <a:bodyPr lIns="270000" rIns="270000" anchor="ctr">
            <a:normAutofit/>
          </a:bodyPr>
          <a:lstStyle>
            <a:lvl1pPr marL="0" indent="0">
              <a:buNone/>
              <a:defRPr b="1" cap="none" baseline="0">
                <a:latin typeface="+mj-lt"/>
              </a:defRPr>
            </a:lvl1pPr>
          </a:lstStyle>
          <a:p>
            <a:pPr lvl="0"/>
            <a:r>
              <a:rPr lang="en-US"/>
              <a:t>Click to edit Master text styles</a:t>
            </a:r>
          </a:p>
        </p:txBody>
      </p:sp>
      <p:sp>
        <p:nvSpPr>
          <p:cNvPr id="14" name="Text Placeholder 5">
            <a:extLst>
              <a:ext uri="{FF2B5EF4-FFF2-40B4-BE49-F238E27FC236}">
                <a16:creationId xmlns:a16="http://schemas.microsoft.com/office/drawing/2014/main" id="{D4849EE3-6EC2-479A-93E8-35E49B7D799D}"/>
              </a:ext>
            </a:extLst>
          </p:cNvPr>
          <p:cNvSpPr>
            <a:spLocks noGrp="1"/>
          </p:cNvSpPr>
          <p:nvPr>
            <p:ph type="body" sz="quarter" idx="16"/>
          </p:nvPr>
        </p:nvSpPr>
        <p:spPr>
          <a:xfrm>
            <a:off x="496799" y="5413760"/>
            <a:ext cx="13638240" cy="756000"/>
          </a:xfrm>
          <a:ln>
            <a:solidFill>
              <a:srgbClr val="C6C9CA"/>
            </a:solidFill>
          </a:ln>
        </p:spPr>
        <p:txBody>
          <a:bodyPr lIns="270000" rIns="270000" anchor="ctr">
            <a:normAutofit/>
          </a:bodyPr>
          <a:lstStyle>
            <a:lvl1pPr marL="0" indent="0">
              <a:buNone/>
              <a:defRPr b="1" cap="none" baseline="0">
                <a:latin typeface="+mj-lt"/>
              </a:defRPr>
            </a:lvl1pPr>
          </a:lstStyle>
          <a:p>
            <a:pPr lvl="0"/>
            <a:r>
              <a:rPr lang="en-US"/>
              <a:t>Click to edit Master text styles</a:t>
            </a:r>
          </a:p>
        </p:txBody>
      </p:sp>
      <p:sp>
        <p:nvSpPr>
          <p:cNvPr id="13" name="Text Placeholder 4">
            <a:extLst>
              <a:ext uri="{FF2B5EF4-FFF2-40B4-BE49-F238E27FC236}">
                <a16:creationId xmlns:a16="http://schemas.microsoft.com/office/drawing/2014/main" id="{44BC743F-9EA3-4934-A5D5-4DB56D605F91}"/>
              </a:ext>
            </a:extLst>
          </p:cNvPr>
          <p:cNvSpPr>
            <a:spLocks noGrp="1"/>
          </p:cNvSpPr>
          <p:nvPr>
            <p:ph type="body" sz="quarter" idx="15"/>
          </p:nvPr>
        </p:nvSpPr>
        <p:spPr>
          <a:xfrm>
            <a:off x="496799" y="4381687"/>
            <a:ext cx="13638240" cy="756000"/>
          </a:xfrm>
          <a:ln>
            <a:solidFill>
              <a:srgbClr val="C6C9CA"/>
            </a:solidFill>
          </a:ln>
        </p:spPr>
        <p:txBody>
          <a:bodyPr lIns="270000" rIns="270000" anchor="ctr">
            <a:normAutofit/>
          </a:bodyPr>
          <a:lstStyle>
            <a:lvl1pPr marL="0" indent="0">
              <a:buNone/>
              <a:defRPr b="1" cap="none" baseline="0">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30BEDE27-A8C2-4066-B18C-F2AF9D0E869A}"/>
              </a:ext>
            </a:extLst>
          </p:cNvPr>
          <p:cNvSpPr>
            <a:spLocks noGrp="1"/>
          </p:cNvSpPr>
          <p:nvPr>
            <p:ph type="body" sz="quarter" idx="14"/>
          </p:nvPr>
        </p:nvSpPr>
        <p:spPr>
          <a:xfrm>
            <a:off x="496799" y="3349614"/>
            <a:ext cx="13638240" cy="756000"/>
          </a:xfrm>
          <a:ln>
            <a:solidFill>
              <a:srgbClr val="C6C9CA"/>
            </a:solidFill>
          </a:ln>
        </p:spPr>
        <p:txBody>
          <a:bodyPr lIns="270000" rIns="270000" anchor="ctr">
            <a:normAutofit/>
          </a:bodyPr>
          <a:lstStyle>
            <a:lvl1pPr marL="0" indent="0">
              <a:buNone/>
              <a:defRPr b="1" cap="none" baseline="0">
                <a:latin typeface="+mj-lt"/>
              </a:defRPr>
            </a:lvl1pPr>
          </a:lstStyle>
          <a:p>
            <a:pPr lvl="0"/>
            <a:r>
              <a:rPr lang="en-US"/>
              <a:t>Click to edit Master text styles</a:t>
            </a:r>
          </a:p>
        </p:txBody>
      </p:sp>
      <p:sp>
        <p:nvSpPr>
          <p:cNvPr id="11" name="Text Placeholder 2">
            <a:extLst>
              <a:ext uri="{FF2B5EF4-FFF2-40B4-BE49-F238E27FC236}">
                <a16:creationId xmlns:a16="http://schemas.microsoft.com/office/drawing/2014/main" id="{06A40CBC-5E5F-4C0D-B831-0B04ABB23E0E}"/>
              </a:ext>
            </a:extLst>
          </p:cNvPr>
          <p:cNvSpPr>
            <a:spLocks noGrp="1"/>
          </p:cNvSpPr>
          <p:nvPr>
            <p:ph type="body" sz="quarter" idx="13"/>
          </p:nvPr>
        </p:nvSpPr>
        <p:spPr>
          <a:xfrm>
            <a:off x="496799" y="2317541"/>
            <a:ext cx="13638240" cy="756000"/>
          </a:xfrm>
          <a:ln>
            <a:solidFill>
              <a:srgbClr val="C6C9CA"/>
            </a:solidFill>
          </a:ln>
        </p:spPr>
        <p:txBody>
          <a:bodyPr lIns="270000" rIns="270000" anchor="ctr">
            <a:normAutofit/>
          </a:bodyPr>
          <a:lstStyle>
            <a:lvl1pPr marL="0" indent="0">
              <a:buNone/>
              <a:defRPr b="1" cap="none" baseline="0">
                <a:latin typeface="+mj-lt"/>
              </a:defRPr>
            </a:lvl1pPr>
          </a:lstStyle>
          <a:p>
            <a:pPr lvl="0"/>
            <a:r>
              <a:rPr lang="en-US"/>
              <a:t>Click to edit Master text styles</a:t>
            </a:r>
          </a:p>
        </p:txBody>
      </p:sp>
      <p:sp>
        <p:nvSpPr>
          <p:cNvPr id="10" name="Text Placeholder 1">
            <a:extLst>
              <a:ext uri="{FF2B5EF4-FFF2-40B4-BE49-F238E27FC236}">
                <a16:creationId xmlns:a16="http://schemas.microsoft.com/office/drawing/2014/main" id="{6C56A94C-CC87-4EFE-A931-1D7270A84237}"/>
              </a:ext>
            </a:extLst>
          </p:cNvPr>
          <p:cNvSpPr>
            <a:spLocks noGrp="1"/>
          </p:cNvSpPr>
          <p:nvPr>
            <p:ph type="body" sz="quarter" idx="12"/>
          </p:nvPr>
        </p:nvSpPr>
        <p:spPr>
          <a:xfrm>
            <a:off x="496799" y="1285468"/>
            <a:ext cx="13638240" cy="756000"/>
          </a:xfrm>
          <a:ln>
            <a:solidFill>
              <a:srgbClr val="C6C9CA"/>
            </a:solidFill>
          </a:ln>
        </p:spPr>
        <p:txBody>
          <a:bodyPr lIns="270000" rIns="270000" anchor="ctr">
            <a:normAutofit/>
          </a:bodyPr>
          <a:lstStyle>
            <a:lvl1pPr marL="0" indent="0">
              <a:buNone/>
              <a:defRPr b="1" cap="none" baseline="0">
                <a:latin typeface="+mj-lt"/>
              </a:defRPr>
            </a:lvl1pPr>
          </a:lstStyle>
          <a:p>
            <a:pPr lvl="0"/>
            <a:r>
              <a:rPr lang="en-US"/>
              <a:t>Click to edit Master text styles</a:t>
            </a:r>
          </a:p>
        </p:txBody>
      </p:sp>
      <p:sp>
        <p:nvSpPr>
          <p:cNvPr id="3" name="Slide Number Placeholder">
            <a:extLst>
              <a:ext uri="{FF2B5EF4-FFF2-40B4-BE49-F238E27FC236}">
                <a16:creationId xmlns:a16="http://schemas.microsoft.com/office/drawing/2014/main" id="{6E8F2DF7-9AD5-47AF-92C4-F9011D8150E2}"/>
              </a:ext>
            </a:extLst>
          </p:cNvPr>
          <p:cNvSpPr>
            <a:spLocks noGrp="1"/>
          </p:cNvSpPr>
          <p:nvPr>
            <p:ph type="sldNum" sz="quarter" idx="10"/>
          </p:nvPr>
        </p:nvSpPr>
        <p:spPr/>
        <p:txBody>
          <a:bodyPr/>
          <a:lstStyle/>
          <a:p>
            <a:pPr defTabSz="1205617"/>
            <a:fld id="{104FC826-72BB-4AF1-BA01-A94F7396A7DC}" type="slidenum">
              <a:rPr lang="en-US" smtClean="0"/>
              <a:pPr defTabSz="1205617"/>
              <a:t>‹#›</a:t>
            </a:fld>
            <a:endParaRPr lang="en-US" dirty="0"/>
          </a:p>
        </p:txBody>
      </p:sp>
      <p:sp>
        <p:nvSpPr>
          <p:cNvPr id="4" name="Footer Placeholder">
            <a:extLst>
              <a:ext uri="{FF2B5EF4-FFF2-40B4-BE49-F238E27FC236}">
                <a16:creationId xmlns:a16="http://schemas.microsoft.com/office/drawing/2014/main" id="{763A2EDB-3F77-406C-9116-E786D4D6A658}"/>
              </a:ext>
            </a:extLst>
          </p:cNvPr>
          <p:cNvSpPr>
            <a:spLocks noGrp="1"/>
          </p:cNvSpPr>
          <p:nvPr>
            <p:ph type="ftr" sz="quarter" idx="11"/>
          </p:nvPr>
        </p:nvSpPr>
        <p:spPr/>
        <p:txBody>
          <a:bodyPr/>
          <a:lstStyle/>
          <a:p>
            <a:r>
              <a:rPr lang="en-US"/>
              <a:t>Confidential | For Training Purposes Only</a:t>
            </a:r>
            <a:endParaRPr lang="en-US" dirty="0"/>
          </a:p>
        </p:txBody>
      </p:sp>
    </p:spTree>
    <p:extLst>
      <p:ext uri="{BB962C8B-B14F-4D97-AF65-F5344CB8AC3E}">
        <p14:creationId xmlns:p14="http://schemas.microsoft.com/office/powerpoint/2010/main" val="3477234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5837C125-1DBF-4F22-925B-D8481E8BC23A}"/>
              </a:ext>
            </a:extLst>
          </p:cNvPr>
          <p:cNvSpPr>
            <a:spLocks noGrp="1"/>
          </p:cNvSpPr>
          <p:nvPr>
            <p:ph type="pic" sz="quarter" idx="15" hasCustomPrompt="1"/>
          </p:nvPr>
        </p:nvSpPr>
        <p:spPr>
          <a:xfrm>
            <a:off x="0" y="0"/>
            <a:ext cx="14630400" cy="8229600"/>
          </a:xfrm>
        </p:spPr>
        <p:txBody>
          <a:bodyPr rIns="1828800" bIns="90000" anchor="ctr"/>
          <a:lstStyle>
            <a:lvl1pPr marL="0" indent="0" algn="r">
              <a:buNone/>
              <a:defRPr>
                <a:latin typeface="+mn-lt"/>
              </a:defRPr>
            </a:lvl1pPr>
          </a:lstStyle>
          <a:p>
            <a:r>
              <a:rPr lang="en-US" dirty="0"/>
              <a:t>Click to add picture</a:t>
            </a:r>
          </a:p>
        </p:txBody>
      </p:sp>
      <p:sp>
        <p:nvSpPr>
          <p:cNvPr id="8" name="Title">
            <a:extLst>
              <a:ext uri="{FF2B5EF4-FFF2-40B4-BE49-F238E27FC236}">
                <a16:creationId xmlns:a16="http://schemas.microsoft.com/office/drawing/2014/main" id="{1D8D4E77-E0A3-4D09-ACAE-F1308CF36BFA}"/>
              </a:ext>
            </a:extLst>
          </p:cNvPr>
          <p:cNvSpPr>
            <a:spLocks noGrp="1"/>
          </p:cNvSpPr>
          <p:nvPr>
            <p:ph type="title" hasCustomPrompt="1"/>
          </p:nvPr>
        </p:nvSpPr>
        <p:spPr>
          <a:xfrm>
            <a:off x="351407" y="3292212"/>
            <a:ext cx="7108574" cy="1782336"/>
          </a:xfrm>
        </p:spPr>
        <p:txBody>
          <a:bodyPr lIns="91440" tIns="91440" rIns="91440" bIns="91440" anchor="t"/>
          <a:lstStyle>
            <a:lvl1pPr>
              <a:defRPr sz="3545" baseline="0"/>
            </a:lvl1pPr>
          </a:lstStyle>
          <a:p>
            <a:r>
              <a:rPr lang="en-US" dirty="0"/>
              <a:t>Click to add section header</a:t>
            </a:r>
            <a:br>
              <a:rPr lang="en-US" dirty="0"/>
            </a:br>
            <a:r>
              <a:rPr lang="en-US" dirty="0"/>
              <a:t>or big idea statement</a:t>
            </a:r>
          </a:p>
        </p:txBody>
      </p:sp>
      <p:sp>
        <p:nvSpPr>
          <p:cNvPr id="3" name="Slide Number Placeholder">
            <a:extLst>
              <a:ext uri="{FF2B5EF4-FFF2-40B4-BE49-F238E27FC236}">
                <a16:creationId xmlns:a16="http://schemas.microsoft.com/office/drawing/2014/main" id="{8809E328-E168-4AEC-AD9B-18A4ACAAA4FA}"/>
              </a:ext>
            </a:extLst>
          </p:cNvPr>
          <p:cNvSpPr>
            <a:spLocks noGrp="1"/>
          </p:cNvSpPr>
          <p:nvPr>
            <p:ph type="sldNum" sz="quarter" idx="17"/>
          </p:nvPr>
        </p:nvSpPr>
        <p:spPr/>
        <p:txBody>
          <a:bodyPr/>
          <a:lstStyle/>
          <a:p>
            <a:pPr defTabSz="1205617"/>
            <a:fld id="{104FC826-72BB-4AF1-BA01-A94F7396A7DC}" type="slidenum">
              <a:rPr lang="en-US" smtClean="0"/>
              <a:pPr defTabSz="1205617"/>
              <a:t>‹#›</a:t>
            </a:fld>
            <a:endParaRPr lang="en-US" dirty="0"/>
          </a:p>
        </p:txBody>
      </p:sp>
      <p:sp>
        <p:nvSpPr>
          <p:cNvPr id="2" name="Footer Placeholder">
            <a:extLst>
              <a:ext uri="{FF2B5EF4-FFF2-40B4-BE49-F238E27FC236}">
                <a16:creationId xmlns:a16="http://schemas.microsoft.com/office/drawing/2014/main" id="{D456EB42-66C6-4FC9-8A72-F78974DE8485}"/>
              </a:ext>
            </a:extLst>
          </p:cNvPr>
          <p:cNvSpPr>
            <a:spLocks noGrp="1"/>
          </p:cNvSpPr>
          <p:nvPr>
            <p:ph type="ftr" sz="quarter" idx="16"/>
          </p:nvPr>
        </p:nvSpPr>
        <p:spPr/>
        <p:txBody>
          <a:bodyPr/>
          <a:lstStyle/>
          <a:p>
            <a:r>
              <a:rPr lang="en-US"/>
              <a:t>Confidential | For Training Purposes Only</a:t>
            </a:r>
            <a:endParaRPr lang="en-US" dirty="0"/>
          </a:p>
        </p:txBody>
      </p:sp>
    </p:spTree>
    <p:extLst>
      <p:ext uri="{BB962C8B-B14F-4D97-AF65-F5344CB8AC3E}">
        <p14:creationId xmlns:p14="http://schemas.microsoft.com/office/powerpoint/2010/main" val="237193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Section Header with Edge to Edge Picture">
    <p:bg>
      <p:bgPr>
        <a:solidFill>
          <a:schemeClr val="tx1"/>
        </a:solidFill>
        <a:effectLst/>
      </p:bgPr>
    </p:bg>
    <p:spTree>
      <p:nvGrpSpPr>
        <p:cNvPr id="1" name=""/>
        <p:cNvGrpSpPr/>
        <p:nvPr/>
      </p:nvGrpSpPr>
      <p:grpSpPr>
        <a:xfrm>
          <a:off x="0" y="0"/>
          <a:ext cx="0" cy="0"/>
          <a:chOff x="0" y="0"/>
          <a:chExt cx="0" cy="0"/>
        </a:xfrm>
      </p:grpSpPr>
      <p:sp>
        <p:nvSpPr>
          <p:cNvPr id="14" name="Picture Placeholder">
            <a:extLst>
              <a:ext uri="{FF2B5EF4-FFF2-40B4-BE49-F238E27FC236}">
                <a16:creationId xmlns:a16="http://schemas.microsoft.com/office/drawing/2014/main" id="{3B62DF6E-A83A-4117-A2ED-B4864BA8330A}"/>
              </a:ext>
            </a:extLst>
          </p:cNvPr>
          <p:cNvSpPr>
            <a:spLocks noGrp="1"/>
          </p:cNvSpPr>
          <p:nvPr>
            <p:ph type="pic" sz="quarter" idx="15" hasCustomPrompt="1"/>
          </p:nvPr>
        </p:nvSpPr>
        <p:spPr>
          <a:xfrm>
            <a:off x="0" y="0"/>
            <a:ext cx="14630400" cy="8229600"/>
          </a:xfrm>
          <a:solidFill>
            <a:schemeClr val="tx1"/>
          </a:solidFill>
        </p:spPr>
        <p:txBody>
          <a:bodyPr rIns="90000" bIns="360000" anchor="b"/>
          <a:lstStyle>
            <a:lvl1pPr marL="0" indent="0" algn="ctr">
              <a:buNone/>
              <a:defRPr>
                <a:solidFill>
                  <a:schemeClr val="bg1"/>
                </a:solidFill>
                <a:latin typeface="+mn-lt"/>
              </a:defRPr>
            </a:lvl1pPr>
          </a:lstStyle>
          <a:p>
            <a:r>
              <a:rPr lang="en-US" dirty="0"/>
              <a:t>Picture placeholder</a:t>
            </a:r>
          </a:p>
        </p:txBody>
      </p:sp>
      <p:sp>
        <p:nvSpPr>
          <p:cNvPr id="10" name="Title"/>
          <p:cNvSpPr>
            <a:spLocks noGrp="1"/>
          </p:cNvSpPr>
          <p:nvPr>
            <p:ph type="title" hasCustomPrompt="1"/>
          </p:nvPr>
        </p:nvSpPr>
        <p:spPr>
          <a:xfrm>
            <a:off x="1697356" y="822961"/>
            <a:ext cx="11235691" cy="6576060"/>
          </a:xfrm>
        </p:spPr>
        <p:txBody>
          <a:bodyPr lIns="91440" tIns="91440" rIns="91440" bIns="91440" anchor="ctr" anchorCtr="0"/>
          <a:lstStyle>
            <a:lvl1pPr algn="ctr">
              <a:defRPr sz="4430" baseline="0">
                <a:solidFill>
                  <a:schemeClr val="bg1"/>
                </a:solidFill>
              </a:defRPr>
            </a:lvl1pPr>
          </a:lstStyle>
          <a:p>
            <a:r>
              <a:rPr lang="en-US" dirty="0"/>
              <a:t>Click to add section header</a:t>
            </a:r>
          </a:p>
        </p:txBody>
      </p:sp>
      <p:sp>
        <p:nvSpPr>
          <p:cNvPr id="2" name="Footer Placeholder 1">
            <a:extLst>
              <a:ext uri="{FF2B5EF4-FFF2-40B4-BE49-F238E27FC236}">
                <a16:creationId xmlns:a16="http://schemas.microsoft.com/office/drawing/2014/main" id="{8598A87F-F9A2-8098-377A-9D7DA4694814}"/>
              </a:ext>
            </a:extLst>
          </p:cNvPr>
          <p:cNvSpPr>
            <a:spLocks noGrp="1"/>
          </p:cNvSpPr>
          <p:nvPr>
            <p:ph type="ftr" sz="quarter" idx="16"/>
          </p:nvPr>
        </p:nvSpPr>
        <p:spPr/>
        <p:txBody>
          <a:bodyPr/>
          <a:lstStyle/>
          <a:p>
            <a:r>
              <a:rPr lang="en-US"/>
              <a:t>Confidential | For Training Purposes Only</a:t>
            </a:r>
            <a:endParaRPr lang="en-US" dirty="0"/>
          </a:p>
        </p:txBody>
      </p:sp>
      <p:sp>
        <p:nvSpPr>
          <p:cNvPr id="3" name="Slide Number Placeholder 2">
            <a:extLst>
              <a:ext uri="{FF2B5EF4-FFF2-40B4-BE49-F238E27FC236}">
                <a16:creationId xmlns:a16="http://schemas.microsoft.com/office/drawing/2014/main" id="{47E709BA-1661-1E12-48D1-914CB241E564}"/>
              </a:ext>
            </a:extLst>
          </p:cNvPr>
          <p:cNvSpPr>
            <a:spLocks noGrp="1"/>
          </p:cNvSpPr>
          <p:nvPr>
            <p:ph type="sldNum" sz="quarter" idx="17"/>
          </p:nvPr>
        </p:nvSpPr>
        <p:spPr/>
        <p:txBody>
          <a:bodyPr/>
          <a:lstStyle/>
          <a:p>
            <a:pPr defTabSz="1205617"/>
            <a:fld id="{104FC826-72BB-4AF1-BA01-A94F7396A7DC}" type="slidenum">
              <a:rPr lang="en-US" smtClean="0"/>
              <a:pPr defTabSz="1205617"/>
              <a:t>‹#›</a:t>
            </a:fld>
            <a:endParaRPr lang="en-US" dirty="0"/>
          </a:p>
        </p:txBody>
      </p:sp>
    </p:spTree>
    <p:custDataLst>
      <p:tags r:id="rId1"/>
    </p:custDataLst>
    <p:extLst>
      <p:ext uri="{BB962C8B-B14F-4D97-AF65-F5344CB8AC3E}">
        <p14:creationId xmlns:p14="http://schemas.microsoft.com/office/powerpoint/2010/main" val="3415976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Section Header with Picture">
    <p:spTree>
      <p:nvGrpSpPr>
        <p:cNvPr id="1" name=""/>
        <p:cNvGrpSpPr/>
        <p:nvPr/>
      </p:nvGrpSpPr>
      <p:grpSpPr>
        <a:xfrm>
          <a:off x="0" y="0"/>
          <a:ext cx="0" cy="0"/>
          <a:chOff x="0" y="0"/>
          <a:chExt cx="0" cy="0"/>
        </a:xfrm>
      </p:grpSpPr>
      <p:sp>
        <p:nvSpPr>
          <p:cNvPr id="14" name="Picture Placeholder">
            <a:extLst>
              <a:ext uri="{FF2B5EF4-FFF2-40B4-BE49-F238E27FC236}">
                <a16:creationId xmlns:a16="http://schemas.microsoft.com/office/drawing/2014/main" id="{3B62DF6E-A83A-4117-A2ED-B4864BA8330A}"/>
              </a:ext>
            </a:extLst>
          </p:cNvPr>
          <p:cNvSpPr>
            <a:spLocks noGrp="1"/>
          </p:cNvSpPr>
          <p:nvPr>
            <p:ph type="pic" sz="quarter" idx="15" hasCustomPrompt="1"/>
          </p:nvPr>
        </p:nvSpPr>
        <p:spPr>
          <a:xfrm>
            <a:off x="0" y="1805944"/>
            <a:ext cx="14630400" cy="3954781"/>
          </a:xfrm>
          <a:solidFill>
            <a:schemeClr val="tx1"/>
          </a:solidFill>
        </p:spPr>
        <p:txBody>
          <a:bodyPr rIns="1828800" bIns="90000" anchor="ctr"/>
          <a:lstStyle>
            <a:lvl1pPr marL="0" indent="0" algn="r">
              <a:buNone/>
              <a:defRPr>
                <a:solidFill>
                  <a:schemeClr val="bg1"/>
                </a:solidFill>
                <a:latin typeface="+mn-lt"/>
              </a:defRPr>
            </a:lvl1pPr>
          </a:lstStyle>
          <a:p>
            <a:r>
              <a:rPr lang="en-US" dirty="0"/>
              <a:t>Picture placeholder</a:t>
            </a:r>
          </a:p>
        </p:txBody>
      </p:sp>
      <p:sp>
        <p:nvSpPr>
          <p:cNvPr id="11" name="Subtitle"/>
          <p:cNvSpPr>
            <a:spLocks noGrp="1"/>
          </p:cNvSpPr>
          <p:nvPr>
            <p:ph type="body" sz="quarter" idx="14"/>
          </p:nvPr>
        </p:nvSpPr>
        <p:spPr>
          <a:xfrm>
            <a:off x="350523" y="3910363"/>
            <a:ext cx="9873613" cy="640080"/>
          </a:xfrm>
        </p:spPr>
        <p:txBody>
          <a:bodyPr lIns="91440" tIns="91440" rIns="91440" bIns="91440">
            <a:noAutofit/>
          </a:bodyPr>
          <a:lstStyle>
            <a:lvl1pPr marL="0" indent="0">
              <a:spcBef>
                <a:spcPts val="0"/>
              </a:spcBef>
              <a:buFontTx/>
              <a:buNone/>
              <a:defRPr sz="2880">
                <a:solidFill>
                  <a:schemeClr val="bg1"/>
                </a:solidFill>
                <a:latin typeface="+mn-lt"/>
              </a:defRPr>
            </a:lvl1pPr>
            <a:lvl2pPr marL="0" indent="0">
              <a:spcBef>
                <a:spcPts val="0"/>
              </a:spcBef>
              <a:buFontTx/>
              <a:buNone/>
              <a:defRPr sz="2215"/>
            </a:lvl2pPr>
            <a:lvl3pPr marL="0" indent="0">
              <a:spcBef>
                <a:spcPts val="0"/>
              </a:spcBef>
              <a:buFontTx/>
              <a:buNone/>
              <a:defRPr sz="2215"/>
            </a:lvl3pPr>
            <a:lvl4pPr marL="0" indent="0">
              <a:spcBef>
                <a:spcPts val="0"/>
              </a:spcBef>
              <a:buFontTx/>
              <a:buNone/>
              <a:defRPr sz="2215"/>
            </a:lvl4pPr>
            <a:lvl5pPr marL="0" indent="0">
              <a:spcBef>
                <a:spcPts val="0"/>
              </a:spcBef>
              <a:buFontTx/>
              <a:buNone/>
              <a:defRPr sz="2215"/>
            </a:lvl5pPr>
            <a:lvl6pPr marL="0" indent="0">
              <a:spcBef>
                <a:spcPts val="0"/>
              </a:spcBef>
              <a:buFontTx/>
              <a:buNone/>
              <a:defRPr sz="2215"/>
            </a:lvl6pPr>
            <a:lvl7pPr marL="0" indent="0">
              <a:spcBef>
                <a:spcPts val="0"/>
              </a:spcBef>
              <a:buFontTx/>
              <a:buNone/>
              <a:defRPr sz="2215"/>
            </a:lvl7pPr>
            <a:lvl8pPr marL="0" indent="0">
              <a:spcBef>
                <a:spcPts val="0"/>
              </a:spcBef>
              <a:buFontTx/>
              <a:buNone/>
              <a:defRPr sz="2215"/>
            </a:lvl8pPr>
            <a:lvl9pPr marL="0" indent="0">
              <a:spcBef>
                <a:spcPts val="0"/>
              </a:spcBef>
              <a:buFontTx/>
              <a:buNone/>
              <a:defRPr sz="2215"/>
            </a:lvl9pPr>
          </a:lstStyle>
          <a:p>
            <a:pPr lvl="0"/>
            <a:r>
              <a:rPr lang="en-US"/>
              <a:t>Click to edit Master text styles</a:t>
            </a:r>
          </a:p>
        </p:txBody>
      </p:sp>
      <p:sp>
        <p:nvSpPr>
          <p:cNvPr id="10" name="Title"/>
          <p:cNvSpPr>
            <a:spLocks noGrp="1"/>
          </p:cNvSpPr>
          <p:nvPr>
            <p:ph type="title" hasCustomPrompt="1"/>
          </p:nvPr>
        </p:nvSpPr>
        <p:spPr>
          <a:xfrm>
            <a:off x="350523" y="3224057"/>
            <a:ext cx="10226651" cy="599238"/>
          </a:xfrm>
        </p:spPr>
        <p:txBody>
          <a:bodyPr lIns="91440" tIns="91440" rIns="91440" bIns="91440" anchor="b" anchorCtr="0"/>
          <a:lstStyle>
            <a:lvl1pPr>
              <a:defRPr sz="3545" baseline="0">
                <a:solidFill>
                  <a:schemeClr val="bg1"/>
                </a:solidFill>
              </a:defRPr>
            </a:lvl1pPr>
          </a:lstStyle>
          <a:p>
            <a:r>
              <a:rPr lang="en-US" dirty="0"/>
              <a:t>Click to add section header</a:t>
            </a:r>
          </a:p>
        </p:txBody>
      </p:sp>
      <p:sp>
        <p:nvSpPr>
          <p:cNvPr id="4" name="Slide Number Placeholder">
            <a:extLst>
              <a:ext uri="{FF2B5EF4-FFF2-40B4-BE49-F238E27FC236}">
                <a16:creationId xmlns:a16="http://schemas.microsoft.com/office/drawing/2014/main" id="{C8CDE3DB-5BD1-43F6-94A6-D47A00235D79}"/>
              </a:ext>
            </a:extLst>
          </p:cNvPr>
          <p:cNvSpPr>
            <a:spLocks noGrp="1"/>
          </p:cNvSpPr>
          <p:nvPr>
            <p:ph type="sldNum" sz="quarter" idx="17"/>
          </p:nvPr>
        </p:nvSpPr>
        <p:spPr/>
        <p:txBody>
          <a:bodyPr/>
          <a:lstStyle/>
          <a:p>
            <a:pPr defTabSz="1205617"/>
            <a:fld id="{104FC826-72BB-4AF1-BA01-A94F7396A7DC}" type="slidenum">
              <a:rPr lang="en-US" smtClean="0"/>
              <a:pPr defTabSz="1205617"/>
              <a:t>‹#›</a:t>
            </a:fld>
            <a:endParaRPr lang="en-US" dirty="0"/>
          </a:p>
        </p:txBody>
      </p:sp>
      <p:sp>
        <p:nvSpPr>
          <p:cNvPr id="3" name="Footer Placeholder">
            <a:extLst>
              <a:ext uri="{FF2B5EF4-FFF2-40B4-BE49-F238E27FC236}">
                <a16:creationId xmlns:a16="http://schemas.microsoft.com/office/drawing/2014/main" id="{EEEF92A3-A948-430A-BA72-93EBB9877D77}"/>
              </a:ext>
            </a:extLst>
          </p:cNvPr>
          <p:cNvSpPr>
            <a:spLocks noGrp="1"/>
          </p:cNvSpPr>
          <p:nvPr>
            <p:ph type="ftr" sz="quarter" idx="16"/>
          </p:nvPr>
        </p:nvSpPr>
        <p:spPr/>
        <p:txBody>
          <a:bodyPr/>
          <a:lstStyle/>
          <a:p>
            <a:r>
              <a:rPr lang="en-US"/>
              <a:t>Confidential | For Training Purposes Only</a:t>
            </a:r>
            <a:endParaRPr lang="en-US" dirty="0"/>
          </a:p>
        </p:txBody>
      </p:sp>
    </p:spTree>
    <p:extLst>
      <p:ext uri="{BB962C8B-B14F-4D97-AF65-F5344CB8AC3E}">
        <p14:creationId xmlns:p14="http://schemas.microsoft.com/office/powerpoint/2010/main" val="932963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Green Frame Divider">
    <p:spTree>
      <p:nvGrpSpPr>
        <p:cNvPr id="1" name=""/>
        <p:cNvGrpSpPr/>
        <p:nvPr/>
      </p:nvGrpSpPr>
      <p:grpSpPr>
        <a:xfrm>
          <a:off x="0" y="0"/>
          <a:ext cx="0" cy="0"/>
          <a:chOff x="0" y="0"/>
          <a:chExt cx="0" cy="0"/>
        </a:xfrm>
      </p:grpSpPr>
      <p:sp>
        <p:nvSpPr>
          <p:cNvPr id="17" name="Text"/>
          <p:cNvSpPr>
            <a:spLocks noGrp="1"/>
          </p:cNvSpPr>
          <p:nvPr>
            <p:ph type="body" sz="quarter" idx="14"/>
          </p:nvPr>
        </p:nvSpPr>
        <p:spPr>
          <a:xfrm>
            <a:off x="346795" y="3445200"/>
            <a:ext cx="10226651" cy="3283176"/>
          </a:xfrm>
        </p:spPr>
        <p:txBody>
          <a:bodyPr lIns="91440" tIns="91440" rIns="91440" bIns="91440">
            <a:noAutofit/>
          </a:bodyPr>
          <a:lstStyle>
            <a:lvl1pPr marL="0" indent="0">
              <a:spcBef>
                <a:spcPts val="0"/>
              </a:spcBef>
              <a:buFontTx/>
              <a:buNone/>
              <a:defRPr sz="2880">
                <a:latin typeface="+mn-lt"/>
              </a:defRPr>
            </a:lvl1pPr>
            <a:lvl2pPr marL="0" indent="0">
              <a:spcBef>
                <a:spcPts val="0"/>
              </a:spcBef>
              <a:buFontTx/>
              <a:buNone/>
              <a:defRPr sz="2215"/>
            </a:lvl2pPr>
            <a:lvl3pPr marL="0" indent="0">
              <a:spcBef>
                <a:spcPts val="0"/>
              </a:spcBef>
              <a:buFontTx/>
              <a:buNone/>
              <a:defRPr sz="2215"/>
            </a:lvl3pPr>
            <a:lvl4pPr marL="0" indent="0">
              <a:spcBef>
                <a:spcPts val="0"/>
              </a:spcBef>
              <a:buFontTx/>
              <a:buNone/>
              <a:defRPr sz="2215"/>
            </a:lvl4pPr>
            <a:lvl5pPr marL="0" indent="0">
              <a:spcBef>
                <a:spcPts val="0"/>
              </a:spcBef>
              <a:buFontTx/>
              <a:buNone/>
              <a:defRPr sz="2215"/>
            </a:lvl5pPr>
            <a:lvl6pPr marL="0" indent="0">
              <a:spcBef>
                <a:spcPts val="0"/>
              </a:spcBef>
              <a:buFontTx/>
              <a:buNone/>
              <a:defRPr sz="2215"/>
            </a:lvl6pPr>
            <a:lvl7pPr marL="0" indent="0">
              <a:spcBef>
                <a:spcPts val="0"/>
              </a:spcBef>
              <a:buFontTx/>
              <a:buNone/>
              <a:defRPr sz="2215"/>
            </a:lvl7pPr>
            <a:lvl8pPr marL="0" indent="0">
              <a:spcBef>
                <a:spcPts val="0"/>
              </a:spcBef>
              <a:buFontTx/>
              <a:buNone/>
              <a:defRPr sz="2215"/>
            </a:lvl8pPr>
            <a:lvl9pPr marL="0" indent="0">
              <a:spcBef>
                <a:spcPts val="0"/>
              </a:spcBef>
              <a:buFontTx/>
              <a:buNone/>
              <a:defRPr sz="2215"/>
            </a:lvl9pPr>
          </a:lstStyle>
          <a:p>
            <a:pPr lvl="0"/>
            <a:r>
              <a:rPr lang="en-US"/>
              <a:t>Click to edit Master text styles</a:t>
            </a:r>
          </a:p>
        </p:txBody>
      </p:sp>
      <p:sp>
        <p:nvSpPr>
          <p:cNvPr id="18" name="Bar"/>
          <p:cNvSpPr/>
          <p:nvPr/>
        </p:nvSpPr>
        <p:spPr>
          <a:xfrm>
            <a:off x="453473" y="3259376"/>
            <a:ext cx="10226651"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16" name="Title"/>
          <p:cNvSpPr>
            <a:spLocks noGrp="1"/>
          </p:cNvSpPr>
          <p:nvPr>
            <p:ph type="title" hasCustomPrompt="1"/>
          </p:nvPr>
        </p:nvSpPr>
        <p:spPr>
          <a:xfrm>
            <a:off x="346795" y="822962"/>
            <a:ext cx="10226651" cy="2348824"/>
          </a:xfrm>
        </p:spPr>
        <p:txBody>
          <a:bodyPr lIns="91440" tIns="91440" rIns="91440" bIns="91440" anchor="b" anchorCtr="0"/>
          <a:lstStyle>
            <a:lvl1pPr>
              <a:defRPr sz="3545" baseline="0"/>
            </a:lvl1pPr>
          </a:lstStyle>
          <a:p>
            <a:r>
              <a:rPr lang="en-US" dirty="0"/>
              <a:t>Click to add section header</a:t>
            </a:r>
          </a:p>
        </p:txBody>
      </p:sp>
      <p:sp>
        <p:nvSpPr>
          <p:cNvPr id="5" name="Slide Number Placeholder">
            <a:extLst>
              <a:ext uri="{FF2B5EF4-FFF2-40B4-BE49-F238E27FC236}">
                <a16:creationId xmlns:a16="http://schemas.microsoft.com/office/drawing/2014/main" id="{B699D1C6-DBB0-43D0-BC06-19A6E62C1986}"/>
              </a:ext>
            </a:extLst>
          </p:cNvPr>
          <p:cNvSpPr>
            <a:spLocks noGrp="1"/>
          </p:cNvSpPr>
          <p:nvPr>
            <p:ph type="sldNum" sz="quarter" idx="16"/>
          </p:nvPr>
        </p:nvSpPr>
        <p:spPr/>
        <p:txBody>
          <a:bodyPr/>
          <a:lstStyle/>
          <a:p>
            <a:pPr defTabSz="1205617"/>
            <a:fld id="{104FC826-72BB-4AF1-BA01-A94F7396A7DC}" type="slidenum">
              <a:rPr lang="en-US" smtClean="0"/>
              <a:pPr defTabSz="1205617"/>
              <a:t>‹#›</a:t>
            </a:fld>
            <a:endParaRPr lang="en-US" dirty="0"/>
          </a:p>
        </p:txBody>
      </p:sp>
      <p:sp>
        <p:nvSpPr>
          <p:cNvPr id="2" name="Footer Placeholder">
            <a:extLst>
              <a:ext uri="{FF2B5EF4-FFF2-40B4-BE49-F238E27FC236}">
                <a16:creationId xmlns:a16="http://schemas.microsoft.com/office/drawing/2014/main" id="{DCAA7B61-F2C7-43C9-A11F-B48C4ED2EBCF}"/>
              </a:ext>
            </a:extLst>
          </p:cNvPr>
          <p:cNvSpPr>
            <a:spLocks noGrp="1"/>
          </p:cNvSpPr>
          <p:nvPr>
            <p:ph type="ftr" sz="quarter" idx="15"/>
          </p:nvPr>
        </p:nvSpPr>
        <p:spPr>
          <a:xfrm>
            <a:off x="4466035" y="7355209"/>
            <a:ext cx="8977393" cy="493897"/>
          </a:xfrm>
        </p:spPr>
        <p:txBody>
          <a:bodyPr/>
          <a:lstStyle/>
          <a:p>
            <a:r>
              <a:rPr lang="en-US"/>
              <a:t>Confidential | For Training Purposes Only</a:t>
            </a:r>
            <a:endParaRPr lang="en-US" dirty="0"/>
          </a:p>
        </p:txBody>
      </p:sp>
    </p:spTree>
    <p:extLst>
      <p:ext uri="{BB962C8B-B14F-4D97-AF65-F5344CB8AC3E}">
        <p14:creationId xmlns:p14="http://schemas.microsoft.com/office/powerpoint/2010/main" val="1458750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Purple Frame Divider">
    <p:spTree>
      <p:nvGrpSpPr>
        <p:cNvPr id="1" name=""/>
        <p:cNvGrpSpPr/>
        <p:nvPr/>
      </p:nvGrpSpPr>
      <p:grpSpPr>
        <a:xfrm>
          <a:off x="0" y="0"/>
          <a:ext cx="0" cy="0"/>
          <a:chOff x="0" y="0"/>
          <a:chExt cx="0" cy="0"/>
        </a:xfrm>
      </p:grpSpPr>
      <p:sp>
        <p:nvSpPr>
          <p:cNvPr id="13" name="Text">
            <a:extLst>
              <a:ext uri="{FF2B5EF4-FFF2-40B4-BE49-F238E27FC236}">
                <a16:creationId xmlns:a16="http://schemas.microsoft.com/office/drawing/2014/main" id="{B6844C8B-60DD-4EDB-AF8B-41A6695EFCF6}"/>
              </a:ext>
            </a:extLst>
          </p:cNvPr>
          <p:cNvSpPr>
            <a:spLocks noGrp="1"/>
          </p:cNvSpPr>
          <p:nvPr>
            <p:ph type="body" sz="quarter" idx="14"/>
          </p:nvPr>
        </p:nvSpPr>
        <p:spPr>
          <a:xfrm>
            <a:off x="346795" y="3445200"/>
            <a:ext cx="10226651" cy="3283176"/>
          </a:xfrm>
        </p:spPr>
        <p:txBody>
          <a:bodyPr lIns="91440" tIns="91440" rIns="91440" bIns="91440">
            <a:noAutofit/>
          </a:bodyPr>
          <a:lstStyle>
            <a:lvl1pPr marL="0" indent="0">
              <a:spcBef>
                <a:spcPts val="0"/>
              </a:spcBef>
              <a:buFontTx/>
              <a:buNone/>
              <a:defRPr sz="2880">
                <a:latin typeface="+mn-lt"/>
              </a:defRPr>
            </a:lvl1pPr>
            <a:lvl2pPr marL="0" indent="0">
              <a:spcBef>
                <a:spcPts val="0"/>
              </a:spcBef>
              <a:buFontTx/>
              <a:buNone/>
              <a:defRPr sz="2215"/>
            </a:lvl2pPr>
            <a:lvl3pPr marL="0" indent="0">
              <a:spcBef>
                <a:spcPts val="0"/>
              </a:spcBef>
              <a:buFontTx/>
              <a:buNone/>
              <a:defRPr sz="2215"/>
            </a:lvl3pPr>
            <a:lvl4pPr marL="0" indent="0">
              <a:spcBef>
                <a:spcPts val="0"/>
              </a:spcBef>
              <a:buFontTx/>
              <a:buNone/>
              <a:defRPr sz="2215"/>
            </a:lvl4pPr>
            <a:lvl5pPr marL="0" indent="0">
              <a:spcBef>
                <a:spcPts val="0"/>
              </a:spcBef>
              <a:buFontTx/>
              <a:buNone/>
              <a:defRPr sz="2215"/>
            </a:lvl5pPr>
            <a:lvl6pPr marL="0" indent="0">
              <a:spcBef>
                <a:spcPts val="0"/>
              </a:spcBef>
              <a:buFontTx/>
              <a:buNone/>
              <a:defRPr sz="2215"/>
            </a:lvl6pPr>
            <a:lvl7pPr marL="0" indent="0">
              <a:spcBef>
                <a:spcPts val="0"/>
              </a:spcBef>
              <a:buFontTx/>
              <a:buNone/>
              <a:defRPr sz="2215"/>
            </a:lvl7pPr>
            <a:lvl8pPr marL="0" indent="0">
              <a:spcBef>
                <a:spcPts val="0"/>
              </a:spcBef>
              <a:buFontTx/>
              <a:buNone/>
              <a:defRPr sz="2215"/>
            </a:lvl8pPr>
            <a:lvl9pPr marL="0" indent="0">
              <a:spcBef>
                <a:spcPts val="0"/>
              </a:spcBef>
              <a:buFontTx/>
              <a:buNone/>
              <a:defRPr sz="2215"/>
            </a:lvl9pPr>
          </a:lstStyle>
          <a:p>
            <a:pPr lvl="0"/>
            <a:r>
              <a:rPr lang="en-US"/>
              <a:t>Click to edit Master text styles</a:t>
            </a:r>
          </a:p>
        </p:txBody>
      </p:sp>
      <p:sp>
        <p:nvSpPr>
          <p:cNvPr id="16" name="Bar"/>
          <p:cNvSpPr/>
          <p:nvPr/>
        </p:nvSpPr>
        <p:spPr>
          <a:xfrm>
            <a:off x="453473" y="3259376"/>
            <a:ext cx="10226651" cy="6583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8" name="Title">
            <a:extLst>
              <a:ext uri="{FF2B5EF4-FFF2-40B4-BE49-F238E27FC236}">
                <a16:creationId xmlns:a16="http://schemas.microsoft.com/office/drawing/2014/main" id="{2CE5726B-4E9B-428F-B8BF-52038F1B0EF7}"/>
              </a:ext>
            </a:extLst>
          </p:cNvPr>
          <p:cNvSpPr>
            <a:spLocks noGrp="1"/>
          </p:cNvSpPr>
          <p:nvPr>
            <p:ph type="title" hasCustomPrompt="1"/>
          </p:nvPr>
        </p:nvSpPr>
        <p:spPr>
          <a:xfrm>
            <a:off x="346795" y="822962"/>
            <a:ext cx="10226651" cy="2348824"/>
          </a:xfrm>
        </p:spPr>
        <p:txBody>
          <a:bodyPr lIns="91440" tIns="91440" rIns="91440" bIns="91440" anchor="b" anchorCtr="0"/>
          <a:lstStyle>
            <a:lvl1pPr>
              <a:defRPr sz="3545" baseline="0"/>
            </a:lvl1pPr>
          </a:lstStyle>
          <a:p>
            <a:r>
              <a:rPr lang="en-US" dirty="0"/>
              <a:t>Click to add section header</a:t>
            </a:r>
          </a:p>
        </p:txBody>
      </p:sp>
      <p:sp>
        <p:nvSpPr>
          <p:cNvPr id="3" name="Slide Number Placeholder">
            <a:extLst>
              <a:ext uri="{FF2B5EF4-FFF2-40B4-BE49-F238E27FC236}">
                <a16:creationId xmlns:a16="http://schemas.microsoft.com/office/drawing/2014/main" id="{0B94C82C-D24B-4532-B992-AD884CD16A94}"/>
              </a:ext>
            </a:extLst>
          </p:cNvPr>
          <p:cNvSpPr>
            <a:spLocks noGrp="1"/>
          </p:cNvSpPr>
          <p:nvPr>
            <p:ph type="sldNum" sz="quarter" idx="16"/>
          </p:nvPr>
        </p:nvSpPr>
        <p:spPr/>
        <p:txBody>
          <a:bodyPr/>
          <a:lstStyle/>
          <a:p>
            <a:pPr defTabSz="1205617"/>
            <a:fld id="{104FC826-72BB-4AF1-BA01-A94F7396A7DC}" type="slidenum">
              <a:rPr lang="en-US" smtClean="0"/>
              <a:pPr defTabSz="1205617"/>
              <a:t>‹#›</a:t>
            </a:fld>
            <a:endParaRPr lang="en-US" dirty="0"/>
          </a:p>
        </p:txBody>
      </p:sp>
      <p:sp>
        <p:nvSpPr>
          <p:cNvPr id="2" name="Footer Placeholder">
            <a:extLst>
              <a:ext uri="{FF2B5EF4-FFF2-40B4-BE49-F238E27FC236}">
                <a16:creationId xmlns:a16="http://schemas.microsoft.com/office/drawing/2014/main" id="{6B49B78C-62D9-4CBC-82AE-117CC49AA73F}"/>
              </a:ext>
            </a:extLst>
          </p:cNvPr>
          <p:cNvSpPr>
            <a:spLocks noGrp="1"/>
          </p:cNvSpPr>
          <p:nvPr>
            <p:ph type="ftr" sz="quarter" idx="15"/>
          </p:nvPr>
        </p:nvSpPr>
        <p:spPr/>
        <p:txBody>
          <a:bodyPr/>
          <a:lstStyle/>
          <a:p>
            <a:r>
              <a:rPr lang="en-US"/>
              <a:t>Confidential | For Training Purposes Only</a:t>
            </a:r>
            <a:endParaRPr lang="en-US" dirty="0"/>
          </a:p>
        </p:txBody>
      </p:sp>
    </p:spTree>
    <p:extLst>
      <p:ext uri="{BB962C8B-B14F-4D97-AF65-F5344CB8AC3E}">
        <p14:creationId xmlns:p14="http://schemas.microsoft.com/office/powerpoint/2010/main" val="771159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Medium Blue Frame Divider">
    <p:spTree>
      <p:nvGrpSpPr>
        <p:cNvPr id="1" name=""/>
        <p:cNvGrpSpPr/>
        <p:nvPr/>
      </p:nvGrpSpPr>
      <p:grpSpPr>
        <a:xfrm>
          <a:off x="0" y="0"/>
          <a:ext cx="0" cy="0"/>
          <a:chOff x="0" y="0"/>
          <a:chExt cx="0" cy="0"/>
        </a:xfrm>
      </p:grpSpPr>
      <p:sp>
        <p:nvSpPr>
          <p:cNvPr id="14" name="Text">
            <a:extLst>
              <a:ext uri="{FF2B5EF4-FFF2-40B4-BE49-F238E27FC236}">
                <a16:creationId xmlns:a16="http://schemas.microsoft.com/office/drawing/2014/main" id="{71441D17-F569-4929-BED2-B3C594D2EB1E}"/>
              </a:ext>
            </a:extLst>
          </p:cNvPr>
          <p:cNvSpPr>
            <a:spLocks noGrp="1"/>
          </p:cNvSpPr>
          <p:nvPr>
            <p:ph type="body" sz="quarter" idx="14"/>
          </p:nvPr>
        </p:nvSpPr>
        <p:spPr>
          <a:xfrm>
            <a:off x="346795" y="3445200"/>
            <a:ext cx="10226651" cy="3283176"/>
          </a:xfrm>
        </p:spPr>
        <p:txBody>
          <a:bodyPr lIns="91440" tIns="91440" rIns="91440" bIns="91440">
            <a:noAutofit/>
          </a:bodyPr>
          <a:lstStyle>
            <a:lvl1pPr marL="0" indent="0">
              <a:spcBef>
                <a:spcPts val="0"/>
              </a:spcBef>
              <a:buFontTx/>
              <a:buNone/>
              <a:defRPr sz="2880">
                <a:latin typeface="+mn-lt"/>
              </a:defRPr>
            </a:lvl1pPr>
            <a:lvl2pPr marL="0" indent="0">
              <a:spcBef>
                <a:spcPts val="0"/>
              </a:spcBef>
              <a:buFontTx/>
              <a:buNone/>
              <a:defRPr sz="2215"/>
            </a:lvl2pPr>
            <a:lvl3pPr marL="0" indent="0">
              <a:spcBef>
                <a:spcPts val="0"/>
              </a:spcBef>
              <a:buFontTx/>
              <a:buNone/>
              <a:defRPr sz="2215"/>
            </a:lvl3pPr>
            <a:lvl4pPr marL="0" indent="0">
              <a:spcBef>
                <a:spcPts val="0"/>
              </a:spcBef>
              <a:buFontTx/>
              <a:buNone/>
              <a:defRPr sz="2215"/>
            </a:lvl4pPr>
            <a:lvl5pPr marL="0" indent="0">
              <a:spcBef>
                <a:spcPts val="0"/>
              </a:spcBef>
              <a:buFontTx/>
              <a:buNone/>
              <a:defRPr sz="2215"/>
            </a:lvl5pPr>
            <a:lvl6pPr marL="0" indent="0">
              <a:spcBef>
                <a:spcPts val="0"/>
              </a:spcBef>
              <a:buFontTx/>
              <a:buNone/>
              <a:defRPr sz="2215"/>
            </a:lvl6pPr>
            <a:lvl7pPr marL="0" indent="0">
              <a:spcBef>
                <a:spcPts val="0"/>
              </a:spcBef>
              <a:buFontTx/>
              <a:buNone/>
              <a:defRPr sz="2215"/>
            </a:lvl7pPr>
            <a:lvl8pPr marL="0" indent="0">
              <a:spcBef>
                <a:spcPts val="0"/>
              </a:spcBef>
              <a:buFontTx/>
              <a:buNone/>
              <a:defRPr sz="2215"/>
            </a:lvl8pPr>
            <a:lvl9pPr marL="0" indent="0">
              <a:spcBef>
                <a:spcPts val="0"/>
              </a:spcBef>
              <a:buFontTx/>
              <a:buNone/>
              <a:defRPr sz="2215"/>
            </a:lvl9pPr>
          </a:lstStyle>
          <a:p>
            <a:pPr lvl="0"/>
            <a:r>
              <a:rPr lang="en-US"/>
              <a:t>Click to edit Master text styles</a:t>
            </a:r>
          </a:p>
        </p:txBody>
      </p:sp>
      <p:sp>
        <p:nvSpPr>
          <p:cNvPr id="16" name="Bar"/>
          <p:cNvSpPr/>
          <p:nvPr/>
        </p:nvSpPr>
        <p:spPr>
          <a:xfrm>
            <a:off x="453473" y="3259376"/>
            <a:ext cx="10226651" cy="65837"/>
          </a:xfrm>
          <a:prstGeom prst="rect">
            <a:avLst/>
          </a:prstGeom>
          <a:solidFill>
            <a:srgbClr val="32DA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8" name="Title">
            <a:extLst>
              <a:ext uri="{FF2B5EF4-FFF2-40B4-BE49-F238E27FC236}">
                <a16:creationId xmlns:a16="http://schemas.microsoft.com/office/drawing/2014/main" id="{52C54A16-447D-4A74-9122-F46E4BC750F0}"/>
              </a:ext>
            </a:extLst>
          </p:cNvPr>
          <p:cNvSpPr>
            <a:spLocks noGrp="1"/>
          </p:cNvSpPr>
          <p:nvPr>
            <p:ph type="title" hasCustomPrompt="1"/>
          </p:nvPr>
        </p:nvSpPr>
        <p:spPr>
          <a:xfrm>
            <a:off x="346795" y="822962"/>
            <a:ext cx="10226651" cy="2348824"/>
          </a:xfrm>
        </p:spPr>
        <p:txBody>
          <a:bodyPr lIns="91440" tIns="91440" rIns="91440" bIns="91440" anchor="b" anchorCtr="0"/>
          <a:lstStyle>
            <a:lvl1pPr>
              <a:defRPr sz="3545" baseline="0"/>
            </a:lvl1pPr>
          </a:lstStyle>
          <a:p>
            <a:r>
              <a:rPr lang="en-US" dirty="0"/>
              <a:t>Click to add section header</a:t>
            </a:r>
          </a:p>
        </p:txBody>
      </p:sp>
      <p:sp>
        <p:nvSpPr>
          <p:cNvPr id="3" name="Slide Number Placeholder">
            <a:extLst>
              <a:ext uri="{FF2B5EF4-FFF2-40B4-BE49-F238E27FC236}">
                <a16:creationId xmlns:a16="http://schemas.microsoft.com/office/drawing/2014/main" id="{29926132-14B5-462D-8011-DBD07D3A4F4E}"/>
              </a:ext>
            </a:extLst>
          </p:cNvPr>
          <p:cNvSpPr>
            <a:spLocks noGrp="1"/>
          </p:cNvSpPr>
          <p:nvPr>
            <p:ph type="sldNum" sz="quarter" idx="16"/>
          </p:nvPr>
        </p:nvSpPr>
        <p:spPr/>
        <p:txBody>
          <a:bodyPr/>
          <a:lstStyle/>
          <a:p>
            <a:pPr defTabSz="1205617"/>
            <a:fld id="{104FC826-72BB-4AF1-BA01-A94F7396A7DC}" type="slidenum">
              <a:rPr lang="en-US" smtClean="0"/>
              <a:pPr defTabSz="1205617"/>
              <a:t>‹#›</a:t>
            </a:fld>
            <a:endParaRPr lang="en-US" dirty="0"/>
          </a:p>
        </p:txBody>
      </p:sp>
      <p:sp>
        <p:nvSpPr>
          <p:cNvPr id="2" name="Footer Placeholder">
            <a:extLst>
              <a:ext uri="{FF2B5EF4-FFF2-40B4-BE49-F238E27FC236}">
                <a16:creationId xmlns:a16="http://schemas.microsoft.com/office/drawing/2014/main" id="{0698795D-6546-4F01-AD74-FF78AF2E677C}"/>
              </a:ext>
            </a:extLst>
          </p:cNvPr>
          <p:cNvSpPr>
            <a:spLocks noGrp="1"/>
          </p:cNvSpPr>
          <p:nvPr>
            <p:ph type="ftr" sz="quarter" idx="15"/>
          </p:nvPr>
        </p:nvSpPr>
        <p:spPr/>
        <p:txBody>
          <a:bodyPr/>
          <a:lstStyle/>
          <a:p>
            <a:r>
              <a:rPr lang="en-US"/>
              <a:t>Confidential | For Training Purposes Only</a:t>
            </a:r>
            <a:endParaRPr lang="en-US" dirty="0"/>
          </a:p>
        </p:txBody>
      </p:sp>
    </p:spTree>
    <p:extLst>
      <p:ext uri="{BB962C8B-B14F-4D97-AF65-F5344CB8AC3E}">
        <p14:creationId xmlns:p14="http://schemas.microsoft.com/office/powerpoint/2010/main" val="909807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Orange Frame Divider">
    <p:spTree>
      <p:nvGrpSpPr>
        <p:cNvPr id="1" name=""/>
        <p:cNvGrpSpPr/>
        <p:nvPr/>
      </p:nvGrpSpPr>
      <p:grpSpPr>
        <a:xfrm>
          <a:off x="0" y="0"/>
          <a:ext cx="0" cy="0"/>
          <a:chOff x="0" y="0"/>
          <a:chExt cx="0" cy="0"/>
        </a:xfrm>
      </p:grpSpPr>
      <p:sp>
        <p:nvSpPr>
          <p:cNvPr id="14" name="Text">
            <a:extLst>
              <a:ext uri="{FF2B5EF4-FFF2-40B4-BE49-F238E27FC236}">
                <a16:creationId xmlns:a16="http://schemas.microsoft.com/office/drawing/2014/main" id="{EE3E2CEF-B9DC-4BC7-912D-0AF3140E0BBE}"/>
              </a:ext>
            </a:extLst>
          </p:cNvPr>
          <p:cNvSpPr>
            <a:spLocks noGrp="1"/>
          </p:cNvSpPr>
          <p:nvPr>
            <p:ph type="body" sz="quarter" idx="14"/>
          </p:nvPr>
        </p:nvSpPr>
        <p:spPr>
          <a:xfrm>
            <a:off x="346795" y="3445200"/>
            <a:ext cx="10226651" cy="3283176"/>
          </a:xfrm>
        </p:spPr>
        <p:txBody>
          <a:bodyPr lIns="91440" tIns="91440" rIns="91440" bIns="91440">
            <a:noAutofit/>
          </a:bodyPr>
          <a:lstStyle>
            <a:lvl1pPr marL="0" indent="0">
              <a:spcBef>
                <a:spcPts val="0"/>
              </a:spcBef>
              <a:buFontTx/>
              <a:buNone/>
              <a:defRPr sz="2880">
                <a:latin typeface="+mn-lt"/>
              </a:defRPr>
            </a:lvl1pPr>
            <a:lvl2pPr marL="0" indent="0">
              <a:spcBef>
                <a:spcPts val="0"/>
              </a:spcBef>
              <a:buFontTx/>
              <a:buNone/>
              <a:defRPr sz="2215"/>
            </a:lvl2pPr>
            <a:lvl3pPr marL="0" indent="0">
              <a:spcBef>
                <a:spcPts val="0"/>
              </a:spcBef>
              <a:buFontTx/>
              <a:buNone/>
              <a:defRPr sz="2215"/>
            </a:lvl3pPr>
            <a:lvl4pPr marL="0" indent="0">
              <a:spcBef>
                <a:spcPts val="0"/>
              </a:spcBef>
              <a:buFontTx/>
              <a:buNone/>
              <a:defRPr sz="2215"/>
            </a:lvl4pPr>
            <a:lvl5pPr marL="0" indent="0">
              <a:spcBef>
                <a:spcPts val="0"/>
              </a:spcBef>
              <a:buFontTx/>
              <a:buNone/>
              <a:defRPr sz="2215"/>
            </a:lvl5pPr>
            <a:lvl6pPr marL="0" indent="0">
              <a:spcBef>
                <a:spcPts val="0"/>
              </a:spcBef>
              <a:buFontTx/>
              <a:buNone/>
              <a:defRPr sz="2215"/>
            </a:lvl6pPr>
            <a:lvl7pPr marL="0" indent="0">
              <a:spcBef>
                <a:spcPts val="0"/>
              </a:spcBef>
              <a:buFontTx/>
              <a:buNone/>
              <a:defRPr sz="2215"/>
            </a:lvl7pPr>
            <a:lvl8pPr marL="0" indent="0">
              <a:spcBef>
                <a:spcPts val="0"/>
              </a:spcBef>
              <a:buFontTx/>
              <a:buNone/>
              <a:defRPr sz="2215"/>
            </a:lvl8pPr>
            <a:lvl9pPr marL="0" indent="0">
              <a:spcBef>
                <a:spcPts val="0"/>
              </a:spcBef>
              <a:buFontTx/>
              <a:buNone/>
              <a:defRPr sz="2215"/>
            </a:lvl9pPr>
          </a:lstStyle>
          <a:p>
            <a:pPr lvl="0"/>
            <a:r>
              <a:rPr lang="en-US"/>
              <a:t>Click to edit Master text styles</a:t>
            </a:r>
          </a:p>
        </p:txBody>
      </p:sp>
      <p:sp>
        <p:nvSpPr>
          <p:cNvPr id="16" name="Bar"/>
          <p:cNvSpPr/>
          <p:nvPr/>
        </p:nvSpPr>
        <p:spPr>
          <a:xfrm>
            <a:off x="453473" y="3259376"/>
            <a:ext cx="10226651" cy="6583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8" name="Title">
            <a:extLst>
              <a:ext uri="{FF2B5EF4-FFF2-40B4-BE49-F238E27FC236}">
                <a16:creationId xmlns:a16="http://schemas.microsoft.com/office/drawing/2014/main" id="{10CC7B28-F85E-49B0-A5ED-82D39FF680D7}"/>
              </a:ext>
            </a:extLst>
          </p:cNvPr>
          <p:cNvSpPr>
            <a:spLocks noGrp="1"/>
          </p:cNvSpPr>
          <p:nvPr>
            <p:ph type="title" hasCustomPrompt="1"/>
          </p:nvPr>
        </p:nvSpPr>
        <p:spPr>
          <a:xfrm>
            <a:off x="346795" y="822962"/>
            <a:ext cx="10226651" cy="2348824"/>
          </a:xfrm>
        </p:spPr>
        <p:txBody>
          <a:bodyPr lIns="91440" tIns="91440" rIns="91440" bIns="91440" anchor="b" anchorCtr="0"/>
          <a:lstStyle>
            <a:lvl1pPr>
              <a:defRPr sz="3545" baseline="0"/>
            </a:lvl1pPr>
          </a:lstStyle>
          <a:p>
            <a:r>
              <a:rPr lang="en-US" dirty="0"/>
              <a:t>Click to add section header</a:t>
            </a:r>
          </a:p>
        </p:txBody>
      </p:sp>
      <p:sp>
        <p:nvSpPr>
          <p:cNvPr id="3" name="Slide Number Placeholder">
            <a:extLst>
              <a:ext uri="{FF2B5EF4-FFF2-40B4-BE49-F238E27FC236}">
                <a16:creationId xmlns:a16="http://schemas.microsoft.com/office/drawing/2014/main" id="{2452CF67-7C64-4A36-818E-9739F15599EC}"/>
              </a:ext>
            </a:extLst>
          </p:cNvPr>
          <p:cNvSpPr>
            <a:spLocks noGrp="1"/>
          </p:cNvSpPr>
          <p:nvPr>
            <p:ph type="sldNum" sz="quarter" idx="16"/>
          </p:nvPr>
        </p:nvSpPr>
        <p:spPr/>
        <p:txBody>
          <a:bodyPr/>
          <a:lstStyle/>
          <a:p>
            <a:pPr defTabSz="1205617"/>
            <a:fld id="{104FC826-72BB-4AF1-BA01-A94F7396A7DC}" type="slidenum">
              <a:rPr lang="en-US" smtClean="0"/>
              <a:pPr defTabSz="1205617"/>
              <a:t>‹#›</a:t>
            </a:fld>
            <a:endParaRPr lang="en-US" dirty="0"/>
          </a:p>
        </p:txBody>
      </p:sp>
      <p:sp>
        <p:nvSpPr>
          <p:cNvPr id="2" name="Footer Placeholder">
            <a:extLst>
              <a:ext uri="{FF2B5EF4-FFF2-40B4-BE49-F238E27FC236}">
                <a16:creationId xmlns:a16="http://schemas.microsoft.com/office/drawing/2014/main" id="{FE686EF5-477F-4DCE-824F-3C05B5AA6594}"/>
              </a:ext>
            </a:extLst>
          </p:cNvPr>
          <p:cNvSpPr>
            <a:spLocks noGrp="1"/>
          </p:cNvSpPr>
          <p:nvPr>
            <p:ph type="ftr" sz="quarter" idx="15"/>
          </p:nvPr>
        </p:nvSpPr>
        <p:spPr/>
        <p:txBody>
          <a:bodyPr/>
          <a:lstStyle>
            <a:lvl1pPr>
              <a:defRPr cap="none" baseline="0"/>
            </a:lvl1pPr>
          </a:lstStyle>
          <a:p>
            <a:r>
              <a:rPr lang="en-US"/>
              <a:t>Confidential | For Training Purposes Only</a:t>
            </a:r>
            <a:endParaRPr lang="en-US" dirty="0"/>
          </a:p>
        </p:txBody>
      </p:sp>
    </p:spTree>
    <p:extLst>
      <p:ext uri="{BB962C8B-B14F-4D97-AF65-F5344CB8AC3E}">
        <p14:creationId xmlns:p14="http://schemas.microsoft.com/office/powerpoint/2010/main" val="167511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12" name="Name, title, company"/>
          <p:cNvSpPr>
            <a:spLocks noGrp="1"/>
          </p:cNvSpPr>
          <p:nvPr>
            <p:ph type="body" sz="quarter" idx="14" hasCustomPrompt="1"/>
          </p:nvPr>
        </p:nvSpPr>
        <p:spPr>
          <a:xfrm>
            <a:off x="615600" y="4787410"/>
            <a:ext cx="9873613" cy="640080"/>
          </a:xfrm>
        </p:spPr>
        <p:txBody>
          <a:bodyPr lIns="91440">
            <a:noAutofit/>
          </a:bodyPr>
          <a:lstStyle>
            <a:lvl1pPr marL="0" indent="0">
              <a:spcBef>
                <a:spcPts val="0"/>
              </a:spcBef>
              <a:buFontTx/>
              <a:buNone/>
              <a:defRPr sz="2880">
                <a:latin typeface="+mn-lt"/>
              </a:defRPr>
            </a:lvl1pPr>
            <a:lvl2pPr marL="0" indent="0">
              <a:spcBef>
                <a:spcPts val="0"/>
              </a:spcBef>
              <a:buFontTx/>
              <a:buNone/>
              <a:defRPr sz="2215"/>
            </a:lvl2pPr>
            <a:lvl3pPr marL="0" indent="0">
              <a:spcBef>
                <a:spcPts val="0"/>
              </a:spcBef>
              <a:buFontTx/>
              <a:buNone/>
              <a:defRPr sz="2215"/>
            </a:lvl3pPr>
            <a:lvl4pPr marL="0" indent="0">
              <a:spcBef>
                <a:spcPts val="0"/>
              </a:spcBef>
              <a:buFontTx/>
              <a:buNone/>
              <a:defRPr sz="2215"/>
            </a:lvl4pPr>
            <a:lvl5pPr marL="0" indent="0">
              <a:spcBef>
                <a:spcPts val="0"/>
              </a:spcBef>
              <a:buFontTx/>
              <a:buNone/>
              <a:defRPr sz="2215"/>
            </a:lvl5pPr>
            <a:lvl6pPr marL="0" indent="0">
              <a:spcBef>
                <a:spcPts val="0"/>
              </a:spcBef>
              <a:buFontTx/>
              <a:buNone/>
              <a:defRPr sz="2215"/>
            </a:lvl6pPr>
            <a:lvl7pPr marL="0" indent="0">
              <a:spcBef>
                <a:spcPts val="0"/>
              </a:spcBef>
              <a:buFontTx/>
              <a:buNone/>
              <a:defRPr sz="2215"/>
            </a:lvl7pPr>
            <a:lvl8pPr marL="0" indent="0">
              <a:spcBef>
                <a:spcPts val="0"/>
              </a:spcBef>
              <a:buFontTx/>
              <a:buNone/>
              <a:defRPr sz="2215"/>
            </a:lvl8pPr>
            <a:lvl9pPr marL="0" indent="0">
              <a:spcBef>
                <a:spcPts val="0"/>
              </a:spcBef>
              <a:buFontTx/>
              <a:buNone/>
              <a:defRPr sz="2215"/>
            </a:lvl9pPr>
          </a:lstStyle>
          <a:p>
            <a:pPr lvl="0"/>
            <a:r>
              <a:rPr lang="en-US" dirty="0"/>
              <a:t>Click to add quoted person’s name, title, company</a:t>
            </a:r>
          </a:p>
        </p:txBody>
      </p:sp>
      <p:sp>
        <p:nvSpPr>
          <p:cNvPr id="11" name="Quote"/>
          <p:cNvSpPr>
            <a:spLocks noGrp="1"/>
          </p:cNvSpPr>
          <p:nvPr>
            <p:ph type="title" hasCustomPrompt="1"/>
          </p:nvPr>
        </p:nvSpPr>
        <p:spPr>
          <a:xfrm>
            <a:off x="341279" y="822964"/>
            <a:ext cx="10927500" cy="3691033"/>
          </a:xfrm>
        </p:spPr>
        <p:txBody>
          <a:bodyPr lIns="91440" anchor="b" anchorCtr="0"/>
          <a:lstStyle>
            <a:lvl1pPr marL="243085" indent="-243085">
              <a:defRPr sz="5095" cap="none" baseline="0">
                <a:latin typeface="+mn-lt"/>
              </a:defRPr>
            </a:lvl1pPr>
          </a:lstStyle>
          <a:p>
            <a:r>
              <a:rPr lang="en-US" dirty="0"/>
              <a:t>“Click to add quote here. Type quotation marks before and after text.”</a:t>
            </a:r>
          </a:p>
        </p:txBody>
      </p:sp>
      <p:sp>
        <p:nvSpPr>
          <p:cNvPr id="3" name="Slide Number Placeholder">
            <a:extLst>
              <a:ext uri="{FF2B5EF4-FFF2-40B4-BE49-F238E27FC236}">
                <a16:creationId xmlns:a16="http://schemas.microsoft.com/office/drawing/2014/main" id="{416E5649-B5F3-4893-ACEE-FDDDEA277D6A}"/>
              </a:ext>
            </a:extLst>
          </p:cNvPr>
          <p:cNvSpPr>
            <a:spLocks noGrp="1"/>
          </p:cNvSpPr>
          <p:nvPr>
            <p:ph type="sldNum" sz="quarter" idx="16"/>
          </p:nvPr>
        </p:nvSpPr>
        <p:spPr/>
        <p:txBody>
          <a:bodyPr/>
          <a:lstStyle/>
          <a:p>
            <a:pPr defTabSz="1205617"/>
            <a:fld id="{104FC826-72BB-4AF1-BA01-A94F7396A7DC}" type="slidenum">
              <a:rPr lang="en-US" smtClean="0"/>
              <a:pPr defTabSz="1205617"/>
              <a:t>‹#›</a:t>
            </a:fld>
            <a:endParaRPr lang="en-US" dirty="0"/>
          </a:p>
        </p:txBody>
      </p:sp>
      <p:sp>
        <p:nvSpPr>
          <p:cNvPr id="2" name="Footer Placeholder">
            <a:extLst>
              <a:ext uri="{FF2B5EF4-FFF2-40B4-BE49-F238E27FC236}">
                <a16:creationId xmlns:a16="http://schemas.microsoft.com/office/drawing/2014/main" id="{CC9133F1-6679-476E-AEFD-931027BED082}"/>
              </a:ext>
            </a:extLst>
          </p:cNvPr>
          <p:cNvSpPr>
            <a:spLocks noGrp="1"/>
          </p:cNvSpPr>
          <p:nvPr>
            <p:ph type="ftr" sz="quarter" idx="15"/>
          </p:nvPr>
        </p:nvSpPr>
        <p:spPr/>
        <p:txBody>
          <a:bodyPr/>
          <a:lstStyle/>
          <a:p>
            <a:r>
              <a:rPr lang="en-US"/>
              <a:t>Confidential | For Training Purposes Only</a:t>
            </a:r>
            <a:endParaRPr lang="en-US" dirty="0"/>
          </a:p>
        </p:txBody>
      </p:sp>
    </p:spTree>
    <p:extLst>
      <p:ext uri="{BB962C8B-B14F-4D97-AF65-F5344CB8AC3E}">
        <p14:creationId xmlns:p14="http://schemas.microsoft.com/office/powerpoint/2010/main" val="2179515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7" name="Bar"/>
          <p:cNvSpPr/>
          <p:nvPr/>
        </p:nvSpPr>
        <p:spPr>
          <a:xfrm>
            <a:off x="462122" y="1012663"/>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0"/>
            </a:endParaRPr>
          </a:p>
        </p:txBody>
      </p:sp>
      <p:sp>
        <p:nvSpPr>
          <p:cNvPr id="2" name="Footer Placeholder"/>
          <p:cNvSpPr>
            <a:spLocks noGrp="1"/>
          </p:cNvSpPr>
          <p:nvPr>
            <p:ph type="ftr" sz="quarter" idx="18"/>
          </p:nvPr>
        </p:nvSpPr>
        <p:spPr/>
        <p:txBody>
          <a:bodyPr/>
          <a:lstStyle>
            <a:lvl1pPr>
              <a:defRPr>
                <a:latin typeface="MetricHPE" panose="020B0503030202060203" pitchFamily="34" charset="0"/>
              </a:defRPr>
            </a:lvl1pPr>
          </a:lstStyle>
          <a:p>
            <a:r>
              <a:rPr lang="en-US"/>
              <a:t>Confidential | For Training Purposes Only</a:t>
            </a:r>
            <a:endParaRPr lang="en-US" dirty="0"/>
          </a:p>
        </p:txBody>
      </p:sp>
      <p:sp>
        <p:nvSpPr>
          <p:cNvPr id="3" name="Slide Number Placeholder"/>
          <p:cNvSpPr>
            <a:spLocks noGrp="1"/>
          </p:cNvSpPr>
          <p:nvPr>
            <p:ph type="sldNum" sz="quarter" idx="19"/>
          </p:nvPr>
        </p:nvSpPr>
        <p:spPr/>
        <p:txBody>
          <a:bodyPr/>
          <a:lstStyle>
            <a:lvl1pPr>
              <a:defRPr>
                <a:latin typeface="MetricHPE" panose="020B0503030202060203" pitchFamily="34" charset="0"/>
              </a:defRPr>
            </a:lvl1pPr>
          </a:lstStyle>
          <a:p>
            <a:pPr defTabSz="1205617"/>
            <a:fld id="{104FC826-72BB-4AF1-BA01-A94F7396A7DC}" type="slidenum">
              <a:rPr lang="en-US" smtClean="0"/>
              <a:pPr defTabSz="1205617"/>
              <a:t>‹#›</a:t>
            </a:fld>
            <a:endParaRPr lang="en-US" dirty="0"/>
          </a:p>
        </p:txBody>
      </p:sp>
      <p:sp>
        <p:nvSpPr>
          <p:cNvPr id="9" name="Content Placeholder">
            <a:extLst>
              <a:ext uri="{FF2B5EF4-FFF2-40B4-BE49-F238E27FC236}">
                <a16:creationId xmlns:a16="http://schemas.microsoft.com/office/drawing/2014/main" id="{88F2DF35-63BF-460F-A215-8F5110C2F71B}"/>
              </a:ext>
            </a:extLst>
          </p:cNvPr>
          <p:cNvSpPr>
            <a:spLocks noGrp="1"/>
          </p:cNvSpPr>
          <p:nvPr>
            <p:ph idx="1"/>
          </p:nvPr>
        </p:nvSpPr>
        <p:spPr>
          <a:xfrm>
            <a:off x="457919" y="1198417"/>
            <a:ext cx="13685760" cy="6117120"/>
          </a:xfrm>
        </p:spPr>
        <p:txBody>
          <a:bodyPr lIns="0"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a:extLst>
              <a:ext uri="{FF2B5EF4-FFF2-40B4-BE49-F238E27FC236}">
                <a16:creationId xmlns:a16="http://schemas.microsoft.com/office/drawing/2014/main" id="{232753FE-5D9A-4A5E-B0B2-3DAAE2EB3541}"/>
              </a:ext>
            </a:extLst>
          </p:cNvPr>
          <p:cNvSpPr>
            <a:spLocks noGrp="1"/>
          </p:cNvSpPr>
          <p:nvPr>
            <p:ph type="title"/>
          </p:nvPr>
        </p:nvSpPr>
        <p:spPr/>
        <p:txBody>
          <a:bodyPr/>
          <a:lstStyle/>
          <a:p>
            <a:r>
              <a:rPr lang="en-US"/>
              <a:t>Click to edit Master title style</a:t>
            </a:r>
            <a:endParaRPr lang="en-US" dirty="0"/>
          </a:p>
        </p:txBody>
      </p:sp>
    </p:spTree>
    <p:custDataLst>
      <p:tags r:id="rId1"/>
    </p:custDataLst>
    <p:extLst>
      <p:ext uri="{BB962C8B-B14F-4D97-AF65-F5344CB8AC3E}">
        <p14:creationId xmlns:p14="http://schemas.microsoft.com/office/powerpoint/2010/main" val="1553593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12" name="Content Placeholder">
            <a:extLst>
              <a:ext uri="{FF2B5EF4-FFF2-40B4-BE49-F238E27FC236}">
                <a16:creationId xmlns:a16="http://schemas.microsoft.com/office/drawing/2014/main" id="{A3BBDD58-9EEC-48BC-A84C-F80FB78CB21C}"/>
              </a:ext>
            </a:extLst>
          </p:cNvPr>
          <p:cNvSpPr>
            <a:spLocks noGrp="1"/>
          </p:cNvSpPr>
          <p:nvPr>
            <p:ph sz="quarter" idx="18"/>
          </p:nvPr>
        </p:nvSpPr>
        <p:spPr>
          <a:xfrm>
            <a:off x="457201" y="1613137"/>
            <a:ext cx="13683617" cy="5702400"/>
          </a:xfrm>
        </p:spPr>
        <p:txBody>
          <a:bodyPr lIns="0"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ubtitle"/>
          <p:cNvSpPr>
            <a:spLocks noGrp="1"/>
          </p:cNvSpPr>
          <p:nvPr>
            <p:ph type="body" sz="quarter" idx="13" hasCustomPrompt="1"/>
          </p:nvPr>
        </p:nvSpPr>
        <p:spPr>
          <a:xfrm>
            <a:off x="338095" y="845198"/>
            <a:ext cx="13802722" cy="457200"/>
          </a:xfrm>
        </p:spPr>
        <p:txBody>
          <a:bodyPr vert="horz" lIns="91440" tIns="91440" rIns="91440" bIns="91440" rtlCol="0" anchor="ctr">
            <a:noAutofit/>
          </a:bodyPr>
          <a:lstStyle>
            <a:lvl1pPr marL="0" indent="0">
              <a:buFont typeface="" panose="020B0604020202020204" pitchFamily="34" charset="0"/>
              <a:buNone/>
              <a:defRPr sz="2658" baseline="0" dirty="0">
                <a:latin typeface="+mn-lt"/>
              </a:defRPr>
            </a:lvl1pPr>
          </a:lstStyle>
          <a:p>
            <a:pPr marL="202572" lvl="0" indent="-202572">
              <a:spcBef>
                <a:spcPts val="0"/>
              </a:spcBef>
            </a:pPr>
            <a:r>
              <a:rPr lang="en-US" dirty="0"/>
              <a:t>Click to add one-line subtitle</a:t>
            </a:r>
          </a:p>
        </p:txBody>
      </p:sp>
      <p:sp>
        <p:nvSpPr>
          <p:cNvPr id="10" name="Bar"/>
          <p:cNvSpPr/>
          <p:nvPr/>
        </p:nvSpPr>
        <p:spPr>
          <a:xfrm>
            <a:off x="462122" y="1427395"/>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5" name="Title">
            <a:extLst>
              <a:ext uri="{FF2B5EF4-FFF2-40B4-BE49-F238E27FC236}">
                <a16:creationId xmlns:a16="http://schemas.microsoft.com/office/drawing/2014/main" id="{670D9BB8-8D8D-4F83-B418-E1A6910A3C8D}"/>
              </a:ext>
            </a:extLst>
          </p:cNvPr>
          <p:cNvSpPr>
            <a:spLocks noGrp="1"/>
          </p:cNvSpPr>
          <p:nvPr>
            <p:ph type="title"/>
          </p:nvPr>
        </p:nvSpPr>
        <p:spPr>
          <a:xfrm>
            <a:off x="342893" y="470223"/>
            <a:ext cx="13797924" cy="481634"/>
          </a:xfrm>
        </p:spPr>
        <p:txBody>
          <a:bodyPr/>
          <a:lstStyle/>
          <a:p>
            <a:r>
              <a:rPr lang="en-US"/>
              <a:t>Click to edit Master title style</a:t>
            </a:r>
            <a:endParaRPr lang="en-US" dirty="0"/>
          </a:p>
        </p:txBody>
      </p:sp>
      <p:sp>
        <p:nvSpPr>
          <p:cNvPr id="3" name="Slide Number Placeholder">
            <a:extLst>
              <a:ext uri="{FF2B5EF4-FFF2-40B4-BE49-F238E27FC236}">
                <a16:creationId xmlns:a16="http://schemas.microsoft.com/office/drawing/2014/main" id="{B8A2B8FB-372C-42B9-B280-9D39EC303B0B}"/>
              </a:ext>
            </a:extLst>
          </p:cNvPr>
          <p:cNvSpPr>
            <a:spLocks noGrp="1"/>
          </p:cNvSpPr>
          <p:nvPr>
            <p:ph type="sldNum" sz="quarter" idx="20"/>
          </p:nvPr>
        </p:nvSpPr>
        <p:spPr/>
        <p:txBody>
          <a:bodyPr/>
          <a:lstStyle/>
          <a:p>
            <a:pPr defTabSz="1205617"/>
            <a:fld id="{104FC826-72BB-4AF1-BA01-A94F7396A7DC}" type="slidenum">
              <a:rPr lang="en-US" smtClean="0"/>
              <a:pPr defTabSz="1205617"/>
              <a:t>‹#›</a:t>
            </a:fld>
            <a:endParaRPr lang="en-US" dirty="0"/>
          </a:p>
        </p:txBody>
      </p:sp>
      <p:sp>
        <p:nvSpPr>
          <p:cNvPr id="2" name="Footer Placeholder">
            <a:extLst>
              <a:ext uri="{FF2B5EF4-FFF2-40B4-BE49-F238E27FC236}">
                <a16:creationId xmlns:a16="http://schemas.microsoft.com/office/drawing/2014/main" id="{42026B78-68E1-478D-8813-92F76EAC82C2}"/>
              </a:ext>
            </a:extLst>
          </p:cNvPr>
          <p:cNvSpPr>
            <a:spLocks noGrp="1"/>
          </p:cNvSpPr>
          <p:nvPr>
            <p:ph type="ftr" sz="quarter" idx="19"/>
          </p:nvPr>
        </p:nvSpPr>
        <p:spPr/>
        <p:txBody>
          <a:bodyPr/>
          <a:lstStyle/>
          <a:p>
            <a:r>
              <a:rPr lang="en-US"/>
              <a:t>Confidential | For Training Purposes Only</a:t>
            </a:r>
            <a:endParaRPr lang="en-US" dirty="0"/>
          </a:p>
        </p:txBody>
      </p:sp>
    </p:spTree>
    <p:extLst>
      <p:ext uri="{BB962C8B-B14F-4D97-AF65-F5344CB8AC3E}">
        <p14:creationId xmlns:p14="http://schemas.microsoft.com/office/powerpoint/2010/main" val="537849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Title, Subtitle, Heading and Content">
    <p:spTree>
      <p:nvGrpSpPr>
        <p:cNvPr id="1" name=""/>
        <p:cNvGrpSpPr/>
        <p:nvPr/>
      </p:nvGrpSpPr>
      <p:grpSpPr>
        <a:xfrm>
          <a:off x="0" y="0"/>
          <a:ext cx="0" cy="0"/>
          <a:chOff x="0" y="0"/>
          <a:chExt cx="0" cy="0"/>
        </a:xfrm>
      </p:grpSpPr>
      <p:sp>
        <p:nvSpPr>
          <p:cNvPr id="14" name="Content Placeholder">
            <a:extLst>
              <a:ext uri="{FF2B5EF4-FFF2-40B4-BE49-F238E27FC236}">
                <a16:creationId xmlns:a16="http://schemas.microsoft.com/office/drawing/2014/main" id="{D60021C6-A6F0-40F0-A299-B8269BE0F492}"/>
              </a:ext>
            </a:extLst>
          </p:cNvPr>
          <p:cNvSpPr>
            <a:spLocks noGrp="1"/>
          </p:cNvSpPr>
          <p:nvPr>
            <p:ph sz="quarter" idx="19"/>
          </p:nvPr>
        </p:nvSpPr>
        <p:spPr>
          <a:xfrm>
            <a:off x="457201" y="2079618"/>
            <a:ext cx="13683617" cy="5240160"/>
          </a:xfrm>
        </p:spPr>
        <p:txBody>
          <a:bodyPr lIns="0"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Heading"/>
          <p:cNvSpPr>
            <a:spLocks noGrp="1"/>
          </p:cNvSpPr>
          <p:nvPr>
            <p:ph type="body" sz="quarter" idx="18" hasCustomPrompt="1"/>
          </p:nvPr>
        </p:nvSpPr>
        <p:spPr>
          <a:xfrm>
            <a:off x="345716" y="1620355"/>
            <a:ext cx="13795103" cy="457200"/>
          </a:xfrm>
        </p:spPr>
        <p:txBody>
          <a:bodyPr>
            <a:noAutofit/>
          </a:bodyPr>
          <a:lstStyle>
            <a:lvl1pPr marL="0" indent="0">
              <a:spcBef>
                <a:spcPts val="0"/>
              </a:spcBef>
              <a:buNone/>
              <a:defRPr sz="2437" b="1" baseline="0">
                <a:latin typeface="+mn-lt"/>
              </a:defRPr>
            </a:lvl1pPr>
            <a:lvl2pPr marL="0" indent="0">
              <a:spcBef>
                <a:spcPts val="0"/>
              </a:spcBef>
              <a:buNone/>
              <a:defRPr sz="2658"/>
            </a:lvl2pPr>
            <a:lvl3pPr marL="0" indent="0">
              <a:spcBef>
                <a:spcPts val="0"/>
              </a:spcBef>
              <a:buNone/>
              <a:defRPr sz="2658"/>
            </a:lvl3pPr>
            <a:lvl4pPr marL="0" indent="0">
              <a:spcBef>
                <a:spcPts val="0"/>
              </a:spcBef>
              <a:buNone/>
              <a:defRPr sz="2658"/>
            </a:lvl4pPr>
            <a:lvl5pPr marL="0" indent="0">
              <a:spcBef>
                <a:spcPts val="0"/>
              </a:spcBef>
              <a:buNone/>
              <a:defRPr sz="2658"/>
            </a:lvl5pPr>
            <a:lvl6pPr marL="0" indent="0">
              <a:spcBef>
                <a:spcPts val="0"/>
              </a:spcBef>
              <a:buNone/>
              <a:defRPr sz="2658"/>
            </a:lvl6pPr>
            <a:lvl7pPr marL="0" indent="0">
              <a:spcBef>
                <a:spcPts val="0"/>
              </a:spcBef>
              <a:buNone/>
              <a:defRPr sz="2658"/>
            </a:lvl7pPr>
            <a:lvl8pPr marL="0" indent="0">
              <a:spcBef>
                <a:spcPts val="0"/>
              </a:spcBef>
              <a:buNone/>
              <a:defRPr sz="2658"/>
            </a:lvl8pPr>
            <a:lvl9pPr marL="0" indent="0">
              <a:spcBef>
                <a:spcPts val="0"/>
              </a:spcBef>
              <a:buNone/>
              <a:defRPr sz="2658"/>
            </a:lvl9pPr>
          </a:lstStyle>
          <a:p>
            <a:pPr lvl="0"/>
            <a:r>
              <a:rPr lang="en-US" dirty="0"/>
              <a:t>Click to add one-line subtitle</a:t>
            </a:r>
          </a:p>
        </p:txBody>
      </p:sp>
      <p:sp>
        <p:nvSpPr>
          <p:cNvPr id="12" name="Bar"/>
          <p:cNvSpPr/>
          <p:nvPr/>
        </p:nvSpPr>
        <p:spPr>
          <a:xfrm>
            <a:off x="462122" y="1427395"/>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13" name="Subtitle">
            <a:extLst>
              <a:ext uri="{FF2B5EF4-FFF2-40B4-BE49-F238E27FC236}">
                <a16:creationId xmlns:a16="http://schemas.microsoft.com/office/drawing/2014/main" id="{15C04D0B-D5E2-4F74-B1D6-45E2AEA840C8}"/>
              </a:ext>
            </a:extLst>
          </p:cNvPr>
          <p:cNvSpPr>
            <a:spLocks noGrp="1"/>
          </p:cNvSpPr>
          <p:nvPr>
            <p:ph type="body" sz="quarter" idx="13" hasCustomPrompt="1"/>
          </p:nvPr>
        </p:nvSpPr>
        <p:spPr>
          <a:xfrm>
            <a:off x="338096" y="845198"/>
            <a:ext cx="13795103" cy="457200"/>
          </a:xfrm>
        </p:spPr>
        <p:txBody>
          <a:bodyPr anchor="ctr">
            <a:noAutofit/>
          </a:bodyPr>
          <a:lstStyle>
            <a:lvl1pPr marL="0" indent="0">
              <a:spcBef>
                <a:spcPts val="0"/>
              </a:spcBef>
              <a:buFont typeface="" panose="020B0604020202020204" pitchFamily="34" charset="0"/>
              <a:buNone/>
              <a:defRPr sz="2658" baseline="0">
                <a:latin typeface="+mn-lt"/>
              </a:defRPr>
            </a:lvl1pPr>
            <a:lvl2pPr marL="0" indent="0">
              <a:spcBef>
                <a:spcPts val="0"/>
              </a:spcBef>
              <a:buNone/>
              <a:defRPr sz="2658"/>
            </a:lvl2pPr>
            <a:lvl3pPr marL="0" indent="0">
              <a:spcBef>
                <a:spcPts val="0"/>
              </a:spcBef>
              <a:buNone/>
              <a:defRPr sz="2658"/>
            </a:lvl3pPr>
            <a:lvl4pPr marL="0" indent="0">
              <a:spcBef>
                <a:spcPts val="0"/>
              </a:spcBef>
              <a:buNone/>
              <a:defRPr sz="2658"/>
            </a:lvl4pPr>
            <a:lvl5pPr marL="0" indent="0">
              <a:spcBef>
                <a:spcPts val="0"/>
              </a:spcBef>
              <a:buNone/>
              <a:defRPr sz="2658"/>
            </a:lvl5pPr>
            <a:lvl6pPr marL="0" indent="0">
              <a:spcBef>
                <a:spcPts val="0"/>
              </a:spcBef>
              <a:buNone/>
              <a:defRPr sz="2658"/>
            </a:lvl6pPr>
            <a:lvl7pPr marL="0" indent="0">
              <a:spcBef>
                <a:spcPts val="0"/>
              </a:spcBef>
              <a:buNone/>
              <a:defRPr sz="2658"/>
            </a:lvl7pPr>
            <a:lvl8pPr marL="0" indent="0">
              <a:spcBef>
                <a:spcPts val="0"/>
              </a:spcBef>
              <a:buNone/>
              <a:defRPr sz="2658"/>
            </a:lvl8pPr>
            <a:lvl9pPr marL="0" indent="0">
              <a:spcBef>
                <a:spcPts val="0"/>
              </a:spcBef>
              <a:buNone/>
              <a:defRPr sz="2658"/>
            </a:lvl9pPr>
          </a:lstStyle>
          <a:p>
            <a:pPr lvl="0"/>
            <a:r>
              <a:rPr lang="en-US" dirty="0"/>
              <a:t>Click to add one-line subtitle</a:t>
            </a:r>
          </a:p>
        </p:txBody>
      </p:sp>
      <p:sp>
        <p:nvSpPr>
          <p:cNvPr id="4" name="Title">
            <a:extLst>
              <a:ext uri="{FF2B5EF4-FFF2-40B4-BE49-F238E27FC236}">
                <a16:creationId xmlns:a16="http://schemas.microsoft.com/office/drawing/2014/main" id="{D09EDB93-5BF6-4D1D-9D5F-0E75F455E06A}"/>
              </a:ext>
            </a:extLst>
          </p:cNvPr>
          <p:cNvSpPr>
            <a:spLocks noGrp="1"/>
          </p:cNvSpPr>
          <p:nvPr>
            <p:ph type="title"/>
          </p:nvPr>
        </p:nvSpPr>
        <p:spPr>
          <a:xfrm>
            <a:off x="342892" y="470223"/>
            <a:ext cx="13797925" cy="481634"/>
          </a:xfrm>
          <a:ln w="12700" cap="flat" cmpd="sng" algn="ctr">
            <a:noFill/>
            <a:prstDash val="solid"/>
            <a:miter lim="800000"/>
            <a:headEnd type="none" w="med" len="med"/>
            <a:tailEnd type="none" w="med" len="med"/>
          </a:ln>
        </p:spPr>
        <p:txBody>
          <a:bodyPr/>
          <a:lstStyle/>
          <a:p>
            <a:r>
              <a:rPr lang="en-US"/>
              <a:t>Click to edit Master title style</a:t>
            </a:r>
            <a:endParaRPr lang="en-US" dirty="0"/>
          </a:p>
        </p:txBody>
      </p:sp>
      <p:sp>
        <p:nvSpPr>
          <p:cNvPr id="3" name="Slide Number Placeholder">
            <a:extLst>
              <a:ext uri="{FF2B5EF4-FFF2-40B4-BE49-F238E27FC236}">
                <a16:creationId xmlns:a16="http://schemas.microsoft.com/office/drawing/2014/main" id="{9D217CA8-FB11-4E4A-BBCD-EE7B837F4D7D}"/>
              </a:ext>
            </a:extLst>
          </p:cNvPr>
          <p:cNvSpPr>
            <a:spLocks noGrp="1"/>
          </p:cNvSpPr>
          <p:nvPr>
            <p:ph type="sldNum" sz="quarter" idx="21"/>
          </p:nvPr>
        </p:nvSpPr>
        <p:spPr/>
        <p:txBody>
          <a:bodyPr/>
          <a:lstStyle/>
          <a:p>
            <a:pPr defTabSz="1205617"/>
            <a:fld id="{104FC826-72BB-4AF1-BA01-A94F7396A7DC}" type="slidenum">
              <a:rPr lang="en-US" smtClean="0"/>
              <a:pPr defTabSz="1205617"/>
              <a:t>‹#›</a:t>
            </a:fld>
            <a:endParaRPr lang="en-US" dirty="0"/>
          </a:p>
        </p:txBody>
      </p:sp>
      <p:sp>
        <p:nvSpPr>
          <p:cNvPr id="2" name="Footer Placeholder">
            <a:extLst>
              <a:ext uri="{FF2B5EF4-FFF2-40B4-BE49-F238E27FC236}">
                <a16:creationId xmlns:a16="http://schemas.microsoft.com/office/drawing/2014/main" id="{3EA3E28B-F7AC-49D0-8E77-F09CC76C6D4C}"/>
              </a:ext>
            </a:extLst>
          </p:cNvPr>
          <p:cNvSpPr>
            <a:spLocks noGrp="1"/>
          </p:cNvSpPr>
          <p:nvPr>
            <p:ph type="ftr" sz="quarter" idx="20"/>
          </p:nvPr>
        </p:nvSpPr>
        <p:spPr/>
        <p:txBody>
          <a:bodyPr/>
          <a:lstStyle/>
          <a:p>
            <a:r>
              <a:rPr lang="en-US"/>
              <a:t>Confidential | For Training Purposes Only</a:t>
            </a:r>
            <a:endParaRPr lang="en-US" dirty="0"/>
          </a:p>
        </p:txBody>
      </p:sp>
    </p:spTree>
    <p:extLst>
      <p:ext uri="{BB962C8B-B14F-4D97-AF65-F5344CB8AC3E}">
        <p14:creationId xmlns:p14="http://schemas.microsoft.com/office/powerpoint/2010/main" val="3470400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6" name="Content Placeholder 2"/>
          <p:cNvSpPr>
            <a:spLocks noGrp="1"/>
          </p:cNvSpPr>
          <p:nvPr>
            <p:ph sz="quarter" idx="18"/>
          </p:nvPr>
        </p:nvSpPr>
        <p:spPr>
          <a:xfrm>
            <a:off x="7512026" y="1194438"/>
            <a:ext cx="6628792" cy="6120764"/>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
          <p:cNvSpPr>
            <a:spLocks noGrp="1"/>
          </p:cNvSpPr>
          <p:nvPr>
            <p:ph sz="quarter" idx="17"/>
          </p:nvPr>
        </p:nvSpPr>
        <p:spPr>
          <a:xfrm>
            <a:off x="462120" y="1194438"/>
            <a:ext cx="6628792" cy="6120764"/>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Bar"/>
          <p:cNvSpPr/>
          <p:nvPr/>
        </p:nvSpPr>
        <p:spPr>
          <a:xfrm>
            <a:off x="462122" y="1012663"/>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18" name="Title">
            <a:extLst>
              <a:ext uri="{FF2B5EF4-FFF2-40B4-BE49-F238E27FC236}">
                <a16:creationId xmlns:a16="http://schemas.microsoft.com/office/drawing/2014/main" id="{871CBF7C-DC48-4FC0-9D75-AE2A7B709ECF}"/>
              </a:ext>
            </a:extLst>
          </p:cNvPr>
          <p:cNvSpPr>
            <a:spLocks noGrp="1"/>
          </p:cNvSpPr>
          <p:nvPr>
            <p:ph type="title"/>
          </p:nvPr>
        </p:nvSpPr>
        <p:spPr>
          <a:xfrm>
            <a:off x="342893" y="470223"/>
            <a:ext cx="13797924" cy="481634"/>
          </a:xfrm>
        </p:spPr>
        <p:txBody>
          <a:bodyPr/>
          <a:lstStyle/>
          <a:p>
            <a:r>
              <a:rPr lang="en-US"/>
              <a:t>Click to edit Master title style</a:t>
            </a:r>
            <a:endParaRPr lang="en-US" dirty="0"/>
          </a:p>
        </p:txBody>
      </p:sp>
      <p:sp>
        <p:nvSpPr>
          <p:cNvPr id="3" name="Slide Number Placeholder">
            <a:extLst>
              <a:ext uri="{FF2B5EF4-FFF2-40B4-BE49-F238E27FC236}">
                <a16:creationId xmlns:a16="http://schemas.microsoft.com/office/drawing/2014/main" id="{30D71586-CC8D-433E-9833-9A7FDB8D82E2}"/>
              </a:ext>
            </a:extLst>
          </p:cNvPr>
          <p:cNvSpPr>
            <a:spLocks noGrp="1"/>
          </p:cNvSpPr>
          <p:nvPr>
            <p:ph type="sldNum" sz="quarter" idx="20"/>
          </p:nvPr>
        </p:nvSpPr>
        <p:spPr/>
        <p:txBody>
          <a:bodyPr/>
          <a:lstStyle/>
          <a:p>
            <a:pPr defTabSz="1205617"/>
            <a:fld id="{104FC826-72BB-4AF1-BA01-A94F7396A7DC}" type="slidenum">
              <a:rPr lang="en-US" smtClean="0"/>
              <a:pPr defTabSz="1205617"/>
              <a:t>‹#›</a:t>
            </a:fld>
            <a:endParaRPr lang="en-US" dirty="0"/>
          </a:p>
        </p:txBody>
      </p:sp>
      <p:sp>
        <p:nvSpPr>
          <p:cNvPr id="2" name="Footer Placeholder">
            <a:extLst>
              <a:ext uri="{FF2B5EF4-FFF2-40B4-BE49-F238E27FC236}">
                <a16:creationId xmlns:a16="http://schemas.microsoft.com/office/drawing/2014/main" id="{09C5C9A9-E236-4C76-AAB8-D575E2980D31}"/>
              </a:ext>
            </a:extLst>
          </p:cNvPr>
          <p:cNvSpPr>
            <a:spLocks noGrp="1"/>
          </p:cNvSpPr>
          <p:nvPr>
            <p:ph type="ftr" sz="quarter" idx="19"/>
          </p:nvPr>
        </p:nvSpPr>
        <p:spPr/>
        <p:txBody>
          <a:bodyPr/>
          <a:lstStyle/>
          <a:p>
            <a:r>
              <a:rPr lang="en-US"/>
              <a:t>Confidential | For Training Purposes Only</a:t>
            </a:r>
            <a:endParaRPr lang="en-US" dirty="0"/>
          </a:p>
        </p:txBody>
      </p:sp>
    </p:spTree>
    <p:extLst>
      <p:ext uri="{BB962C8B-B14F-4D97-AF65-F5344CB8AC3E}">
        <p14:creationId xmlns:p14="http://schemas.microsoft.com/office/powerpoint/2010/main" val="2771256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Two Content, Subtitle">
    <p:spTree>
      <p:nvGrpSpPr>
        <p:cNvPr id="1" name=""/>
        <p:cNvGrpSpPr/>
        <p:nvPr/>
      </p:nvGrpSpPr>
      <p:grpSpPr>
        <a:xfrm>
          <a:off x="0" y="0"/>
          <a:ext cx="0" cy="0"/>
          <a:chOff x="0" y="0"/>
          <a:chExt cx="0" cy="0"/>
        </a:xfrm>
      </p:grpSpPr>
      <p:sp>
        <p:nvSpPr>
          <p:cNvPr id="28" name="Content Placeholder 2">
            <a:extLst>
              <a:ext uri="{FF2B5EF4-FFF2-40B4-BE49-F238E27FC236}">
                <a16:creationId xmlns:a16="http://schemas.microsoft.com/office/drawing/2014/main" id="{C2D9C38D-0C96-4F06-9088-13547C056F33}"/>
              </a:ext>
            </a:extLst>
          </p:cNvPr>
          <p:cNvSpPr>
            <a:spLocks noGrp="1"/>
          </p:cNvSpPr>
          <p:nvPr>
            <p:ph sz="quarter" idx="25"/>
          </p:nvPr>
        </p:nvSpPr>
        <p:spPr>
          <a:xfrm>
            <a:off x="7630476" y="1629882"/>
            <a:ext cx="6500284" cy="5685277"/>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Content Placeholder 1">
            <a:extLst>
              <a:ext uri="{FF2B5EF4-FFF2-40B4-BE49-F238E27FC236}">
                <a16:creationId xmlns:a16="http://schemas.microsoft.com/office/drawing/2014/main" id="{790CE829-C5DB-4D0F-8D68-9F31A94FC42A}"/>
              </a:ext>
            </a:extLst>
          </p:cNvPr>
          <p:cNvSpPr>
            <a:spLocks noGrp="1"/>
          </p:cNvSpPr>
          <p:nvPr>
            <p:ph sz="quarter" idx="22"/>
          </p:nvPr>
        </p:nvSpPr>
        <p:spPr>
          <a:xfrm>
            <a:off x="457202" y="1629882"/>
            <a:ext cx="6500284" cy="5685277"/>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ubtitle">
            <a:extLst>
              <a:ext uri="{FF2B5EF4-FFF2-40B4-BE49-F238E27FC236}">
                <a16:creationId xmlns:a16="http://schemas.microsoft.com/office/drawing/2014/main" id="{BE367876-B551-4115-B469-74C12D0C1CE4}"/>
              </a:ext>
            </a:extLst>
          </p:cNvPr>
          <p:cNvSpPr>
            <a:spLocks noGrp="1"/>
          </p:cNvSpPr>
          <p:nvPr>
            <p:ph type="body" sz="quarter" idx="13" hasCustomPrompt="1"/>
          </p:nvPr>
        </p:nvSpPr>
        <p:spPr>
          <a:xfrm>
            <a:off x="338098" y="845198"/>
            <a:ext cx="13792564" cy="457200"/>
          </a:xfrm>
        </p:spPr>
        <p:txBody>
          <a:bodyPr vert="horz" lIns="91440" tIns="91440" rIns="91440" bIns="91440" rtlCol="0" anchor="ctr">
            <a:noAutofit/>
          </a:bodyPr>
          <a:lstStyle>
            <a:lvl1pPr marL="0" indent="0">
              <a:buNone/>
              <a:defRPr sz="2658" baseline="0" dirty="0">
                <a:latin typeface="+mn-lt"/>
              </a:defRPr>
            </a:lvl1pPr>
          </a:lstStyle>
          <a:p>
            <a:pPr marL="202572" lvl="0" indent="-202572">
              <a:spcBef>
                <a:spcPts val="0"/>
              </a:spcBef>
            </a:pPr>
            <a:r>
              <a:rPr lang="en-US" dirty="0"/>
              <a:t>Click to add one-line subtitle</a:t>
            </a:r>
          </a:p>
        </p:txBody>
      </p:sp>
      <p:sp>
        <p:nvSpPr>
          <p:cNvPr id="18" name="Bar"/>
          <p:cNvSpPr/>
          <p:nvPr/>
        </p:nvSpPr>
        <p:spPr>
          <a:xfrm>
            <a:off x="462122" y="1427395"/>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4" name="Title">
            <a:extLst>
              <a:ext uri="{FF2B5EF4-FFF2-40B4-BE49-F238E27FC236}">
                <a16:creationId xmlns:a16="http://schemas.microsoft.com/office/drawing/2014/main" id="{5B4DC083-771D-42FC-A297-31FED015807F}"/>
              </a:ext>
            </a:extLst>
          </p:cNvPr>
          <p:cNvSpPr>
            <a:spLocks noGrp="1"/>
          </p:cNvSpPr>
          <p:nvPr>
            <p:ph type="title"/>
          </p:nvPr>
        </p:nvSpPr>
        <p:spPr/>
        <p:txBody>
          <a:bodyPr/>
          <a:lstStyle/>
          <a:p>
            <a:r>
              <a:rPr lang="en-US"/>
              <a:t>Click to edit Master title style</a:t>
            </a:r>
            <a:endParaRPr lang="en-US" dirty="0"/>
          </a:p>
        </p:txBody>
      </p:sp>
      <p:sp>
        <p:nvSpPr>
          <p:cNvPr id="3" name="Slide Number Placeholder">
            <a:extLst>
              <a:ext uri="{FF2B5EF4-FFF2-40B4-BE49-F238E27FC236}">
                <a16:creationId xmlns:a16="http://schemas.microsoft.com/office/drawing/2014/main" id="{208FD370-F534-4533-9D1C-D71C0301D4F5}"/>
              </a:ext>
            </a:extLst>
          </p:cNvPr>
          <p:cNvSpPr>
            <a:spLocks noGrp="1"/>
          </p:cNvSpPr>
          <p:nvPr>
            <p:ph type="sldNum" sz="quarter" idx="27"/>
          </p:nvPr>
        </p:nvSpPr>
        <p:spPr/>
        <p:txBody>
          <a:bodyPr/>
          <a:lstStyle/>
          <a:p>
            <a:pPr defTabSz="1205617"/>
            <a:fld id="{104FC826-72BB-4AF1-BA01-A94F7396A7DC}" type="slidenum">
              <a:rPr lang="en-US" smtClean="0"/>
              <a:pPr defTabSz="1205617"/>
              <a:t>‹#›</a:t>
            </a:fld>
            <a:endParaRPr lang="en-US" dirty="0"/>
          </a:p>
        </p:txBody>
      </p:sp>
      <p:sp>
        <p:nvSpPr>
          <p:cNvPr id="2" name="Footer Placeholder">
            <a:extLst>
              <a:ext uri="{FF2B5EF4-FFF2-40B4-BE49-F238E27FC236}">
                <a16:creationId xmlns:a16="http://schemas.microsoft.com/office/drawing/2014/main" id="{1B9DB588-CD3A-4605-99DD-5D58A0334468}"/>
              </a:ext>
            </a:extLst>
          </p:cNvPr>
          <p:cNvSpPr>
            <a:spLocks noGrp="1"/>
          </p:cNvSpPr>
          <p:nvPr>
            <p:ph type="ftr" sz="quarter" idx="26"/>
          </p:nvPr>
        </p:nvSpPr>
        <p:spPr/>
        <p:txBody>
          <a:bodyPr/>
          <a:lstStyle/>
          <a:p>
            <a:r>
              <a:rPr lang="en-US"/>
              <a:t>Confidential | For Training Purposes Only</a:t>
            </a:r>
            <a:endParaRPr lang="en-US" dirty="0"/>
          </a:p>
        </p:txBody>
      </p:sp>
    </p:spTree>
    <p:extLst>
      <p:ext uri="{BB962C8B-B14F-4D97-AF65-F5344CB8AC3E}">
        <p14:creationId xmlns:p14="http://schemas.microsoft.com/office/powerpoint/2010/main" val="3585328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Two Content and Headings">
    <p:spTree>
      <p:nvGrpSpPr>
        <p:cNvPr id="1" name=""/>
        <p:cNvGrpSpPr/>
        <p:nvPr/>
      </p:nvGrpSpPr>
      <p:grpSpPr>
        <a:xfrm>
          <a:off x="0" y="0"/>
          <a:ext cx="0" cy="0"/>
          <a:chOff x="0" y="0"/>
          <a:chExt cx="0" cy="0"/>
        </a:xfrm>
      </p:grpSpPr>
      <p:sp>
        <p:nvSpPr>
          <p:cNvPr id="18" name="Rectangle 17"/>
          <p:cNvSpPr/>
          <p:nvPr/>
        </p:nvSpPr>
        <p:spPr>
          <a:xfrm>
            <a:off x="462122" y="1012663"/>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0"/>
            </a:endParaRPr>
          </a:p>
        </p:txBody>
      </p:sp>
      <p:sp>
        <p:nvSpPr>
          <p:cNvPr id="22" name="Content Placeholder 14"/>
          <p:cNvSpPr>
            <a:spLocks noGrp="1"/>
          </p:cNvSpPr>
          <p:nvPr>
            <p:ph sz="quarter" idx="17"/>
          </p:nvPr>
        </p:nvSpPr>
        <p:spPr>
          <a:xfrm>
            <a:off x="460805" y="1651638"/>
            <a:ext cx="6501600" cy="5663564"/>
          </a:xfrm>
          <a:ln>
            <a:noFill/>
            <a:miter lim="800000"/>
          </a:ln>
        </p:spPr>
        <p:txBody>
          <a:bodyPr lIns="0" rIns="0"/>
          <a:lstStyle>
            <a:lvl1pPr>
              <a:defRPr>
                <a:latin typeface="MetricHPE" panose="020B0503030202060203" pitchFamily="34" charset="0"/>
              </a:defRPr>
            </a:lvl1pPr>
            <a:lvl2pPr>
              <a:defRPr>
                <a:latin typeface="MetricHPE" panose="020B0503030202060203" pitchFamily="34" charset="0"/>
              </a:defRPr>
            </a:lvl2pPr>
            <a:lvl3pPr>
              <a:defRPr>
                <a:latin typeface="MetricHPE" panose="020B0503030202060203" pitchFamily="34" charset="0"/>
              </a:defRPr>
            </a:lvl3pPr>
            <a:lvl4pPr>
              <a:defRPr>
                <a:latin typeface="MetricHPE" panose="020B0503030202060203" pitchFamily="34" charset="0"/>
              </a:defRPr>
            </a:lvl4pPr>
            <a:lvl5pPr>
              <a:defRPr>
                <a:latin typeface="MetricHPE" panose="020B050303020206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7"/>
          <p:cNvSpPr>
            <a:spLocks noGrp="1"/>
          </p:cNvSpPr>
          <p:nvPr>
            <p:ph type="body" sz="quarter" idx="19" hasCustomPrompt="1"/>
          </p:nvPr>
        </p:nvSpPr>
        <p:spPr>
          <a:xfrm>
            <a:off x="345715" y="1194436"/>
            <a:ext cx="6616691" cy="457200"/>
          </a:xfrm>
          <a:ln>
            <a:noFill/>
            <a:miter lim="800000"/>
          </a:ln>
        </p:spPr>
        <p:txBody>
          <a:bodyPr lIns="91440">
            <a:noAutofit/>
          </a:bodyPr>
          <a:lstStyle>
            <a:lvl1pPr marL="0" indent="0">
              <a:spcBef>
                <a:spcPts val="0"/>
              </a:spcBef>
              <a:buNone/>
              <a:defRPr sz="2437" b="1" baseline="0">
                <a:latin typeface="MetricHPE" panose="020B0503030202060203" pitchFamily="34" charset="0"/>
              </a:defRPr>
            </a:lvl1pPr>
            <a:lvl2pPr marL="0" indent="0">
              <a:spcBef>
                <a:spcPts val="0"/>
              </a:spcBef>
              <a:buNone/>
              <a:defRPr sz="2658"/>
            </a:lvl2pPr>
            <a:lvl3pPr marL="0" indent="0">
              <a:spcBef>
                <a:spcPts val="0"/>
              </a:spcBef>
              <a:buNone/>
              <a:defRPr sz="2658"/>
            </a:lvl3pPr>
            <a:lvl4pPr marL="0" indent="0">
              <a:spcBef>
                <a:spcPts val="0"/>
              </a:spcBef>
              <a:buNone/>
              <a:defRPr sz="2658"/>
            </a:lvl4pPr>
            <a:lvl5pPr marL="0" indent="0">
              <a:spcBef>
                <a:spcPts val="0"/>
              </a:spcBef>
              <a:buNone/>
              <a:defRPr sz="2658"/>
            </a:lvl5pPr>
            <a:lvl6pPr marL="0" indent="0">
              <a:spcBef>
                <a:spcPts val="0"/>
              </a:spcBef>
              <a:buNone/>
              <a:defRPr sz="2658"/>
            </a:lvl6pPr>
            <a:lvl7pPr marL="0" indent="0">
              <a:spcBef>
                <a:spcPts val="0"/>
              </a:spcBef>
              <a:buNone/>
              <a:defRPr sz="2658"/>
            </a:lvl7pPr>
            <a:lvl8pPr marL="0" indent="0">
              <a:spcBef>
                <a:spcPts val="0"/>
              </a:spcBef>
              <a:buNone/>
              <a:defRPr sz="2658"/>
            </a:lvl8pPr>
            <a:lvl9pPr marL="0" indent="0">
              <a:spcBef>
                <a:spcPts val="0"/>
              </a:spcBef>
              <a:buNone/>
              <a:defRPr sz="2658"/>
            </a:lvl9pPr>
          </a:lstStyle>
          <a:p>
            <a:pPr lvl="0"/>
            <a:r>
              <a:rPr lang="en-US" dirty="0"/>
              <a:t>Click to add one-line heading</a:t>
            </a:r>
          </a:p>
        </p:txBody>
      </p:sp>
      <p:sp>
        <p:nvSpPr>
          <p:cNvPr id="25" name="Content Placeholder 14"/>
          <p:cNvSpPr>
            <a:spLocks noGrp="1"/>
          </p:cNvSpPr>
          <p:nvPr>
            <p:ph sz="quarter" idx="20"/>
          </p:nvPr>
        </p:nvSpPr>
        <p:spPr>
          <a:xfrm>
            <a:off x="7627572" y="1651638"/>
            <a:ext cx="6501600" cy="5663564"/>
          </a:xfrm>
          <a:ln>
            <a:noFill/>
            <a:miter lim="800000"/>
          </a:ln>
        </p:spPr>
        <p:txBody>
          <a:bodyPr lIns="0" rIns="0"/>
          <a:lstStyle>
            <a:lvl1pPr>
              <a:defRPr>
                <a:latin typeface="MetricHPE" panose="020B0503030202060203" pitchFamily="34" charset="0"/>
              </a:defRPr>
            </a:lvl1pPr>
            <a:lvl2pPr>
              <a:defRPr>
                <a:latin typeface="MetricHPE" panose="020B0503030202060203" pitchFamily="34" charset="0"/>
              </a:defRPr>
            </a:lvl2pPr>
            <a:lvl3pPr>
              <a:defRPr>
                <a:latin typeface="MetricHPE" panose="020B0503030202060203" pitchFamily="34" charset="0"/>
              </a:defRPr>
            </a:lvl3pPr>
            <a:lvl4pPr>
              <a:defRPr>
                <a:latin typeface="MetricHPE" panose="020B0503030202060203" pitchFamily="34" charset="0"/>
              </a:defRPr>
            </a:lvl4pPr>
            <a:lvl5pPr>
              <a:defRPr>
                <a:latin typeface="MetricHPE" panose="020B050303020206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6" name="Text Placeholder 7"/>
          <p:cNvSpPr>
            <a:spLocks noGrp="1"/>
          </p:cNvSpPr>
          <p:nvPr>
            <p:ph type="body" sz="quarter" idx="21" hasCustomPrompt="1"/>
          </p:nvPr>
        </p:nvSpPr>
        <p:spPr>
          <a:xfrm>
            <a:off x="7512482" y="1194436"/>
            <a:ext cx="6616691" cy="457200"/>
          </a:xfrm>
          <a:ln>
            <a:noFill/>
            <a:miter lim="800000"/>
          </a:ln>
        </p:spPr>
        <p:txBody>
          <a:bodyPr lIns="91440">
            <a:noAutofit/>
          </a:bodyPr>
          <a:lstStyle>
            <a:lvl1pPr marL="0" indent="0">
              <a:spcBef>
                <a:spcPts val="0"/>
              </a:spcBef>
              <a:buNone/>
              <a:defRPr sz="2437" b="1" baseline="0">
                <a:latin typeface="MetricHPE" panose="020B0503030202060203" pitchFamily="34" charset="0"/>
              </a:defRPr>
            </a:lvl1pPr>
            <a:lvl2pPr marL="0" indent="0">
              <a:spcBef>
                <a:spcPts val="0"/>
              </a:spcBef>
              <a:buNone/>
              <a:defRPr sz="2658"/>
            </a:lvl2pPr>
            <a:lvl3pPr marL="0" indent="0">
              <a:spcBef>
                <a:spcPts val="0"/>
              </a:spcBef>
              <a:buNone/>
              <a:defRPr sz="2658"/>
            </a:lvl3pPr>
            <a:lvl4pPr marL="0" indent="0">
              <a:spcBef>
                <a:spcPts val="0"/>
              </a:spcBef>
              <a:buNone/>
              <a:defRPr sz="2658"/>
            </a:lvl4pPr>
            <a:lvl5pPr marL="0" indent="0">
              <a:spcBef>
                <a:spcPts val="0"/>
              </a:spcBef>
              <a:buNone/>
              <a:defRPr sz="2658"/>
            </a:lvl5pPr>
            <a:lvl6pPr marL="0" indent="0">
              <a:spcBef>
                <a:spcPts val="0"/>
              </a:spcBef>
              <a:buNone/>
              <a:defRPr sz="2658"/>
            </a:lvl6pPr>
            <a:lvl7pPr marL="0" indent="0">
              <a:spcBef>
                <a:spcPts val="0"/>
              </a:spcBef>
              <a:buNone/>
              <a:defRPr sz="2658"/>
            </a:lvl7pPr>
            <a:lvl8pPr marL="0" indent="0">
              <a:spcBef>
                <a:spcPts val="0"/>
              </a:spcBef>
              <a:buNone/>
              <a:defRPr sz="2658"/>
            </a:lvl8pPr>
            <a:lvl9pPr marL="0" indent="0">
              <a:spcBef>
                <a:spcPts val="0"/>
              </a:spcBef>
              <a:buNone/>
              <a:defRPr sz="2658"/>
            </a:lvl9pPr>
          </a:lstStyle>
          <a:p>
            <a:pPr lvl="0"/>
            <a:r>
              <a:rPr lang="en-US" dirty="0"/>
              <a:t>Click to add one-line heading</a:t>
            </a:r>
          </a:p>
        </p:txBody>
      </p:sp>
      <p:pic>
        <p:nvPicPr>
          <p:cNvPr id="27" name="Picture 26"/>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57201" y="7495217"/>
            <a:ext cx="1144800" cy="329184"/>
          </a:xfrm>
          <a:prstGeom prst="rect">
            <a:avLst/>
          </a:prstGeom>
        </p:spPr>
      </p:pic>
      <p:sp>
        <p:nvSpPr>
          <p:cNvPr id="2" name="Footer Placeholder 1"/>
          <p:cNvSpPr>
            <a:spLocks noGrp="1"/>
          </p:cNvSpPr>
          <p:nvPr>
            <p:ph type="ftr" sz="quarter" idx="22"/>
          </p:nvPr>
        </p:nvSpPr>
        <p:spPr/>
        <p:txBody>
          <a:bodyPr/>
          <a:lstStyle>
            <a:lvl1pPr>
              <a:defRPr>
                <a:latin typeface="MetricHPE" panose="020B0503030202060203" pitchFamily="34" charset="0"/>
              </a:defRPr>
            </a:lvl1pPr>
          </a:lstStyle>
          <a:p>
            <a:r>
              <a:rPr lang="en-US"/>
              <a:t>Confidential | For Training Purposes Only</a:t>
            </a:r>
            <a:endParaRPr lang="en-US" dirty="0"/>
          </a:p>
        </p:txBody>
      </p:sp>
      <p:sp>
        <p:nvSpPr>
          <p:cNvPr id="3" name="Slide Number Placeholder 2"/>
          <p:cNvSpPr>
            <a:spLocks noGrp="1"/>
          </p:cNvSpPr>
          <p:nvPr>
            <p:ph type="sldNum" sz="quarter" idx="23"/>
          </p:nvPr>
        </p:nvSpPr>
        <p:spPr/>
        <p:txBody>
          <a:bodyPr/>
          <a:lstStyle>
            <a:lvl1pPr>
              <a:defRPr>
                <a:latin typeface="MetricHPE" panose="020B0503030202060203" pitchFamily="34" charset="0"/>
              </a:defRPr>
            </a:lvl1pPr>
          </a:lstStyle>
          <a:p>
            <a:pPr defTabSz="1205617"/>
            <a:fld id="{104FC826-72BB-4AF1-BA01-A94F7396A7DC}" type="slidenum">
              <a:rPr lang="en-US" smtClean="0"/>
              <a:pPr defTabSz="1205617"/>
              <a:t>‹#›</a:t>
            </a:fld>
            <a:endParaRPr lang="en-US" dirty="0"/>
          </a:p>
        </p:txBody>
      </p:sp>
      <p:sp>
        <p:nvSpPr>
          <p:cNvPr id="4" name="Title 3">
            <a:extLst>
              <a:ext uri="{FF2B5EF4-FFF2-40B4-BE49-F238E27FC236}">
                <a16:creationId xmlns:a16="http://schemas.microsoft.com/office/drawing/2014/main" id="{73A8584B-E718-4F58-9AF1-BDBF5AD7FFFE}"/>
              </a:ext>
            </a:extLst>
          </p:cNvPr>
          <p:cNvSpPr>
            <a:spLocks noGrp="1"/>
          </p:cNvSpPr>
          <p:nvPr>
            <p:ph type="title"/>
          </p:nvPr>
        </p:nvSpPr>
        <p:spPr/>
        <p:txBody>
          <a:bodyPr/>
          <a:lstStyle/>
          <a:p>
            <a:r>
              <a:rPr lang="en-US"/>
              <a:t>Click to edit Master title style</a:t>
            </a:r>
            <a:endParaRPr lang="en-US" dirty="0"/>
          </a:p>
        </p:txBody>
      </p:sp>
    </p:spTree>
    <p:custDataLst>
      <p:tags r:id="rId1"/>
    </p:custDataLst>
    <p:extLst>
      <p:ext uri="{BB962C8B-B14F-4D97-AF65-F5344CB8AC3E}">
        <p14:creationId xmlns:p14="http://schemas.microsoft.com/office/powerpoint/2010/main" val="3213785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Two Content, Subtitle and Headings">
    <p:spTree>
      <p:nvGrpSpPr>
        <p:cNvPr id="1" name=""/>
        <p:cNvGrpSpPr/>
        <p:nvPr/>
      </p:nvGrpSpPr>
      <p:grpSpPr>
        <a:xfrm>
          <a:off x="0" y="0"/>
          <a:ext cx="0" cy="0"/>
          <a:chOff x="0" y="0"/>
          <a:chExt cx="0" cy="0"/>
        </a:xfrm>
      </p:grpSpPr>
      <p:sp>
        <p:nvSpPr>
          <p:cNvPr id="28" name="Content Placeholder 2">
            <a:extLst>
              <a:ext uri="{FF2B5EF4-FFF2-40B4-BE49-F238E27FC236}">
                <a16:creationId xmlns:a16="http://schemas.microsoft.com/office/drawing/2014/main" id="{C2D9C38D-0C96-4F06-9088-13547C056F33}"/>
              </a:ext>
            </a:extLst>
          </p:cNvPr>
          <p:cNvSpPr>
            <a:spLocks noGrp="1"/>
          </p:cNvSpPr>
          <p:nvPr>
            <p:ph sz="quarter" idx="25"/>
          </p:nvPr>
        </p:nvSpPr>
        <p:spPr>
          <a:xfrm>
            <a:off x="7630476" y="2087080"/>
            <a:ext cx="6500284" cy="5228076"/>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Heading 2">
            <a:extLst>
              <a:ext uri="{FF2B5EF4-FFF2-40B4-BE49-F238E27FC236}">
                <a16:creationId xmlns:a16="http://schemas.microsoft.com/office/drawing/2014/main" id="{0F35A58C-1284-494F-A5A7-A8680CA3222B}"/>
              </a:ext>
            </a:extLst>
          </p:cNvPr>
          <p:cNvSpPr>
            <a:spLocks noGrp="1"/>
          </p:cNvSpPr>
          <p:nvPr>
            <p:ph type="body" sz="quarter" idx="21" hasCustomPrompt="1"/>
          </p:nvPr>
        </p:nvSpPr>
        <p:spPr>
          <a:xfrm>
            <a:off x="7513970" y="1629878"/>
            <a:ext cx="6616691" cy="457200"/>
          </a:xfrm>
          <a:ln>
            <a:noFill/>
            <a:miter lim="800000"/>
          </a:ln>
        </p:spPr>
        <p:txBody>
          <a:bodyPr lIns="91440">
            <a:noAutofit/>
          </a:bodyPr>
          <a:lstStyle>
            <a:lvl1pPr marL="0" indent="0">
              <a:spcBef>
                <a:spcPts val="0"/>
              </a:spcBef>
              <a:buNone/>
              <a:defRPr sz="2437" b="1" baseline="0">
                <a:latin typeface="+mn-lt"/>
              </a:defRPr>
            </a:lvl1pPr>
            <a:lvl2pPr marL="0" indent="0">
              <a:spcBef>
                <a:spcPts val="0"/>
              </a:spcBef>
              <a:buNone/>
              <a:defRPr sz="2658"/>
            </a:lvl2pPr>
            <a:lvl3pPr marL="0" indent="0">
              <a:spcBef>
                <a:spcPts val="0"/>
              </a:spcBef>
              <a:buNone/>
              <a:defRPr sz="2658"/>
            </a:lvl3pPr>
            <a:lvl4pPr marL="0" indent="0">
              <a:spcBef>
                <a:spcPts val="0"/>
              </a:spcBef>
              <a:buNone/>
              <a:defRPr sz="2658"/>
            </a:lvl4pPr>
            <a:lvl5pPr marL="0" indent="0">
              <a:spcBef>
                <a:spcPts val="0"/>
              </a:spcBef>
              <a:buNone/>
              <a:defRPr sz="2658"/>
            </a:lvl5pPr>
            <a:lvl6pPr marL="0" indent="0">
              <a:spcBef>
                <a:spcPts val="0"/>
              </a:spcBef>
              <a:buNone/>
              <a:defRPr sz="2658"/>
            </a:lvl6pPr>
            <a:lvl7pPr marL="0" indent="0">
              <a:spcBef>
                <a:spcPts val="0"/>
              </a:spcBef>
              <a:buNone/>
              <a:defRPr sz="2658"/>
            </a:lvl7pPr>
            <a:lvl8pPr marL="0" indent="0">
              <a:spcBef>
                <a:spcPts val="0"/>
              </a:spcBef>
              <a:buNone/>
              <a:defRPr sz="2658"/>
            </a:lvl8pPr>
            <a:lvl9pPr marL="0" indent="0">
              <a:spcBef>
                <a:spcPts val="0"/>
              </a:spcBef>
              <a:buNone/>
              <a:defRPr sz="2658"/>
            </a:lvl9pPr>
          </a:lstStyle>
          <a:p>
            <a:pPr lvl="0"/>
            <a:r>
              <a:rPr lang="en-US" dirty="0"/>
              <a:t>Click to add one-line heading</a:t>
            </a:r>
          </a:p>
        </p:txBody>
      </p:sp>
      <p:sp>
        <p:nvSpPr>
          <p:cNvPr id="21" name="Content Placeholder 1">
            <a:extLst>
              <a:ext uri="{FF2B5EF4-FFF2-40B4-BE49-F238E27FC236}">
                <a16:creationId xmlns:a16="http://schemas.microsoft.com/office/drawing/2014/main" id="{790CE829-C5DB-4D0F-8D68-9F31A94FC42A}"/>
              </a:ext>
            </a:extLst>
          </p:cNvPr>
          <p:cNvSpPr>
            <a:spLocks noGrp="1"/>
          </p:cNvSpPr>
          <p:nvPr>
            <p:ph sz="quarter" idx="22"/>
          </p:nvPr>
        </p:nvSpPr>
        <p:spPr>
          <a:xfrm>
            <a:off x="462120" y="2087080"/>
            <a:ext cx="6500284" cy="5228076"/>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Heading 1">
            <a:extLst>
              <a:ext uri="{FF2B5EF4-FFF2-40B4-BE49-F238E27FC236}">
                <a16:creationId xmlns:a16="http://schemas.microsoft.com/office/drawing/2014/main" id="{4FFD9C8F-5583-4BD3-BF48-097D5D045AD4}"/>
              </a:ext>
            </a:extLst>
          </p:cNvPr>
          <p:cNvSpPr>
            <a:spLocks noGrp="1"/>
          </p:cNvSpPr>
          <p:nvPr>
            <p:ph type="body" sz="quarter" idx="23" hasCustomPrompt="1"/>
          </p:nvPr>
        </p:nvSpPr>
        <p:spPr>
          <a:xfrm>
            <a:off x="345715" y="1629878"/>
            <a:ext cx="6616691" cy="457200"/>
          </a:xfrm>
          <a:ln>
            <a:noFill/>
            <a:miter lim="800000"/>
          </a:ln>
        </p:spPr>
        <p:txBody>
          <a:bodyPr lIns="91440">
            <a:noAutofit/>
          </a:bodyPr>
          <a:lstStyle>
            <a:lvl1pPr marL="0" indent="0">
              <a:spcBef>
                <a:spcPts val="0"/>
              </a:spcBef>
              <a:buNone/>
              <a:defRPr sz="2437" b="1" baseline="0">
                <a:latin typeface="+mn-lt"/>
              </a:defRPr>
            </a:lvl1pPr>
            <a:lvl2pPr marL="0" indent="0">
              <a:spcBef>
                <a:spcPts val="0"/>
              </a:spcBef>
              <a:buNone/>
              <a:defRPr sz="2658"/>
            </a:lvl2pPr>
            <a:lvl3pPr marL="0" indent="0">
              <a:spcBef>
                <a:spcPts val="0"/>
              </a:spcBef>
              <a:buNone/>
              <a:defRPr sz="2658"/>
            </a:lvl3pPr>
            <a:lvl4pPr marL="0" indent="0">
              <a:spcBef>
                <a:spcPts val="0"/>
              </a:spcBef>
              <a:buNone/>
              <a:defRPr sz="2658"/>
            </a:lvl4pPr>
            <a:lvl5pPr marL="0" indent="0">
              <a:spcBef>
                <a:spcPts val="0"/>
              </a:spcBef>
              <a:buNone/>
              <a:defRPr sz="2658"/>
            </a:lvl5pPr>
            <a:lvl6pPr marL="0" indent="0">
              <a:spcBef>
                <a:spcPts val="0"/>
              </a:spcBef>
              <a:buNone/>
              <a:defRPr sz="2658"/>
            </a:lvl6pPr>
            <a:lvl7pPr marL="0" indent="0">
              <a:spcBef>
                <a:spcPts val="0"/>
              </a:spcBef>
              <a:buNone/>
              <a:defRPr sz="2658"/>
            </a:lvl7pPr>
            <a:lvl8pPr marL="0" indent="0">
              <a:spcBef>
                <a:spcPts val="0"/>
              </a:spcBef>
              <a:buNone/>
              <a:defRPr sz="2658"/>
            </a:lvl8pPr>
            <a:lvl9pPr marL="0" indent="0">
              <a:spcBef>
                <a:spcPts val="0"/>
              </a:spcBef>
              <a:buNone/>
              <a:defRPr sz="2658"/>
            </a:lvl9pPr>
          </a:lstStyle>
          <a:p>
            <a:pPr lvl="0"/>
            <a:r>
              <a:rPr lang="en-US" dirty="0"/>
              <a:t>Click to add one-line heading</a:t>
            </a:r>
          </a:p>
        </p:txBody>
      </p:sp>
      <p:sp>
        <p:nvSpPr>
          <p:cNvPr id="18" name="Bar"/>
          <p:cNvSpPr/>
          <p:nvPr/>
        </p:nvSpPr>
        <p:spPr>
          <a:xfrm>
            <a:off x="462122" y="1427395"/>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n-lt"/>
            </a:endParaRPr>
          </a:p>
        </p:txBody>
      </p:sp>
      <p:sp>
        <p:nvSpPr>
          <p:cNvPr id="15" name="Subtitle">
            <a:extLst>
              <a:ext uri="{FF2B5EF4-FFF2-40B4-BE49-F238E27FC236}">
                <a16:creationId xmlns:a16="http://schemas.microsoft.com/office/drawing/2014/main" id="{BE367876-B551-4115-B469-74C12D0C1CE4}"/>
              </a:ext>
            </a:extLst>
          </p:cNvPr>
          <p:cNvSpPr>
            <a:spLocks noGrp="1"/>
          </p:cNvSpPr>
          <p:nvPr>
            <p:ph type="body" sz="quarter" idx="13" hasCustomPrompt="1"/>
          </p:nvPr>
        </p:nvSpPr>
        <p:spPr>
          <a:xfrm>
            <a:off x="338098" y="845198"/>
            <a:ext cx="13792564" cy="457200"/>
          </a:xfrm>
        </p:spPr>
        <p:txBody>
          <a:bodyPr vert="horz" lIns="91440" tIns="91440" rIns="91440" bIns="91440" rtlCol="0" anchor="ctr">
            <a:noAutofit/>
          </a:bodyPr>
          <a:lstStyle>
            <a:lvl1pPr marL="0" indent="0">
              <a:buNone/>
              <a:defRPr sz="2658" baseline="0" dirty="0">
                <a:latin typeface="+mn-lt"/>
              </a:defRPr>
            </a:lvl1pPr>
          </a:lstStyle>
          <a:p>
            <a:pPr marL="202572" lvl="0" indent="-202572">
              <a:spcBef>
                <a:spcPts val="0"/>
              </a:spcBef>
            </a:pPr>
            <a:r>
              <a:rPr lang="en-US" dirty="0"/>
              <a:t>Click to add one-line subtitle</a:t>
            </a:r>
          </a:p>
        </p:txBody>
      </p:sp>
      <p:sp>
        <p:nvSpPr>
          <p:cNvPr id="4" name="Title">
            <a:extLst>
              <a:ext uri="{FF2B5EF4-FFF2-40B4-BE49-F238E27FC236}">
                <a16:creationId xmlns:a16="http://schemas.microsoft.com/office/drawing/2014/main" id="{5B4DC083-771D-42FC-A297-31FED015807F}"/>
              </a:ext>
            </a:extLst>
          </p:cNvPr>
          <p:cNvSpPr>
            <a:spLocks noGrp="1"/>
          </p:cNvSpPr>
          <p:nvPr>
            <p:ph type="title"/>
          </p:nvPr>
        </p:nvSpPr>
        <p:spPr/>
        <p:txBody>
          <a:bodyPr/>
          <a:lstStyle/>
          <a:p>
            <a:r>
              <a:rPr lang="en-US"/>
              <a:t>Click to edit Master title style</a:t>
            </a:r>
            <a:endParaRPr lang="en-US" dirty="0"/>
          </a:p>
        </p:txBody>
      </p:sp>
      <p:sp>
        <p:nvSpPr>
          <p:cNvPr id="3" name="Slide Number Placeholder">
            <a:extLst>
              <a:ext uri="{FF2B5EF4-FFF2-40B4-BE49-F238E27FC236}">
                <a16:creationId xmlns:a16="http://schemas.microsoft.com/office/drawing/2014/main" id="{12F31EAB-796D-4E98-AD02-5E448046BB3D}"/>
              </a:ext>
            </a:extLst>
          </p:cNvPr>
          <p:cNvSpPr>
            <a:spLocks noGrp="1"/>
          </p:cNvSpPr>
          <p:nvPr>
            <p:ph type="sldNum" sz="quarter" idx="27"/>
          </p:nvPr>
        </p:nvSpPr>
        <p:spPr/>
        <p:txBody>
          <a:bodyPr/>
          <a:lstStyle/>
          <a:p>
            <a:pPr defTabSz="1205617"/>
            <a:fld id="{104FC826-72BB-4AF1-BA01-A94F7396A7DC}" type="slidenum">
              <a:rPr lang="en-US" smtClean="0"/>
              <a:pPr defTabSz="1205617"/>
              <a:t>‹#›</a:t>
            </a:fld>
            <a:endParaRPr lang="en-US" dirty="0"/>
          </a:p>
        </p:txBody>
      </p:sp>
      <p:sp>
        <p:nvSpPr>
          <p:cNvPr id="2" name="Footer Placeholder">
            <a:extLst>
              <a:ext uri="{FF2B5EF4-FFF2-40B4-BE49-F238E27FC236}">
                <a16:creationId xmlns:a16="http://schemas.microsoft.com/office/drawing/2014/main" id="{B9B4ABF0-738F-478F-B9E7-E5D3DF83666E}"/>
              </a:ext>
            </a:extLst>
          </p:cNvPr>
          <p:cNvSpPr>
            <a:spLocks noGrp="1"/>
          </p:cNvSpPr>
          <p:nvPr>
            <p:ph type="ftr" sz="quarter" idx="26"/>
          </p:nvPr>
        </p:nvSpPr>
        <p:spPr/>
        <p:txBody>
          <a:bodyPr/>
          <a:lstStyle/>
          <a:p>
            <a:r>
              <a:rPr lang="en-US"/>
              <a:t>Confidential | For Training Purposes Only</a:t>
            </a:r>
            <a:endParaRPr lang="en-US" dirty="0"/>
          </a:p>
        </p:txBody>
      </p:sp>
    </p:spTree>
    <p:extLst>
      <p:ext uri="{BB962C8B-B14F-4D97-AF65-F5344CB8AC3E}">
        <p14:creationId xmlns:p14="http://schemas.microsoft.com/office/powerpoint/2010/main" val="20042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20" name="Content Placeholder 3"/>
          <p:cNvSpPr>
            <a:spLocks noGrp="1"/>
          </p:cNvSpPr>
          <p:nvPr>
            <p:ph sz="quarter" idx="19"/>
          </p:nvPr>
        </p:nvSpPr>
        <p:spPr>
          <a:xfrm>
            <a:off x="9782971" y="1195641"/>
            <a:ext cx="4354453" cy="6119562"/>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2"/>
          <p:cNvSpPr>
            <a:spLocks noGrp="1"/>
          </p:cNvSpPr>
          <p:nvPr>
            <p:ph sz="quarter" idx="18"/>
          </p:nvPr>
        </p:nvSpPr>
        <p:spPr>
          <a:xfrm>
            <a:off x="5122546" y="1195641"/>
            <a:ext cx="4354453" cy="6119562"/>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Content Placeholder 1"/>
          <p:cNvSpPr>
            <a:spLocks noGrp="1"/>
          </p:cNvSpPr>
          <p:nvPr>
            <p:ph sz="quarter" idx="17"/>
          </p:nvPr>
        </p:nvSpPr>
        <p:spPr>
          <a:xfrm>
            <a:off x="462123" y="1195641"/>
            <a:ext cx="4354453" cy="6119562"/>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Bar"/>
          <p:cNvSpPr/>
          <p:nvPr/>
        </p:nvSpPr>
        <p:spPr>
          <a:xfrm>
            <a:off x="462122" y="1012663"/>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4" name="Title">
            <a:extLst>
              <a:ext uri="{FF2B5EF4-FFF2-40B4-BE49-F238E27FC236}">
                <a16:creationId xmlns:a16="http://schemas.microsoft.com/office/drawing/2014/main" id="{EAC09279-0D09-4109-A953-16A88732F6EC}"/>
              </a:ext>
            </a:extLst>
          </p:cNvPr>
          <p:cNvSpPr>
            <a:spLocks noGrp="1"/>
          </p:cNvSpPr>
          <p:nvPr>
            <p:ph type="title"/>
          </p:nvPr>
        </p:nvSpPr>
        <p:spPr/>
        <p:txBody>
          <a:bodyPr/>
          <a:lstStyle/>
          <a:p>
            <a:r>
              <a:rPr lang="en-US"/>
              <a:t>Click to edit Master title style</a:t>
            </a:r>
            <a:endParaRPr lang="en-US" dirty="0"/>
          </a:p>
        </p:txBody>
      </p:sp>
      <p:sp>
        <p:nvSpPr>
          <p:cNvPr id="3" name="Slide Number Placeholder">
            <a:extLst>
              <a:ext uri="{FF2B5EF4-FFF2-40B4-BE49-F238E27FC236}">
                <a16:creationId xmlns:a16="http://schemas.microsoft.com/office/drawing/2014/main" id="{55DFA194-46E5-48DD-9DF0-CE09ECBDE598}"/>
              </a:ext>
            </a:extLst>
          </p:cNvPr>
          <p:cNvSpPr>
            <a:spLocks noGrp="1"/>
          </p:cNvSpPr>
          <p:nvPr>
            <p:ph type="sldNum" sz="quarter" idx="21"/>
          </p:nvPr>
        </p:nvSpPr>
        <p:spPr/>
        <p:txBody>
          <a:bodyPr/>
          <a:lstStyle/>
          <a:p>
            <a:pPr defTabSz="1205617"/>
            <a:fld id="{104FC826-72BB-4AF1-BA01-A94F7396A7DC}" type="slidenum">
              <a:rPr lang="en-US" smtClean="0"/>
              <a:pPr defTabSz="1205617"/>
              <a:t>‹#›</a:t>
            </a:fld>
            <a:endParaRPr lang="en-US" dirty="0"/>
          </a:p>
        </p:txBody>
      </p:sp>
      <p:sp>
        <p:nvSpPr>
          <p:cNvPr id="2" name="Footer Placeholder">
            <a:extLst>
              <a:ext uri="{FF2B5EF4-FFF2-40B4-BE49-F238E27FC236}">
                <a16:creationId xmlns:a16="http://schemas.microsoft.com/office/drawing/2014/main" id="{BEED058A-E779-4D88-ADD2-9B84C2A10502}"/>
              </a:ext>
            </a:extLst>
          </p:cNvPr>
          <p:cNvSpPr>
            <a:spLocks noGrp="1"/>
          </p:cNvSpPr>
          <p:nvPr>
            <p:ph type="ftr" sz="quarter" idx="20"/>
          </p:nvPr>
        </p:nvSpPr>
        <p:spPr/>
        <p:txBody>
          <a:bodyPr/>
          <a:lstStyle/>
          <a:p>
            <a:r>
              <a:rPr lang="en-US"/>
              <a:t>Confidential | For Training Purposes Only</a:t>
            </a:r>
            <a:endParaRPr lang="en-US" dirty="0"/>
          </a:p>
        </p:txBody>
      </p:sp>
    </p:spTree>
    <p:extLst>
      <p:ext uri="{BB962C8B-B14F-4D97-AF65-F5344CB8AC3E}">
        <p14:creationId xmlns:p14="http://schemas.microsoft.com/office/powerpoint/2010/main" val="2288374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Three Content, Subtitle">
    <p:spTree>
      <p:nvGrpSpPr>
        <p:cNvPr id="1" name=""/>
        <p:cNvGrpSpPr/>
        <p:nvPr/>
      </p:nvGrpSpPr>
      <p:grpSpPr>
        <a:xfrm>
          <a:off x="0" y="0"/>
          <a:ext cx="0" cy="0"/>
          <a:chOff x="0" y="0"/>
          <a:chExt cx="0" cy="0"/>
        </a:xfrm>
      </p:grpSpPr>
      <p:sp>
        <p:nvSpPr>
          <p:cNvPr id="14" name="Subtitle">
            <a:extLst>
              <a:ext uri="{FF2B5EF4-FFF2-40B4-BE49-F238E27FC236}">
                <a16:creationId xmlns:a16="http://schemas.microsoft.com/office/drawing/2014/main" id="{C831EBB5-21C4-4F56-9D7F-EDB7844B96AF}"/>
              </a:ext>
            </a:extLst>
          </p:cNvPr>
          <p:cNvSpPr>
            <a:spLocks noGrp="1"/>
          </p:cNvSpPr>
          <p:nvPr>
            <p:ph type="body" sz="quarter" idx="13" hasCustomPrompt="1"/>
          </p:nvPr>
        </p:nvSpPr>
        <p:spPr>
          <a:xfrm>
            <a:off x="338095" y="845198"/>
            <a:ext cx="13797924" cy="457200"/>
          </a:xfrm>
        </p:spPr>
        <p:txBody>
          <a:bodyPr vert="horz" lIns="91440" tIns="91440" rIns="91440" bIns="91440" rtlCol="0" anchor="ctr">
            <a:noAutofit/>
          </a:bodyPr>
          <a:lstStyle>
            <a:lvl1pPr marL="0" indent="0">
              <a:buNone/>
              <a:defRPr sz="2658" baseline="0" dirty="0">
                <a:latin typeface="+mn-lt"/>
              </a:defRPr>
            </a:lvl1pPr>
          </a:lstStyle>
          <a:p>
            <a:pPr marL="202572" lvl="0" indent="-202572">
              <a:spcBef>
                <a:spcPts val="0"/>
              </a:spcBef>
            </a:pPr>
            <a:r>
              <a:rPr lang="en-US" dirty="0"/>
              <a:t>Click to add one-line subtitle</a:t>
            </a:r>
          </a:p>
        </p:txBody>
      </p:sp>
      <p:sp>
        <p:nvSpPr>
          <p:cNvPr id="28" name="Bar"/>
          <p:cNvSpPr/>
          <p:nvPr/>
        </p:nvSpPr>
        <p:spPr>
          <a:xfrm>
            <a:off x="462122" y="1427395"/>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n-lt"/>
            </a:endParaRPr>
          </a:p>
        </p:txBody>
      </p:sp>
      <p:sp>
        <p:nvSpPr>
          <p:cNvPr id="4" name="Title">
            <a:extLst>
              <a:ext uri="{FF2B5EF4-FFF2-40B4-BE49-F238E27FC236}">
                <a16:creationId xmlns:a16="http://schemas.microsoft.com/office/drawing/2014/main" id="{C9EF0ECA-DE60-41FE-A905-507AB710EE5B}"/>
              </a:ext>
            </a:extLst>
          </p:cNvPr>
          <p:cNvSpPr>
            <a:spLocks noGrp="1"/>
          </p:cNvSpPr>
          <p:nvPr>
            <p:ph type="title"/>
          </p:nvPr>
        </p:nvSpPr>
        <p:spPr/>
        <p:txBody>
          <a:bodyPr/>
          <a:lstStyle/>
          <a:p>
            <a:r>
              <a:rPr lang="en-US"/>
              <a:t>Click to edit Master title style</a:t>
            </a:r>
            <a:endParaRPr lang="en-US" dirty="0"/>
          </a:p>
        </p:txBody>
      </p:sp>
      <p:sp>
        <p:nvSpPr>
          <p:cNvPr id="19" name="Content Placeholder 3">
            <a:extLst>
              <a:ext uri="{FF2B5EF4-FFF2-40B4-BE49-F238E27FC236}">
                <a16:creationId xmlns:a16="http://schemas.microsoft.com/office/drawing/2014/main" id="{1074A59D-DDE4-4FB2-838A-D5C8E7AD19E1}"/>
              </a:ext>
            </a:extLst>
          </p:cNvPr>
          <p:cNvSpPr>
            <a:spLocks noGrp="1"/>
          </p:cNvSpPr>
          <p:nvPr>
            <p:ph sz="quarter" idx="22"/>
          </p:nvPr>
        </p:nvSpPr>
        <p:spPr>
          <a:xfrm>
            <a:off x="9775349" y="1638199"/>
            <a:ext cx="4354452" cy="5680800"/>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Placeholder 2">
            <a:extLst>
              <a:ext uri="{FF2B5EF4-FFF2-40B4-BE49-F238E27FC236}">
                <a16:creationId xmlns:a16="http://schemas.microsoft.com/office/drawing/2014/main" id="{F2DA2588-EB78-4045-A57D-317AA672516D}"/>
              </a:ext>
            </a:extLst>
          </p:cNvPr>
          <p:cNvSpPr>
            <a:spLocks noGrp="1"/>
          </p:cNvSpPr>
          <p:nvPr>
            <p:ph sz="quarter" idx="18"/>
          </p:nvPr>
        </p:nvSpPr>
        <p:spPr>
          <a:xfrm>
            <a:off x="5118734" y="1638199"/>
            <a:ext cx="4354452" cy="5681268"/>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Content Placeholder 1">
            <a:extLst>
              <a:ext uri="{FF2B5EF4-FFF2-40B4-BE49-F238E27FC236}">
                <a16:creationId xmlns:a16="http://schemas.microsoft.com/office/drawing/2014/main" id="{31336B0C-F91E-47D8-936F-836334818CB0}"/>
              </a:ext>
            </a:extLst>
          </p:cNvPr>
          <p:cNvSpPr>
            <a:spLocks noGrp="1"/>
          </p:cNvSpPr>
          <p:nvPr>
            <p:ph sz="quarter" idx="17"/>
          </p:nvPr>
        </p:nvSpPr>
        <p:spPr>
          <a:xfrm>
            <a:off x="462121" y="1638199"/>
            <a:ext cx="4354452" cy="5680800"/>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a:extLst>
              <a:ext uri="{FF2B5EF4-FFF2-40B4-BE49-F238E27FC236}">
                <a16:creationId xmlns:a16="http://schemas.microsoft.com/office/drawing/2014/main" id="{C64F2FF0-0CF5-4CC1-8878-96534C54D9A0}"/>
              </a:ext>
            </a:extLst>
          </p:cNvPr>
          <p:cNvSpPr>
            <a:spLocks noGrp="1"/>
          </p:cNvSpPr>
          <p:nvPr>
            <p:ph type="ftr" sz="quarter" idx="23"/>
          </p:nvPr>
        </p:nvSpPr>
        <p:spPr/>
        <p:txBody>
          <a:bodyPr/>
          <a:lstStyle/>
          <a:p>
            <a:r>
              <a:rPr lang="en-US"/>
              <a:t>Confidential | For Training Purposes Only</a:t>
            </a:r>
            <a:endParaRPr lang="en-US" dirty="0"/>
          </a:p>
        </p:txBody>
      </p:sp>
      <p:sp>
        <p:nvSpPr>
          <p:cNvPr id="3" name="Slide Number Placeholder">
            <a:extLst>
              <a:ext uri="{FF2B5EF4-FFF2-40B4-BE49-F238E27FC236}">
                <a16:creationId xmlns:a16="http://schemas.microsoft.com/office/drawing/2014/main" id="{749AAC13-0724-4F89-9282-2A985E0669E8}"/>
              </a:ext>
            </a:extLst>
          </p:cNvPr>
          <p:cNvSpPr>
            <a:spLocks noGrp="1"/>
          </p:cNvSpPr>
          <p:nvPr>
            <p:ph type="sldNum" sz="quarter" idx="24"/>
          </p:nvPr>
        </p:nvSpPr>
        <p:spPr/>
        <p:txBody>
          <a:bodyPr/>
          <a:lstStyle/>
          <a:p>
            <a:pPr defTabSz="1205617"/>
            <a:fld id="{104FC826-72BB-4AF1-BA01-A94F7396A7DC}" type="slidenum">
              <a:rPr lang="en-US" smtClean="0"/>
              <a:pPr defTabSz="1205617"/>
              <a:t>‹#›</a:t>
            </a:fld>
            <a:endParaRPr lang="en-US" dirty="0"/>
          </a:p>
        </p:txBody>
      </p:sp>
    </p:spTree>
    <p:extLst>
      <p:ext uri="{BB962C8B-B14F-4D97-AF65-F5344CB8AC3E}">
        <p14:creationId xmlns:p14="http://schemas.microsoft.com/office/powerpoint/2010/main" val="1547216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Three Content and Headings">
    <p:spTree>
      <p:nvGrpSpPr>
        <p:cNvPr id="1" name=""/>
        <p:cNvGrpSpPr/>
        <p:nvPr/>
      </p:nvGrpSpPr>
      <p:grpSpPr>
        <a:xfrm>
          <a:off x="0" y="0"/>
          <a:ext cx="0" cy="0"/>
          <a:chOff x="0" y="0"/>
          <a:chExt cx="0" cy="0"/>
        </a:xfrm>
      </p:grpSpPr>
      <p:sp>
        <p:nvSpPr>
          <p:cNvPr id="26" name="Content Placeholder 3"/>
          <p:cNvSpPr>
            <a:spLocks noGrp="1"/>
          </p:cNvSpPr>
          <p:nvPr>
            <p:ph sz="quarter" idx="22"/>
          </p:nvPr>
        </p:nvSpPr>
        <p:spPr>
          <a:xfrm>
            <a:off x="9775349" y="1652841"/>
            <a:ext cx="4354452" cy="5662362"/>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Heading 3"/>
          <p:cNvSpPr>
            <a:spLocks noGrp="1"/>
          </p:cNvSpPr>
          <p:nvPr>
            <p:ph type="body" sz="quarter" idx="21" hasCustomPrompt="1"/>
          </p:nvPr>
        </p:nvSpPr>
        <p:spPr>
          <a:xfrm>
            <a:off x="9658600" y="1195638"/>
            <a:ext cx="4471200" cy="457200"/>
          </a:xfrm>
          <a:ln>
            <a:noFill/>
            <a:miter lim="800000"/>
          </a:ln>
        </p:spPr>
        <p:txBody>
          <a:bodyPr lIns="91440">
            <a:noAutofit/>
          </a:bodyPr>
          <a:lstStyle>
            <a:lvl1pPr marL="0" indent="0">
              <a:spcBef>
                <a:spcPts val="0"/>
              </a:spcBef>
              <a:buNone/>
              <a:defRPr sz="2437" b="1" baseline="0">
                <a:latin typeface="+mn-lt"/>
              </a:defRPr>
            </a:lvl1pPr>
            <a:lvl2pPr marL="0" indent="0">
              <a:spcBef>
                <a:spcPts val="0"/>
              </a:spcBef>
              <a:buNone/>
              <a:defRPr sz="2658"/>
            </a:lvl2pPr>
            <a:lvl3pPr marL="0" indent="0">
              <a:spcBef>
                <a:spcPts val="0"/>
              </a:spcBef>
              <a:buNone/>
              <a:defRPr sz="2658"/>
            </a:lvl3pPr>
            <a:lvl4pPr marL="0" indent="0">
              <a:spcBef>
                <a:spcPts val="0"/>
              </a:spcBef>
              <a:buNone/>
              <a:defRPr sz="2658"/>
            </a:lvl4pPr>
            <a:lvl5pPr marL="0" indent="0">
              <a:spcBef>
                <a:spcPts val="0"/>
              </a:spcBef>
              <a:buNone/>
              <a:defRPr sz="2658"/>
            </a:lvl5pPr>
            <a:lvl6pPr marL="0" indent="0">
              <a:spcBef>
                <a:spcPts val="0"/>
              </a:spcBef>
              <a:buNone/>
              <a:defRPr sz="2658"/>
            </a:lvl6pPr>
            <a:lvl7pPr marL="0" indent="0">
              <a:spcBef>
                <a:spcPts val="0"/>
              </a:spcBef>
              <a:buNone/>
              <a:defRPr sz="2658"/>
            </a:lvl7pPr>
            <a:lvl8pPr marL="0" indent="0">
              <a:spcBef>
                <a:spcPts val="0"/>
              </a:spcBef>
              <a:buNone/>
              <a:defRPr sz="2658"/>
            </a:lvl8pPr>
            <a:lvl9pPr marL="0" indent="0">
              <a:spcBef>
                <a:spcPts val="0"/>
              </a:spcBef>
              <a:buNone/>
              <a:defRPr sz="2658"/>
            </a:lvl9pPr>
          </a:lstStyle>
          <a:p>
            <a:pPr lvl="0"/>
            <a:r>
              <a:rPr lang="en-US" dirty="0"/>
              <a:t>Click to add one-line heading</a:t>
            </a:r>
          </a:p>
        </p:txBody>
      </p:sp>
      <p:sp>
        <p:nvSpPr>
          <p:cNvPr id="25" name="Content Placeholder 2"/>
          <p:cNvSpPr>
            <a:spLocks noGrp="1"/>
          </p:cNvSpPr>
          <p:nvPr>
            <p:ph sz="quarter" idx="18"/>
          </p:nvPr>
        </p:nvSpPr>
        <p:spPr>
          <a:xfrm>
            <a:off x="5118734" y="1652841"/>
            <a:ext cx="4354452" cy="5662362"/>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Heading 2"/>
          <p:cNvSpPr>
            <a:spLocks noGrp="1"/>
          </p:cNvSpPr>
          <p:nvPr>
            <p:ph type="body" sz="quarter" idx="23" hasCustomPrompt="1"/>
          </p:nvPr>
        </p:nvSpPr>
        <p:spPr>
          <a:xfrm>
            <a:off x="5001986" y="1195638"/>
            <a:ext cx="4471200" cy="457200"/>
          </a:xfrm>
          <a:ln>
            <a:noFill/>
            <a:miter lim="800000"/>
          </a:ln>
        </p:spPr>
        <p:txBody>
          <a:bodyPr lIns="91440">
            <a:noAutofit/>
          </a:bodyPr>
          <a:lstStyle>
            <a:lvl1pPr marL="0" indent="0">
              <a:spcBef>
                <a:spcPts val="0"/>
              </a:spcBef>
              <a:buNone/>
              <a:defRPr sz="2437" b="1" baseline="0">
                <a:latin typeface="+mn-lt"/>
              </a:defRPr>
            </a:lvl1pPr>
            <a:lvl2pPr marL="0" indent="0">
              <a:spcBef>
                <a:spcPts val="0"/>
              </a:spcBef>
              <a:buNone/>
              <a:defRPr sz="2658"/>
            </a:lvl2pPr>
            <a:lvl3pPr marL="0" indent="0">
              <a:spcBef>
                <a:spcPts val="0"/>
              </a:spcBef>
              <a:buNone/>
              <a:defRPr sz="2658"/>
            </a:lvl3pPr>
            <a:lvl4pPr marL="0" indent="0">
              <a:spcBef>
                <a:spcPts val="0"/>
              </a:spcBef>
              <a:buNone/>
              <a:defRPr sz="2658"/>
            </a:lvl4pPr>
            <a:lvl5pPr marL="0" indent="0">
              <a:spcBef>
                <a:spcPts val="0"/>
              </a:spcBef>
              <a:buNone/>
              <a:defRPr sz="2658"/>
            </a:lvl5pPr>
            <a:lvl6pPr marL="0" indent="0">
              <a:spcBef>
                <a:spcPts val="0"/>
              </a:spcBef>
              <a:buNone/>
              <a:defRPr sz="2658"/>
            </a:lvl6pPr>
            <a:lvl7pPr marL="0" indent="0">
              <a:spcBef>
                <a:spcPts val="0"/>
              </a:spcBef>
              <a:buNone/>
              <a:defRPr sz="2658"/>
            </a:lvl7pPr>
            <a:lvl8pPr marL="0" indent="0">
              <a:spcBef>
                <a:spcPts val="0"/>
              </a:spcBef>
              <a:buNone/>
              <a:defRPr sz="2658"/>
            </a:lvl8pPr>
            <a:lvl9pPr marL="0" indent="0">
              <a:spcBef>
                <a:spcPts val="0"/>
              </a:spcBef>
              <a:buNone/>
              <a:defRPr sz="2658"/>
            </a:lvl9pPr>
          </a:lstStyle>
          <a:p>
            <a:pPr lvl="0"/>
            <a:r>
              <a:rPr lang="en-US" dirty="0"/>
              <a:t>Click to add one-line heading</a:t>
            </a:r>
          </a:p>
        </p:txBody>
      </p:sp>
      <p:sp>
        <p:nvSpPr>
          <p:cNvPr id="24" name="Content Placeholder 1"/>
          <p:cNvSpPr>
            <a:spLocks noGrp="1"/>
          </p:cNvSpPr>
          <p:nvPr>
            <p:ph sz="quarter" idx="17"/>
          </p:nvPr>
        </p:nvSpPr>
        <p:spPr>
          <a:xfrm>
            <a:off x="462121" y="1652841"/>
            <a:ext cx="4354452" cy="5662362"/>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Heading 1"/>
          <p:cNvSpPr>
            <a:spLocks noGrp="1"/>
          </p:cNvSpPr>
          <p:nvPr>
            <p:ph type="body" sz="quarter" idx="19" hasCustomPrompt="1"/>
          </p:nvPr>
        </p:nvSpPr>
        <p:spPr>
          <a:xfrm>
            <a:off x="344915" y="1195638"/>
            <a:ext cx="4471660" cy="457200"/>
          </a:xfrm>
          <a:ln>
            <a:noFill/>
            <a:miter lim="800000"/>
          </a:ln>
        </p:spPr>
        <p:txBody>
          <a:bodyPr lIns="91440">
            <a:noAutofit/>
          </a:bodyPr>
          <a:lstStyle>
            <a:lvl1pPr marL="0" indent="0">
              <a:spcBef>
                <a:spcPts val="0"/>
              </a:spcBef>
              <a:buNone/>
              <a:defRPr sz="2437" b="1" baseline="0">
                <a:latin typeface="+mn-lt"/>
              </a:defRPr>
            </a:lvl1pPr>
            <a:lvl2pPr marL="0" indent="0">
              <a:spcBef>
                <a:spcPts val="0"/>
              </a:spcBef>
              <a:buNone/>
              <a:defRPr sz="2658"/>
            </a:lvl2pPr>
            <a:lvl3pPr marL="0" indent="0">
              <a:spcBef>
                <a:spcPts val="0"/>
              </a:spcBef>
              <a:buNone/>
              <a:defRPr sz="2658"/>
            </a:lvl3pPr>
            <a:lvl4pPr marL="0" indent="0">
              <a:spcBef>
                <a:spcPts val="0"/>
              </a:spcBef>
              <a:buNone/>
              <a:defRPr sz="2658"/>
            </a:lvl4pPr>
            <a:lvl5pPr marL="0" indent="0">
              <a:spcBef>
                <a:spcPts val="0"/>
              </a:spcBef>
              <a:buNone/>
              <a:defRPr sz="2658"/>
            </a:lvl5pPr>
            <a:lvl6pPr marL="0" indent="0">
              <a:spcBef>
                <a:spcPts val="0"/>
              </a:spcBef>
              <a:buNone/>
              <a:defRPr sz="2658"/>
            </a:lvl6pPr>
            <a:lvl7pPr marL="0" indent="0">
              <a:spcBef>
                <a:spcPts val="0"/>
              </a:spcBef>
              <a:buNone/>
              <a:defRPr sz="2658"/>
            </a:lvl7pPr>
            <a:lvl8pPr marL="0" indent="0">
              <a:spcBef>
                <a:spcPts val="0"/>
              </a:spcBef>
              <a:buNone/>
              <a:defRPr sz="2658"/>
            </a:lvl8pPr>
            <a:lvl9pPr marL="0" indent="0">
              <a:spcBef>
                <a:spcPts val="0"/>
              </a:spcBef>
              <a:buNone/>
              <a:defRPr sz="2658"/>
            </a:lvl9pPr>
          </a:lstStyle>
          <a:p>
            <a:pPr lvl="0"/>
            <a:r>
              <a:rPr lang="en-US" dirty="0"/>
              <a:t>Click to add one-line heading</a:t>
            </a:r>
          </a:p>
        </p:txBody>
      </p:sp>
      <p:sp>
        <p:nvSpPr>
          <p:cNvPr id="16" name="Bar"/>
          <p:cNvSpPr/>
          <p:nvPr/>
        </p:nvSpPr>
        <p:spPr>
          <a:xfrm>
            <a:off x="462122" y="1012663"/>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4" name="Title">
            <a:extLst>
              <a:ext uri="{FF2B5EF4-FFF2-40B4-BE49-F238E27FC236}">
                <a16:creationId xmlns:a16="http://schemas.microsoft.com/office/drawing/2014/main" id="{24EE87AE-0267-4C69-AFD6-F9C64969AC26}"/>
              </a:ext>
            </a:extLst>
          </p:cNvPr>
          <p:cNvSpPr>
            <a:spLocks noGrp="1"/>
          </p:cNvSpPr>
          <p:nvPr>
            <p:ph type="title"/>
          </p:nvPr>
        </p:nvSpPr>
        <p:spPr/>
        <p:txBody>
          <a:bodyPr/>
          <a:lstStyle/>
          <a:p>
            <a:r>
              <a:rPr lang="en-US"/>
              <a:t>Click to edit Master title style</a:t>
            </a:r>
            <a:endParaRPr lang="en-US" dirty="0"/>
          </a:p>
        </p:txBody>
      </p:sp>
      <p:sp>
        <p:nvSpPr>
          <p:cNvPr id="3" name="Slide Number Placeholder">
            <a:extLst>
              <a:ext uri="{FF2B5EF4-FFF2-40B4-BE49-F238E27FC236}">
                <a16:creationId xmlns:a16="http://schemas.microsoft.com/office/drawing/2014/main" id="{BB8A07BF-CB97-4E22-9C06-99A9D26C8199}"/>
              </a:ext>
            </a:extLst>
          </p:cNvPr>
          <p:cNvSpPr>
            <a:spLocks noGrp="1"/>
          </p:cNvSpPr>
          <p:nvPr>
            <p:ph type="sldNum" sz="quarter" idx="25"/>
          </p:nvPr>
        </p:nvSpPr>
        <p:spPr/>
        <p:txBody>
          <a:bodyPr/>
          <a:lstStyle/>
          <a:p>
            <a:pPr defTabSz="1205617"/>
            <a:fld id="{104FC826-72BB-4AF1-BA01-A94F7396A7DC}" type="slidenum">
              <a:rPr lang="en-US" smtClean="0"/>
              <a:pPr defTabSz="1205617"/>
              <a:t>‹#›</a:t>
            </a:fld>
            <a:endParaRPr lang="en-US" dirty="0"/>
          </a:p>
        </p:txBody>
      </p:sp>
      <p:sp>
        <p:nvSpPr>
          <p:cNvPr id="2" name="Footer Placeholder">
            <a:extLst>
              <a:ext uri="{FF2B5EF4-FFF2-40B4-BE49-F238E27FC236}">
                <a16:creationId xmlns:a16="http://schemas.microsoft.com/office/drawing/2014/main" id="{7833D610-4CA4-41A3-B735-6F0642F98549}"/>
              </a:ext>
            </a:extLst>
          </p:cNvPr>
          <p:cNvSpPr>
            <a:spLocks noGrp="1"/>
          </p:cNvSpPr>
          <p:nvPr>
            <p:ph type="ftr" sz="quarter" idx="24"/>
          </p:nvPr>
        </p:nvSpPr>
        <p:spPr/>
        <p:txBody>
          <a:bodyPr/>
          <a:lstStyle/>
          <a:p>
            <a:r>
              <a:rPr lang="en-US"/>
              <a:t>Confidential | For Training Purposes Only</a:t>
            </a:r>
            <a:endParaRPr lang="en-US" dirty="0"/>
          </a:p>
        </p:txBody>
      </p:sp>
    </p:spTree>
    <p:extLst>
      <p:ext uri="{BB962C8B-B14F-4D97-AF65-F5344CB8AC3E}">
        <p14:creationId xmlns:p14="http://schemas.microsoft.com/office/powerpoint/2010/main" val="303400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Three Content, Subtitle and Headings">
    <p:spTree>
      <p:nvGrpSpPr>
        <p:cNvPr id="1" name=""/>
        <p:cNvGrpSpPr/>
        <p:nvPr/>
      </p:nvGrpSpPr>
      <p:grpSpPr>
        <a:xfrm>
          <a:off x="0" y="0"/>
          <a:ext cx="0" cy="0"/>
          <a:chOff x="0" y="0"/>
          <a:chExt cx="0" cy="0"/>
        </a:xfrm>
      </p:grpSpPr>
      <p:sp>
        <p:nvSpPr>
          <p:cNvPr id="19" name="Content Placeholder 3">
            <a:extLst>
              <a:ext uri="{FF2B5EF4-FFF2-40B4-BE49-F238E27FC236}">
                <a16:creationId xmlns:a16="http://schemas.microsoft.com/office/drawing/2014/main" id="{1074A59D-DDE4-4FB2-838A-D5C8E7AD19E1}"/>
              </a:ext>
            </a:extLst>
          </p:cNvPr>
          <p:cNvSpPr>
            <a:spLocks noGrp="1"/>
          </p:cNvSpPr>
          <p:nvPr>
            <p:ph sz="quarter" idx="22"/>
          </p:nvPr>
        </p:nvSpPr>
        <p:spPr>
          <a:xfrm>
            <a:off x="9775349" y="2097017"/>
            <a:ext cx="4354452" cy="5222450"/>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Heading 3">
            <a:extLst>
              <a:ext uri="{FF2B5EF4-FFF2-40B4-BE49-F238E27FC236}">
                <a16:creationId xmlns:a16="http://schemas.microsoft.com/office/drawing/2014/main" id="{2B395F8D-D2D6-46E9-A9E6-236C365E0BE9}"/>
              </a:ext>
            </a:extLst>
          </p:cNvPr>
          <p:cNvSpPr>
            <a:spLocks noGrp="1"/>
          </p:cNvSpPr>
          <p:nvPr>
            <p:ph type="body" sz="quarter" idx="21" hasCustomPrompt="1"/>
          </p:nvPr>
        </p:nvSpPr>
        <p:spPr>
          <a:xfrm>
            <a:off x="9658600" y="1638199"/>
            <a:ext cx="4471200" cy="457200"/>
          </a:xfrm>
          <a:ln>
            <a:noFill/>
            <a:miter lim="800000"/>
          </a:ln>
        </p:spPr>
        <p:txBody>
          <a:bodyPr lIns="91440">
            <a:noAutofit/>
          </a:bodyPr>
          <a:lstStyle>
            <a:lvl1pPr marL="0" indent="0">
              <a:spcBef>
                <a:spcPts val="0"/>
              </a:spcBef>
              <a:buNone/>
              <a:defRPr sz="2437" b="1" baseline="0">
                <a:latin typeface="+mn-lt"/>
              </a:defRPr>
            </a:lvl1pPr>
            <a:lvl2pPr marL="0" indent="0">
              <a:spcBef>
                <a:spcPts val="0"/>
              </a:spcBef>
              <a:buNone/>
              <a:defRPr sz="2658"/>
            </a:lvl2pPr>
            <a:lvl3pPr marL="0" indent="0">
              <a:spcBef>
                <a:spcPts val="0"/>
              </a:spcBef>
              <a:buNone/>
              <a:defRPr sz="2658"/>
            </a:lvl3pPr>
            <a:lvl4pPr marL="0" indent="0">
              <a:spcBef>
                <a:spcPts val="0"/>
              </a:spcBef>
              <a:buNone/>
              <a:defRPr sz="2658"/>
            </a:lvl4pPr>
            <a:lvl5pPr marL="0" indent="0">
              <a:spcBef>
                <a:spcPts val="0"/>
              </a:spcBef>
              <a:buNone/>
              <a:defRPr sz="2658"/>
            </a:lvl5pPr>
            <a:lvl6pPr marL="0" indent="0">
              <a:spcBef>
                <a:spcPts val="0"/>
              </a:spcBef>
              <a:buNone/>
              <a:defRPr sz="2658"/>
            </a:lvl6pPr>
            <a:lvl7pPr marL="0" indent="0">
              <a:spcBef>
                <a:spcPts val="0"/>
              </a:spcBef>
              <a:buNone/>
              <a:defRPr sz="2658"/>
            </a:lvl7pPr>
            <a:lvl8pPr marL="0" indent="0">
              <a:spcBef>
                <a:spcPts val="0"/>
              </a:spcBef>
              <a:buNone/>
              <a:defRPr sz="2658"/>
            </a:lvl8pPr>
            <a:lvl9pPr marL="0" indent="0">
              <a:spcBef>
                <a:spcPts val="0"/>
              </a:spcBef>
              <a:buNone/>
              <a:defRPr sz="2658"/>
            </a:lvl9pPr>
          </a:lstStyle>
          <a:p>
            <a:pPr lvl="0"/>
            <a:r>
              <a:rPr lang="en-US" dirty="0"/>
              <a:t>Click to add one-line heading</a:t>
            </a:r>
          </a:p>
        </p:txBody>
      </p:sp>
      <p:sp>
        <p:nvSpPr>
          <p:cNvPr id="18" name="Content Placeholder 2">
            <a:extLst>
              <a:ext uri="{FF2B5EF4-FFF2-40B4-BE49-F238E27FC236}">
                <a16:creationId xmlns:a16="http://schemas.microsoft.com/office/drawing/2014/main" id="{F2DA2588-EB78-4045-A57D-317AA672516D}"/>
              </a:ext>
            </a:extLst>
          </p:cNvPr>
          <p:cNvSpPr>
            <a:spLocks noGrp="1"/>
          </p:cNvSpPr>
          <p:nvPr>
            <p:ph sz="quarter" idx="18"/>
          </p:nvPr>
        </p:nvSpPr>
        <p:spPr>
          <a:xfrm>
            <a:off x="5118734" y="2097017"/>
            <a:ext cx="4354452" cy="5222450"/>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Heading 2">
            <a:extLst>
              <a:ext uri="{FF2B5EF4-FFF2-40B4-BE49-F238E27FC236}">
                <a16:creationId xmlns:a16="http://schemas.microsoft.com/office/drawing/2014/main" id="{1E3C34FD-66F2-429D-BA98-17802C5C837E}"/>
              </a:ext>
            </a:extLst>
          </p:cNvPr>
          <p:cNvSpPr>
            <a:spLocks noGrp="1"/>
          </p:cNvSpPr>
          <p:nvPr>
            <p:ph type="body" sz="quarter" idx="23" hasCustomPrompt="1"/>
          </p:nvPr>
        </p:nvSpPr>
        <p:spPr>
          <a:xfrm>
            <a:off x="5001986" y="1638199"/>
            <a:ext cx="4471200" cy="457200"/>
          </a:xfrm>
          <a:ln>
            <a:noFill/>
            <a:miter lim="800000"/>
          </a:ln>
        </p:spPr>
        <p:txBody>
          <a:bodyPr lIns="91440">
            <a:noAutofit/>
          </a:bodyPr>
          <a:lstStyle>
            <a:lvl1pPr marL="0" indent="0">
              <a:spcBef>
                <a:spcPts val="0"/>
              </a:spcBef>
              <a:buNone/>
              <a:defRPr sz="2437" b="1" baseline="0">
                <a:latin typeface="+mn-lt"/>
              </a:defRPr>
            </a:lvl1pPr>
            <a:lvl2pPr marL="0" indent="0">
              <a:spcBef>
                <a:spcPts val="0"/>
              </a:spcBef>
              <a:buNone/>
              <a:defRPr sz="2658"/>
            </a:lvl2pPr>
            <a:lvl3pPr marL="0" indent="0">
              <a:spcBef>
                <a:spcPts val="0"/>
              </a:spcBef>
              <a:buNone/>
              <a:defRPr sz="2658"/>
            </a:lvl3pPr>
            <a:lvl4pPr marL="0" indent="0">
              <a:spcBef>
                <a:spcPts val="0"/>
              </a:spcBef>
              <a:buNone/>
              <a:defRPr sz="2658"/>
            </a:lvl4pPr>
            <a:lvl5pPr marL="0" indent="0">
              <a:spcBef>
                <a:spcPts val="0"/>
              </a:spcBef>
              <a:buNone/>
              <a:defRPr sz="2658"/>
            </a:lvl5pPr>
            <a:lvl6pPr marL="0" indent="0">
              <a:spcBef>
                <a:spcPts val="0"/>
              </a:spcBef>
              <a:buNone/>
              <a:defRPr sz="2658"/>
            </a:lvl6pPr>
            <a:lvl7pPr marL="0" indent="0">
              <a:spcBef>
                <a:spcPts val="0"/>
              </a:spcBef>
              <a:buNone/>
              <a:defRPr sz="2658"/>
            </a:lvl7pPr>
            <a:lvl8pPr marL="0" indent="0">
              <a:spcBef>
                <a:spcPts val="0"/>
              </a:spcBef>
              <a:buNone/>
              <a:defRPr sz="2658"/>
            </a:lvl8pPr>
            <a:lvl9pPr marL="0" indent="0">
              <a:spcBef>
                <a:spcPts val="0"/>
              </a:spcBef>
              <a:buNone/>
              <a:defRPr sz="2658"/>
            </a:lvl9pPr>
          </a:lstStyle>
          <a:p>
            <a:pPr lvl="0"/>
            <a:r>
              <a:rPr lang="en-US" dirty="0"/>
              <a:t>Click to add one-line heading</a:t>
            </a:r>
          </a:p>
        </p:txBody>
      </p:sp>
      <p:sp>
        <p:nvSpPr>
          <p:cNvPr id="31" name="Content Placeholder 1">
            <a:extLst>
              <a:ext uri="{FF2B5EF4-FFF2-40B4-BE49-F238E27FC236}">
                <a16:creationId xmlns:a16="http://schemas.microsoft.com/office/drawing/2014/main" id="{31336B0C-F91E-47D8-936F-836334818CB0}"/>
              </a:ext>
            </a:extLst>
          </p:cNvPr>
          <p:cNvSpPr>
            <a:spLocks noGrp="1"/>
          </p:cNvSpPr>
          <p:nvPr>
            <p:ph sz="quarter" idx="17"/>
          </p:nvPr>
        </p:nvSpPr>
        <p:spPr>
          <a:xfrm>
            <a:off x="462121" y="2097017"/>
            <a:ext cx="4354452" cy="5222450"/>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Heading 1">
            <a:extLst>
              <a:ext uri="{FF2B5EF4-FFF2-40B4-BE49-F238E27FC236}">
                <a16:creationId xmlns:a16="http://schemas.microsoft.com/office/drawing/2014/main" id="{2C5A79F9-54A7-42C3-958C-707025A75133}"/>
              </a:ext>
            </a:extLst>
          </p:cNvPr>
          <p:cNvSpPr>
            <a:spLocks noGrp="1"/>
          </p:cNvSpPr>
          <p:nvPr>
            <p:ph type="body" sz="quarter" idx="19" hasCustomPrompt="1"/>
          </p:nvPr>
        </p:nvSpPr>
        <p:spPr>
          <a:xfrm>
            <a:off x="344915" y="1638199"/>
            <a:ext cx="4471660" cy="457200"/>
          </a:xfrm>
          <a:ln>
            <a:noFill/>
            <a:miter lim="800000"/>
          </a:ln>
        </p:spPr>
        <p:txBody>
          <a:bodyPr lIns="91440">
            <a:noAutofit/>
          </a:bodyPr>
          <a:lstStyle>
            <a:lvl1pPr marL="0" indent="0">
              <a:spcBef>
                <a:spcPts val="0"/>
              </a:spcBef>
              <a:buNone/>
              <a:defRPr sz="2437" b="1" baseline="0">
                <a:latin typeface="+mn-lt"/>
              </a:defRPr>
            </a:lvl1pPr>
            <a:lvl2pPr marL="0" indent="0">
              <a:spcBef>
                <a:spcPts val="0"/>
              </a:spcBef>
              <a:buNone/>
              <a:defRPr sz="2658"/>
            </a:lvl2pPr>
            <a:lvl3pPr marL="0" indent="0">
              <a:spcBef>
                <a:spcPts val="0"/>
              </a:spcBef>
              <a:buNone/>
              <a:defRPr sz="2658"/>
            </a:lvl3pPr>
            <a:lvl4pPr marL="0" indent="0">
              <a:spcBef>
                <a:spcPts val="0"/>
              </a:spcBef>
              <a:buNone/>
              <a:defRPr sz="2658"/>
            </a:lvl4pPr>
            <a:lvl5pPr marL="0" indent="0">
              <a:spcBef>
                <a:spcPts val="0"/>
              </a:spcBef>
              <a:buNone/>
              <a:defRPr sz="2658"/>
            </a:lvl5pPr>
            <a:lvl6pPr marL="0" indent="0">
              <a:spcBef>
                <a:spcPts val="0"/>
              </a:spcBef>
              <a:buNone/>
              <a:defRPr sz="2658"/>
            </a:lvl6pPr>
            <a:lvl7pPr marL="0" indent="0">
              <a:spcBef>
                <a:spcPts val="0"/>
              </a:spcBef>
              <a:buNone/>
              <a:defRPr sz="2658"/>
            </a:lvl7pPr>
            <a:lvl8pPr marL="0" indent="0">
              <a:spcBef>
                <a:spcPts val="0"/>
              </a:spcBef>
              <a:buNone/>
              <a:defRPr sz="2658"/>
            </a:lvl8pPr>
            <a:lvl9pPr marL="0" indent="0">
              <a:spcBef>
                <a:spcPts val="0"/>
              </a:spcBef>
              <a:buNone/>
              <a:defRPr sz="2658"/>
            </a:lvl9pPr>
          </a:lstStyle>
          <a:p>
            <a:pPr lvl="0"/>
            <a:r>
              <a:rPr lang="en-US" dirty="0"/>
              <a:t>Click to add one-line heading</a:t>
            </a:r>
          </a:p>
        </p:txBody>
      </p:sp>
      <p:sp>
        <p:nvSpPr>
          <p:cNvPr id="28" name="Bar"/>
          <p:cNvSpPr/>
          <p:nvPr/>
        </p:nvSpPr>
        <p:spPr>
          <a:xfrm>
            <a:off x="462122" y="1427395"/>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n-lt"/>
            </a:endParaRPr>
          </a:p>
        </p:txBody>
      </p:sp>
      <p:sp>
        <p:nvSpPr>
          <p:cNvPr id="14" name="Subtitle">
            <a:extLst>
              <a:ext uri="{FF2B5EF4-FFF2-40B4-BE49-F238E27FC236}">
                <a16:creationId xmlns:a16="http://schemas.microsoft.com/office/drawing/2014/main" id="{C831EBB5-21C4-4F56-9D7F-EDB7844B96AF}"/>
              </a:ext>
            </a:extLst>
          </p:cNvPr>
          <p:cNvSpPr>
            <a:spLocks noGrp="1"/>
          </p:cNvSpPr>
          <p:nvPr>
            <p:ph type="body" sz="quarter" idx="13" hasCustomPrompt="1"/>
          </p:nvPr>
        </p:nvSpPr>
        <p:spPr>
          <a:xfrm>
            <a:off x="338095" y="845198"/>
            <a:ext cx="13797924" cy="457200"/>
          </a:xfrm>
        </p:spPr>
        <p:txBody>
          <a:bodyPr vert="horz" lIns="91440" tIns="91440" rIns="91440" bIns="91440" rtlCol="0" anchor="ctr">
            <a:noAutofit/>
          </a:bodyPr>
          <a:lstStyle>
            <a:lvl1pPr marL="0" indent="0">
              <a:buNone/>
              <a:defRPr sz="2658" baseline="0" dirty="0">
                <a:latin typeface="+mn-lt"/>
              </a:defRPr>
            </a:lvl1pPr>
          </a:lstStyle>
          <a:p>
            <a:pPr marL="202572" lvl="0" indent="-202572">
              <a:spcBef>
                <a:spcPts val="0"/>
              </a:spcBef>
            </a:pPr>
            <a:r>
              <a:rPr lang="en-US" dirty="0"/>
              <a:t>Click to add one-line subtitle</a:t>
            </a:r>
          </a:p>
        </p:txBody>
      </p:sp>
      <p:sp>
        <p:nvSpPr>
          <p:cNvPr id="4" name="Title">
            <a:extLst>
              <a:ext uri="{FF2B5EF4-FFF2-40B4-BE49-F238E27FC236}">
                <a16:creationId xmlns:a16="http://schemas.microsoft.com/office/drawing/2014/main" id="{C9EF0ECA-DE60-41FE-A905-507AB710EE5B}"/>
              </a:ext>
            </a:extLst>
          </p:cNvPr>
          <p:cNvSpPr>
            <a:spLocks noGrp="1"/>
          </p:cNvSpPr>
          <p:nvPr>
            <p:ph type="title"/>
          </p:nvPr>
        </p:nvSpPr>
        <p:spPr/>
        <p:txBody>
          <a:bodyPr/>
          <a:lstStyle/>
          <a:p>
            <a:r>
              <a:rPr lang="en-US"/>
              <a:t>Click to edit Master title style</a:t>
            </a:r>
            <a:endParaRPr lang="en-US" dirty="0"/>
          </a:p>
        </p:txBody>
      </p:sp>
      <p:sp>
        <p:nvSpPr>
          <p:cNvPr id="3" name="Slide Number Placeholder">
            <a:extLst>
              <a:ext uri="{FF2B5EF4-FFF2-40B4-BE49-F238E27FC236}">
                <a16:creationId xmlns:a16="http://schemas.microsoft.com/office/drawing/2014/main" id="{FF0756C0-7641-4173-A68F-865597D4BB0D}"/>
              </a:ext>
            </a:extLst>
          </p:cNvPr>
          <p:cNvSpPr>
            <a:spLocks noGrp="1"/>
          </p:cNvSpPr>
          <p:nvPr>
            <p:ph type="sldNum" sz="quarter" idx="25"/>
          </p:nvPr>
        </p:nvSpPr>
        <p:spPr/>
        <p:txBody>
          <a:bodyPr/>
          <a:lstStyle/>
          <a:p>
            <a:pPr defTabSz="1205617"/>
            <a:fld id="{104FC826-72BB-4AF1-BA01-A94F7396A7DC}" type="slidenum">
              <a:rPr lang="en-US" smtClean="0"/>
              <a:pPr defTabSz="1205617"/>
              <a:t>‹#›</a:t>
            </a:fld>
            <a:endParaRPr lang="en-US" dirty="0"/>
          </a:p>
        </p:txBody>
      </p:sp>
      <p:sp>
        <p:nvSpPr>
          <p:cNvPr id="2" name="Footer Placeholder">
            <a:extLst>
              <a:ext uri="{FF2B5EF4-FFF2-40B4-BE49-F238E27FC236}">
                <a16:creationId xmlns:a16="http://schemas.microsoft.com/office/drawing/2014/main" id="{3221C879-23BF-48A0-9B6C-5B66C3419755}"/>
              </a:ext>
            </a:extLst>
          </p:cNvPr>
          <p:cNvSpPr>
            <a:spLocks noGrp="1"/>
          </p:cNvSpPr>
          <p:nvPr>
            <p:ph type="ftr" sz="quarter" idx="24"/>
          </p:nvPr>
        </p:nvSpPr>
        <p:spPr/>
        <p:txBody>
          <a:bodyPr/>
          <a:lstStyle/>
          <a:p>
            <a:r>
              <a:rPr lang="en-US"/>
              <a:t>Confidential | For Training Purposes Only</a:t>
            </a:r>
            <a:endParaRPr lang="en-US" dirty="0"/>
          </a:p>
        </p:txBody>
      </p:sp>
    </p:spTree>
    <p:extLst>
      <p:ext uri="{BB962C8B-B14F-4D97-AF65-F5344CB8AC3E}">
        <p14:creationId xmlns:p14="http://schemas.microsoft.com/office/powerpoint/2010/main" val="3546301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8" name="Bar"/>
          <p:cNvSpPr/>
          <p:nvPr/>
        </p:nvSpPr>
        <p:spPr>
          <a:xfrm>
            <a:off x="462122" y="1012663"/>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4" name="Title">
            <a:extLst>
              <a:ext uri="{FF2B5EF4-FFF2-40B4-BE49-F238E27FC236}">
                <a16:creationId xmlns:a16="http://schemas.microsoft.com/office/drawing/2014/main" id="{EAE54251-B0D2-4947-83BB-BD7F95F3A0E8}"/>
              </a:ext>
            </a:extLst>
          </p:cNvPr>
          <p:cNvSpPr>
            <a:spLocks noGrp="1"/>
          </p:cNvSpPr>
          <p:nvPr>
            <p:ph type="title"/>
          </p:nvPr>
        </p:nvSpPr>
        <p:spPr/>
        <p:txBody>
          <a:bodyPr/>
          <a:lstStyle/>
          <a:p>
            <a:r>
              <a:rPr lang="en-US"/>
              <a:t>Click to edit Master title style</a:t>
            </a:r>
            <a:endParaRPr lang="en-US" dirty="0"/>
          </a:p>
        </p:txBody>
      </p:sp>
      <p:sp>
        <p:nvSpPr>
          <p:cNvPr id="3" name="Slide Number Placeholder">
            <a:extLst>
              <a:ext uri="{FF2B5EF4-FFF2-40B4-BE49-F238E27FC236}">
                <a16:creationId xmlns:a16="http://schemas.microsoft.com/office/drawing/2014/main" id="{8287B217-2E30-4712-99AE-652EEDB044CE}"/>
              </a:ext>
            </a:extLst>
          </p:cNvPr>
          <p:cNvSpPr>
            <a:spLocks noGrp="1"/>
          </p:cNvSpPr>
          <p:nvPr>
            <p:ph type="sldNum" sz="quarter" idx="11"/>
          </p:nvPr>
        </p:nvSpPr>
        <p:spPr/>
        <p:txBody>
          <a:bodyPr/>
          <a:lstStyle/>
          <a:p>
            <a:pPr defTabSz="1205617"/>
            <a:fld id="{104FC826-72BB-4AF1-BA01-A94F7396A7DC}" type="slidenum">
              <a:rPr lang="en-US" smtClean="0"/>
              <a:pPr defTabSz="1205617"/>
              <a:t>‹#›</a:t>
            </a:fld>
            <a:endParaRPr lang="en-US" dirty="0"/>
          </a:p>
        </p:txBody>
      </p:sp>
      <p:sp>
        <p:nvSpPr>
          <p:cNvPr id="2" name="Footer Placeholder">
            <a:extLst>
              <a:ext uri="{FF2B5EF4-FFF2-40B4-BE49-F238E27FC236}">
                <a16:creationId xmlns:a16="http://schemas.microsoft.com/office/drawing/2014/main" id="{64EA22A1-FE1F-4F4A-9C07-F0E86D67EF45}"/>
              </a:ext>
            </a:extLst>
          </p:cNvPr>
          <p:cNvSpPr>
            <a:spLocks noGrp="1"/>
          </p:cNvSpPr>
          <p:nvPr>
            <p:ph type="ftr" sz="quarter" idx="10"/>
          </p:nvPr>
        </p:nvSpPr>
        <p:spPr/>
        <p:txBody>
          <a:bodyPr/>
          <a:lstStyle/>
          <a:p>
            <a:r>
              <a:rPr lang="en-US"/>
              <a:t>Confidential | For Training Purposes Only</a:t>
            </a:r>
            <a:endParaRPr lang="en-US" dirty="0"/>
          </a:p>
        </p:txBody>
      </p:sp>
    </p:spTree>
    <p:extLst>
      <p:ext uri="{BB962C8B-B14F-4D97-AF65-F5344CB8AC3E}">
        <p14:creationId xmlns:p14="http://schemas.microsoft.com/office/powerpoint/2010/main" val="3333883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13" name="Subtitle">
            <a:extLst>
              <a:ext uri="{FF2B5EF4-FFF2-40B4-BE49-F238E27FC236}">
                <a16:creationId xmlns:a16="http://schemas.microsoft.com/office/drawing/2014/main" id="{71AE6212-DACF-49FB-929D-2FA8B00CFD70}"/>
              </a:ext>
            </a:extLst>
          </p:cNvPr>
          <p:cNvSpPr>
            <a:spLocks noGrp="1"/>
          </p:cNvSpPr>
          <p:nvPr>
            <p:ph type="body" sz="quarter" idx="13" hasCustomPrompt="1"/>
          </p:nvPr>
        </p:nvSpPr>
        <p:spPr>
          <a:xfrm>
            <a:off x="338098" y="845198"/>
            <a:ext cx="13835105" cy="457200"/>
          </a:xfrm>
        </p:spPr>
        <p:txBody>
          <a:bodyPr vert="horz" lIns="91440" tIns="91440" rIns="91440" bIns="91440" rtlCol="0" anchor="ctr">
            <a:noAutofit/>
          </a:bodyPr>
          <a:lstStyle>
            <a:lvl1pPr marL="0" indent="0">
              <a:buNone/>
              <a:defRPr sz="2658" baseline="0" dirty="0">
                <a:latin typeface="+mn-lt"/>
              </a:defRPr>
            </a:lvl1pPr>
          </a:lstStyle>
          <a:p>
            <a:pPr marL="202572" lvl="0" indent="-202572">
              <a:spcBef>
                <a:spcPts val="0"/>
              </a:spcBef>
            </a:pPr>
            <a:r>
              <a:rPr lang="en-US" dirty="0"/>
              <a:t>Click to add one-line subtitle</a:t>
            </a:r>
          </a:p>
        </p:txBody>
      </p:sp>
      <p:sp>
        <p:nvSpPr>
          <p:cNvPr id="10" name="Bar"/>
          <p:cNvSpPr/>
          <p:nvPr/>
        </p:nvSpPr>
        <p:spPr>
          <a:xfrm>
            <a:off x="462122" y="1427395"/>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2" name="Title">
            <a:extLst>
              <a:ext uri="{FF2B5EF4-FFF2-40B4-BE49-F238E27FC236}">
                <a16:creationId xmlns:a16="http://schemas.microsoft.com/office/drawing/2014/main" id="{90391D03-EF6B-45A2-9268-5A807C7AE716}"/>
              </a:ext>
            </a:extLst>
          </p:cNvPr>
          <p:cNvSpPr>
            <a:spLocks noGrp="1"/>
          </p:cNvSpPr>
          <p:nvPr>
            <p:ph type="title"/>
          </p:nvPr>
        </p:nvSpPr>
        <p:spPr/>
        <p:txBody>
          <a:bodyPr/>
          <a:lstStyle/>
          <a:p>
            <a:r>
              <a:rPr lang="en-US"/>
              <a:t>Click to edit Master title style</a:t>
            </a:r>
            <a:endParaRPr lang="en-US" dirty="0"/>
          </a:p>
        </p:txBody>
      </p:sp>
      <p:sp>
        <p:nvSpPr>
          <p:cNvPr id="3" name="Footer Placeholder">
            <a:extLst>
              <a:ext uri="{FF2B5EF4-FFF2-40B4-BE49-F238E27FC236}">
                <a16:creationId xmlns:a16="http://schemas.microsoft.com/office/drawing/2014/main" id="{D8B57979-9B2D-4984-B19E-0EFD2E111CE9}"/>
              </a:ext>
            </a:extLst>
          </p:cNvPr>
          <p:cNvSpPr>
            <a:spLocks noGrp="1"/>
          </p:cNvSpPr>
          <p:nvPr>
            <p:ph type="ftr" sz="quarter" idx="14"/>
          </p:nvPr>
        </p:nvSpPr>
        <p:spPr/>
        <p:txBody>
          <a:bodyPr/>
          <a:lstStyle/>
          <a:p>
            <a:r>
              <a:rPr lang="en-US"/>
              <a:t>Confidential | For Training Purposes Only</a:t>
            </a:r>
            <a:endParaRPr lang="en-US" dirty="0"/>
          </a:p>
        </p:txBody>
      </p:sp>
      <p:sp>
        <p:nvSpPr>
          <p:cNvPr id="4" name="Slide Number Placeholder">
            <a:extLst>
              <a:ext uri="{FF2B5EF4-FFF2-40B4-BE49-F238E27FC236}">
                <a16:creationId xmlns:a16="http://schemas.microsoft.com/office/drawing/2014/main" id="{FA02681C-9BC6-4D8A-BB6B-D65D1A039593}"/>
              </a:ext>
            </a:extLst>
          </p:cNvPr>
          <p:cNvSpPr>
            <a:spLocks noGrp="1"/>
          </p:cNvSpPr>
          <p:nvPr>
            <p:ph type="sldNum" sz="quarter" idx="15"/>
          </p:nvPr>
        </p:nvSpPr>
        <p:spPr/>
        <p:txBody>
          <a:bodyPr/>
          <a:lstStyle/>
          <a:p>
            <a:pPr defTabSz="1205617"/>
            <a:fld id="{104FC826-72BB-4AF1-BA01-A94F7396A7DC}" type="slidenum">
              <a:rPr lang="en-US" smtClean="0"/>
              <a:pPr defTabSz="1205617"/>
              <a:t>‹#›</a:t>
            </a:fld>
            <a:endParaRPr lang="en-US" dirty="0"/>
          </a:p>
        </p:txBody>
      </p:sp>
    </p:spTree>
    <p:extLst>
      <p:ext uri="{BB962C8B-B14F-4D97-AF65-F5344CB8AC3E}">
        <p14:creationId xmlns:p14="http://schemas.microsoft.com/office/powerpoint/2010/main" val="106792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Title Only, 2 Line">
    <p:spTree>
      <p:nvGrpSpPr>
        <p:cNvPr id="1" name=""/>
        <p:cNvGrpSpPr/>
        <p:nvPr/>
      </p:nvGrpSpPr>
      <p:grpSpPr>
        <a:xfrm>
          <a:off x="0" y="0"/>
          <a:ext cx="0" cy="0"/>
          <a:chOff x="0" y="0"/>
          <a:chExt cx="0" cy="0"/>
        </a:xfrm>
      </p:grpSpPr>
      <p:sp>
        <p:nvSpPr>
          <p:cNvPr id="15" name="Bar">
            <a:extLst>
              <a:ext uri="{FF2B5EF4-FFF2-40B4-BE49-F238E27FC236}">
                <a16:creationId xmlns:a16="http://schemas.microsoft.com/office/drawing/2014/main" id="{8EF5646D-2EB2-41E1-98F7-8AFF5323E04E}"/>
              </a:ext>
            </a:extLst>
          </p:cNvPr>
          <p:cNvSpPr/>
          <p:nvPr/>
        </p:nvSpPr>
        <p:spPr>
          <a:xfrm>
            <a:off x="462122" y="1496988"/>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17" name="Title">
            <a:extLst>
              <a:ext uri="{FF2B5EF4-FFF2-40B4-BE49-F238E27FC236}">
                <a16:creationId xmlns:a16="http://schemas.microsoft.com/office/drawing/2014/main" id="{7764AC2A-714D-48E6-8850-2398C74A5907}"/>
              </a:ext>
            </a:extLst>
          </p:cNvPr>
          <p:cNvSpPr>
            <a:spLocks noGrp="1"/>
          </p:cNvSpPr>
          <p:nvPr>
            <p:ph type="title" hasCustomPrompt="1"/>
          </p:nvPr>
        </p:nvSpPr>
        <p:spPr>
          <a:xfrm>
            <a:off x="346949" y="478042"/>
            <a:ext cx="13793868" cy="1042416"/>
          </a:xfrm>
        </p:spPr>
        <p:txBody>
          <a:bodyPr anchor="b"/>
          <a:lstStyle>
            <a:lvl1pPr>
              <a:defRPr/>
            </a:lvl1pPr>
          </a:lstStyle>
          <a:p>
            <a:r>
              <a:rPr lang="en-US" dirty="0"/>
              <a:t>Click to Add</a:t>
            </a:r>
            <a:br>
              <a:rPr lang="en-US" dirty="0"/>
            </a:br>
            <a:r>
              <a:rPr lang="en-US" dirty="0"/>
              <a:t>Two-Line Title</a:t>
            </a:r>
          </a:p>
        </p:txBody>
      </p:sp>
      <p:sp>
        <p:nvSpPr>
          <p:cNvPr id="3" name="Slide Number Placeholder">
            <a:extLst>
              <a:ext uri="{FF2B5EF4-FFF2-40B4-BE49-F238E27FC236}">
                <a16:creationId xmlns:a16="http://schemas.microsoft.com/office/drawing/2014/main" id="{EBA2B6B1-8B85-4F7A-B1B8-3C2A2CA72C15}"/>
              </a:ext>
            </a:extLst>
          </p:cNvPr>
          <p:cNvSpPr>
            <a:spLocks noGrp="1"/>
          </p:cNvSpPr>
          <p:nvPr>
            <p:ph type="sldNum" sz="quarter" idx="11"/>
          </p:nvPr>
        </p:nvSpPr>
        <p:spPr/>
        <p:txBody>
          <a:bodyPr/>
          <a:lstStyle/>
          <a:p>
            <a:pPr defTabSz="1205617"/>
            <a:fld id="{104FC826-72BB-4AF1-BA01-A94F7396A7DC}" type="slidenum">
              <a:rPr lang="en-US" smtClean="0"/>
              <a:pPr defTabSz="1205617"/>
              <a:t>‹#›</a:t>
            </a:fld>
            <a:endParaRPr lang="en-US" dirty="0"/>
          </a:p>
        </p:txBody>
      </p:sp>
      <p:sp>
        <p:nvSpPr>
          <p:cNvPr id="2" name="Footer Placeholder">
            <a:extLst>
              <a:ext uri="{FF2B5EF4-FFF2-40B4-BE49-F238E27FC236}">
                <a16:creationId xmlns:a16="http://schemas.microsoft.com/office/drawing/2014/main" id="{F6172FFC-9966-4FB3-B3D2-FBE84B01901E}"/>
              </a:ext>
            </a:extLst>
          </p:cNvPr>
          <p:cNvSpPr>
            <a:spLocks noGrp="1"/>
          </p:cNvSpPr>
          <p:nvPr>
            <p:ph type="ftr" sz="quarter" idx="10"/>
          </p:nvPr>
        </p:nvSpPr>
        <p:spPr/>
        <p:txBody>
          <a:bodyPr/>
          <a:lstStyle/>
          <a:p>
            <a:r>
              <a:rPr lang="en-US"/>
              <a:t>Confidential | For Training Purposes Only</a:t>
            </a:r>
            <a:endParaRPr lang="en-US" dirty="0"/>
          </a:p>
        </p:txBody>
      </p:sp>
    </p:spTree>
    <p:extLst>
      <p:ext uri="{BB962C8B-B14F-4D97-AF65-F5344CB8AC3E}">
        <p14:creationId xmlns:p14="http://schemas.microsoft.com/office/powerpoint/2010/main" val="3325277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Title and Subtitle, 2 Line">
    <p:spTree>
      <p:nvGrpSpPr>
        <p:cNvPr id="1" name=""/>
        <p:cNvGrpSpPr/>
        <p:nvPr/>
      </p:nvGrpSpPr>
      <p:grpSpPr>
        <a:xfrm>
          <a:off x="0" y="0"/>
          <a:ext cx="0" cy="0"/>
          <a:chOff x="0" y="0"/>
          <a:chExt cx="0" cy="0"/>
        </a:xfrm>
      </p:grpSpPr>
      <p:sp>
        <p:nvSpPr>
          <p:cNvPr id="9" name="Subtitle">
            <a:extLst>
              <a:ext uri="{FF2B5EF4-FFF2-40B4-BE49-F238E27FC236}">
                <a16:creationId xmlns:a16="http://schemas.microsoft.com/office/drawing/2014/main" id="{6957406C-CA6F-47F8-9FC9-A15BE313C415}"/>
              </a:ext>
            </a:extLst>
          </p:cNvPr>
          <p:cNvSpPr>
            <a:spLocks noGrp="1"/>
          </p:cNvSpPr>
          <p:nvPr>
            <p:ph type="body" sz="quarter" idx="13" hasCustomPrompt="1"/>
          </p:nvPr>
        </p:nvSpPr>
        <p:spPr>
          <a:xfrm>
            <a:off x="338098" y="1413799"/>
            <a:ext cx="13835105" cy="457200"/>
          </a:xfrm>
        </p:spPr>
        <p:txBody>
          <a:bodyPr vert="horz" lIns="91440" tIns="91440" rIns="91440" bIns="91440" rtlCol="0" anchor="ctr">
            <a:noAutofit/>
          </a:bodyPr>
          <a:lstStyle>
            <a:lvl1pPr marL="0" indent="0">
              <a:buNone/>
              <a:defRPr sz="2658" baseline="0" dirty="0">
                <a:latin typeface="+mn-lt"/>
              </a:defRPr>
            </a:lvl1pPr>
          </a:lstStyle>
          <a:p>
            <a:pPr marL="202572" lvl="0" indent="-202572">
              <a:spcBef>
                <a:spcPts val="0"/>
              </a:spcBef>
            </a:pPr>
            <a:r>
              <a:rPr lang="en-US" dirty="0"/>
              <a:t>Click to add one-line subtitle</a:t>
            </a:r>
          </a:p>
        </p:txBody>
      </p:sp>
      <p:sp>
        <p:nvSpPr>
          <p:cNvPr id="10" name="Bar">
            <a:extLst>
              <a:ext uri="{FF2B5EF4-FFF2-40B4-BE49-F238E27FC236}">
                <a16:creationId xmlns:a16="http://schemas.microsoft.com/office/drawing/2014/main" id="{371489F8-FD72-440E-84EC-51D4A768BB5E}"/>
              </a:ext>
            </a:extLst>
          </p:cNvPr>
          <p:cNvSpPr/>
          <p:nvPr/>
        </p:nvSpPr>
        <p:spPr>
          <a:xfrm>
            <a:off x="462122" y="1995997"/>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22" name="Title">
            <a:extLst>
              <a:ext uri="{FF2B5EF4-FFF2-40B4-BE49-F238E27FC236}">
                <a16:creationId xmlns:a16="http://schemas.microsoft.com/office/drawing/2014/main" id="{5535819F-7681-4776-AE9B-BEAB22E80CFE}"/>
              </a:ext>
            </a:extLst>
          </p:cNvPr>
          <p:cNvSpPr>
            <a:spLocks noGrp="1"/>
          </p:cNvSpPr>
          <p:nvPr>
            <p:ph type="title" hasCustomPrompt="1"/>
          </p:nvPr>
        </p:nvSpPr>
        <p:spPr>
          <a:xfrm>
            <a:off x="346949" y="478042"/>
            <a:ext cx="13793868" cy="1042416"/>
          </a:xfrm>
        </p:spPr>
        <p:txBody>
          <a:bodyPr anchor="b"/>
          <a:lstStyle>
            <a:lvl1pPr>
              <a:defRPr/>
            </a:lvl1pPr>
          </a:lstStyle>
          <a:p>
            <a:r>
              <a:rPr lang="en-US" dirty="0"/>
              <a:t>Click to Add</a:t>
            </a:r>
            <a:br>
              <a:rPr lang="en-US" dirty="0"/>
            </a:br>
            <a:r>
              <a:rPr lang="en-US" dirty="0"/>
              <a:t>Two-Line Title</a:t>
            </a:r>
          </a:p>
        </p:txBody>
      </p:sp>
      <p:sp>
        <p:nvSpPr>
          <p:cNvPr id="3" name="Slide Number Placeholder">
            <a:extLst>
              <a:ext uri="{FF2B5EF4-FFF2-40B4-BE49-F238E27FC236}">
                <a16:creationId xmlns:a16="http://schemas.microsoft.com/office/drawing/2014/main" id="{C903090B-018E-41F6-821A-0DB185B16788}"/>
              </a:ext>
            </a:extLst>
          </p:cNvPr>
          <p:cNvSpPr>
            <a:spLocks noGrp="1"/>
          </p:cNvSpPr>
          <p:nvPr>
            <p:ph type="sldNum" sz="quarter" idx="15"/>
          </p:nvPr>
        </p:nvSpPr>
        <p:spPr/>
        <p:txBody>
          <a:bodyPr/>
          <a:lstStyle/>
          <a:p>
            <a:pPr defTabSz="1205617"/>
            <a:fld id="{104FC826-72BB-4AF1-BA01-A94F7396A7DC}" type="slidenum">
              <a:rPr lang="en-US" smtClean="0"/>
              <a:pPr defTabSz="1205617"/>
              <a:t>‹#›</a:t>
            </a:fld>
            <a:endParaRPr lang="en-US" dirty="0"/>
          </a:p>
        </p:txBody>
      </p:sp>
      <p:sp>
        <p:nvSpPr>
          <p:cNvPr id="2" name="Footer Placeholder">
            <a:extLst>
              <a:ext uri="{FF2B5EF4-FFF2-40B4-BE49-F238E27FC236}">
                <a16:creationId xmlns:a16="http://schemas.microsoft.com/office/drawing/2014/main" id="{4EE71AD2-3B17-4BBC-A780-3AEAE01E7470}"/>
              </a:ext>
            </a:extLst>
          </p:cNvPr>
          <p:cNvSpPr>
            <a:spLocks noGrp="1"/>
          </p:cNvSpPr>
          <p:nvPr>
            <p:ph type="ftr" sz="quarter" idx="14"/>
          </p:nvPr>
        </p:nvSpPr>
        <p:spPr/>
        <p:txBody>
          <a:bodyPr/>
          <a:lstStyle/>
          <a:p>
            <a:r>
              <a:rPr lang="en-US"/>
              <a:t>Confidential | For Training Purposes Only</a:t>
            </a:r>
            <a:endParaRPr lang="en-US" dirty="0"/>
          </a:p>
        </p:txBody>
      </p:sp>
    </p:spTree>
    <p:extLst>
      <p:ext uri="{BB962C8B-B14F-4D97-AF65-F5344CB8AC3E}">
        <p14:creationId xmlns:p14="http://schemas.microsoft.com/office/powerpoint/2010/main" val="1197209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Title Only, Left">
    <p:spTree>
      <p:nvGrpSpPr>
        <p:cNvPr id="1" name=""/>
        <p:cNvGrpSpPr/>
        <p:nvPr/>
      </p:nvGrpSpPr>
      <p:grpSpPr>
        <a:xfrm>
          <a:off x="0" y="0"/>
          <a:ext cx="0" cy="0"/>
          <a:chOff x="0" y="0"/>
          <a:chExt cx="0" cy="0"/>
        </a:xfrm>
      </p:grpSpPr>
      <p:sp>
        <p:nvSpPr>
          <p:cNvPr id="8" name="Bar"/>
          <p:cNvSpPr/>
          <p:nvPr/>
        </p:nvSpPr>
        <p:spPr>
          <a:xfrm>
            <a:off x="462122" y="4339420"/>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2" name="Title"/>
          <p:cNvSpPr>
            <a:spLocks noGrp="1"/>
          </p:cNvSpPr>
          <p:nvPr>
            <p:ph type="title" hasCustomPrompt="1"/>
          </p:nvPr>
        </p:nvSpPr>
        <p:spPr>
          <a:xfrm>
            <a:off x="346949" y="3212273"/>
            <a:ext cx="4422370" cy="1042416"/>
          </a:xfrm>
        </p:spPr>
        <p:txBody>
          <a:bodyPr anchor="b"/>
          <a:lstStyle>
            <a:lvl1pPr>
              <a:defRPr/>
            </a:lvl1pPr>
          </a:lstStyle>
          <a:p>
            <a:r>
              <a:rPr lang="en-US" dirty="0"/>
              <a:t>Click to Add</a:t>
            </a:r>
            <a:br>
              <a:rPr lang="en-US" dirty="0"/>
            </a:br>
            <a:r>
              <a:rPr lang="en-US" dirty="0"/>
              <a:t>multi-Line Title</a:t>
            </a:r>
          </a:p>
        </p:txBody>
      </p:sp>
      <p:sp>
        <p:nvSpPr>
          <p:cNvPr id="4" name="Slide Number Placeholder">
            <a:extLst>
              <a:ext uri="{FF2B5EF4-FFF2-40B4-BE49-F238E27FC236}">
                <a16:creationId xmlns:a16="http://schemas.microsoft.com/office/drawing/2014/main" id="{2818CA98-330E-4FE7-B6FF-632E3112335A}"/>
              </a:ext>
            </a:extLst>
          </p:cNvPr>
          <p:cNvSpPr>
            <a:spLocks noGrp="1"/>
          </p:cNvSpPr>
          <p:nvPr>
            <p:ph type="sldNum" sz="quarter" idx="11"/>
          </p:nvPr>
        </p:nvSpPr>
        <p:spPr/>
        <p:txBody>
          <a:bodyPr/>
          <a:lstStyle/>
          <a:p>
            <a:pPr defTabSz="1205617"/>
            <a:fld id="{104FC826-72BB-4AF1-BA01-A94F7396A7DC}" type="slidenum">
              <a:rPr lang="en-US" smtClean="0"/>
              <a:pPr defTabSz="1205617"/>
              <a:t>‹#›</a:t>
            </a:fld>
            <a:endParaRPr lang="en-US" dirty="0"/>
          </a:p>
        </p:txBody>
      </p:sp>
      <p:sp>
        <p:nvSpPr>
          <p:cNvPr id="3" name="Footer Placeholder">
            <a:extLst>
              <a:ext uri="{FF2B5EF4-FFF2-40B4-BE49-F238E27FC236}">
                <a16:creationId xmlns:a16="http://schemas.microsoft.com/office/drawing/2014/main" id="{1F90604F-7FA1-41D8-9914-866F3305034E}"/>
              </a:ext>
            </a:extLst>
          </p:cNvPr>
          <p:cNvSpPr>
            <a:spLocks noGrp="1"/>
          </p:cNvSpPr>
          <p:nvPr>
            <p:ph type="ftr" sz="quarter" idx="10"/>
          </p:nvPr>
        </p:nvSpPr>
        <p:spPr/>
        <p:txBody>
          <a:bodyPr/>
          <a:lstStyle/>
          <a:p>
            <a:r>
              <a:rPr lang="en-US"/>
              <a:t>Confidential | For Training Purposes Only</a:t>
            </a:r>
            <a:endParaRPr lang="en-US" dirty="0"/>
          </a:p>
        </p:txBody>
      </p:sp>
    </p:spTree>
    <p:extLst>
      <p:ext uri="{BB962C8B-B14F-4D97-AF65-F5344CB8AC3E}">
        <p14:creationId xmlns:p14="http://schemas.microsoft.com/office/powerpoint/2010/main" val="75187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Title and Content, Left">
    <p:spTree>
      <p:nvGrpSpPr>
        <p:cNvPr id="1" name=""/>
        <p:cNvGrpSpPr/>
        <p:nvPr/>
      </p:nvGrpSpPr>
      <p:grpSpPr>
        <a:xfrm>
          <a:off x="0" y="0"/>
          <a:ext cx="0" cy="0"/>
          <a:chOff x="0" y="0"/>
          <a:chExt cx="0" cy="0"/>
        </a:xfrm>
      </p:grpSpPr>
      <p:sp>
        <p:nvSpPr>
          <p:cNvPr id="11" name="Content Placeholder"/>
          <p:cNvSpPr>
            <a:spLocks noGrp="1"/>
          </p:cNvSpPr>
          <p:nvPr>
            <p:ph sz="quarter" idx="13"/>
          </p:nvPr>
        </p:nvSpPr>
        <p:spPr>
          <a:xfrm>
            <a:off x="4892041" y="398146"/>
            <a:ext cx="9281160" cy="6917054"/>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Bar"/>
          <p:cNvSpPr/>
          <p:nvPr/>
        </p:nvSpPr>
        <p:spPr>
          <a:xfrm>
            <a:off x="462122" y="4339420"/>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2" name="Title"/>
          <p:cNvSpPr>
            <a:spLocks noGrp="1"/>
          </p:cNvSpPr>
          <p:nvPr>
            <p:ph type="title" hasCustomPrompt="1"/>
          </p:nvPr>
        </p:nvSpPr>
        <p:spPr>
          <a:xfrm>
            <a:off x="346948" y="3212273"/>
            <a:ext cx="4243648" cy="1042416"/>
          </a:xfrm>
        </p:spPr>
        <p:txBody>
          <a:bodyPr anchor="b"/>
          <a:lstStyle>
            <a:lvl1pPr>
              <a:defRPr/>
            </a:lvl1pPr>
          </a:lstStyle>
          <a:p>
            <a:r>
              <a:rPr lang="en-US" dirty="0"/>
              <a:t>Click to Add</a:t>
            </a:r>
            <a:br>
              <a:rPr lang="en-US" dirty="0"/>
            </a:br>
            <a:r>
              <a:rPr lang="en-US" dirty="0"/>
              <a:t>multi-Line Title</a:t>
            </a:r>
          </a:p>
        </p:txBody>
      </p:sp>
      <p:sp>
        <p:nvSpPr>
          <p:cNvPr id="4" name="Slide Number Placeholder">
            <a:extLst>
              <a:ext uri="{FF2B5EF4-FFF2-40B4-BE49-F238E27FC236}">
                <a16:creationId xmlns:a16="http://schemas.microsoft.com/office/drawing/2014/main" id="{92DC03DA-1907-4E05-9BC8-105621713139}"/>
              </a:ext>
            </a:extLst>
          </p:cNvPr>
          <p:cNvSpPr>
            <a:spLocks noGrp="1"/>
          </p:cNvSpPr>
          <p:nvPr>
            <p:ph type="sldNum" sz="quarter" idx="15"/>
          </p:nvPr>
        </p:nvSpPr>
        <p:spPr/>
        <p:txBody>
          <a:bodyPr/>
          <a:lstStyle/>
          <a:p>
            <a:pPr defTabSz="1205617"/>
            <a:fld id="{104FC826-72BB-4AF1-BA01-A94F7396A7DC}" type="slidenum">
              <a:rPr lang="en-US" smtClean="0"/>
              <a:pPr defTabSz="1205617"/>
              <a:t>‹#›</a:t>
            </a:fld>
            <a:endParaRPr lang="en-US" dirty="0"/>
          </a:p>
        </p:txBody>
      </p:sp>
      <p:sp>
        <p:nvSpPr>
          <p:cNvPr id="3" name="Footer Placeholder">
            <a:extLst>
              <a:ext uri="{FF2B5EF4-FFF2-40B4-BE49-F238E27FC236}">
                <a16:creationId xmlns:a16="http://schemas.microsoft.com/office/drawing/2014/main" id="{DB2C94F6-2456-49E7-A85E-744A4B16A883}"/>
              </a:ext>
            </a:extLst>
          </p:cNvPr>
          <p:cNvSpPr>
            <a:spLocks noGrp="1"/>
          </p:cNvSpPr>
          <p:nvPr>
            <p:ph type="ftr" sz="quarter" idx="14"/>
          </p:nvPr>
        </p:nvSpPr>
        <p:spPr/>
        <p:txBody>
          <a:bodyPr/>
          <a:lstStyle/>
          <a:p>
            <a:r>
              <a:rPr lang="en-US"/>
              <a:t>Confidential | For Training Purposes Only</a:t>
            </a:r>
            <a:endParaRPr lang="en-US" dirty="0"/>
          </a:p>
        </p:txBody>
      </p:sp>
    </p:spTree>
    <p:extLst>
      <p:ext uri="{BB962C8B-B14F-4D97-AF65-F5344CB8AC3E}">
        <p14:creationId xmlns:p14="http://schemas.microsoft.com/office/powerpoint/2010/main" val="2173167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Title, Subtitle and Content, Left">
    <p:spTree>
      <p:nvGrpSpPr>
        <p:cNvPr id="1" name=""/>
        <p:cNvGrpSpPr/>
        <p:nvPr/>
      </p:nvGrpSpPr>
      <p:grpSpPr>
        <a:xfrm>
          <a:off x="0" y="0"/>
          <a:ext cx="0" cy="0"/>
          <a:chOff x="0" y="0"/>
          <a:chExt cx="0" cy="0"/>
        </a:xfrm>
      </p:grpSpPr>
      <p:sp>
        <p:nvSpPr>
          <p:cNvPr id="11" name="Content Placeholder"/>
          <p:cNvSpPr>
            <a:spLocks noGrp="1"/>
          </p:cNvSpPr>
          <p:nvPr>
            <p:ph sz="quarter" idx="13"/>
          </p:nvPr>
        </p:nvSpPr>
        <p:spPr>
          <a:xfrm>
            <a:off x="4892041" y="398146"/>
            <a:ext cx="9281160" cy="6917054"/>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Bar"/>
          <p:cNvSpPr/>
          <p:nvPr/>
        </p:nvSpPr>
        <p:spPr>
          <a:xfrm>
            <a:off x="462122" y="4339420"/>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10" name="Text Placeholder"/>
          <p:cNvSpPr>
            <a:spLocks noGrp="1"/>
          </p:cNvSpPr>
          <p:nvPr>
            <p:ph type="body" sz="quarter" idx="14" hasCustomPrompt="1"/>
          </p:nvPr>
        </p:nvSpPr>
        <p:spPr>
          <a:xfrm>
            <a:off x="346947" y="3230226"/>
            <a:ext cx="4279447" cy="954634"/>
          </a:xfrm>
        </p:spPr>
        <p:txBody>
          <a:bodyPr vert="horz" lIns="91440" tIns="91440" rIns="91440" bIns="91440" rtlCol="0" anchor="ctr">
            <a:noAutofit/>
          </a:bodyPr>
          <a:lstStyle>
            <a:lvl1pPr>
              <a:defRPr sz="2658" baseline="0" dirty="0">
                <a:latin typeface="+mn-lt"/>
              </a:defRPr>
            </a:lvl1pPr>
          </a:lstStyle>
          <a:p>
            <a:pPr marL="0" lvl="0" indent="0">
              <a:spcBef>
                <a:spcPts val="0"/>
              </a:spcBef>
              <a:buNone/>
            </a:pPr>
            <a:r>
              <a:rPr lang="en-US" dirty="0"/>
              <a:t>Click to add</a:t>
            </a:r>
            <a:br>
              <a:rPr lang="en-US" dirty="0"/>
            </a:br>
            <a:r>
              <a:rPr lang="en-US" dirty="0"/>
              <a:t>two-line subtitle</a:t>
            </a:r>
          </a:p>
        </p:txBody>
      </p:sp>
      <p:sp>
        <p:nvSpPr>
          <p:cNvPr id="14" name="Title"/>
          <p:cNvSpPr>
            <a:spLocks noGrp="1"/>
          </p:cNvSpPr>
          <p:nvPr>
            <p:ph type="title" hasCustomPrompt="1"/>
          </p:nvPr>
        </p:nvSpPr>
        <p:spPr>
          <a:xfrm>
            <a:off x="346947" y="2377055"/>
            <a:ext cx="4279447" cy="1042416"/>
          </a:xfrm>
        </p:spPr>
        <p:txBody>
          <a:bodyPr anchor="b"/>
          <a:lstStyle>
            <a:lvl1pPr>
              <a:defRPr/>
            </a:lvl1pPr>
          </a:lstStyle>
          <a:p>
            <a:r>
              <a:rPr lang="en-US" dirty="0"/>
              <a:t>Click to Add</a:t>
            </a:r>
            <a:br>
              <a:rPr lang="en-US" dirty="0"/>
            </a:br>
            <a:r>
              <a:rPr lang="en-US" dirty="0"/>
              <a:t>multi-Line Title</a:t>
            </a:r>
          </a:p>
        </p:txBody>
      </p:sp>
      <p:sp>
        <p:nvSpPr>
          <p:cNvPr id="3" name="Slide Number Placeholder">
            <a:extLst>
              <a:ext uri="{FF2B5EF4-FFF2-40B4-BE49-F238E27FC236}">
                <a16:creationId xmlns:a16="http://schemas.microsoft.com/office/drawing/2014/main" id="{C2D12F7D-5A80-4CB3-A519-0EC3099CAB83}"/>
              </a:ext>
            </a:extLst>
          </p:cNvPr>
          <p:cNvSpPr>
            <a:spLocks noGrp="1"/>
          </p:cNvSpPr>
          <p:nvPr>
            <p:ph type="sldNum" sz="quarter" idx="16"/>
          </p:nvPr>
        </p:nvSpPr>
        <p:spPr/>
        <p:txBody>
          <a:bodyPr/>
          <a:lstStyle/>
          <a:p>
            <a:pPr defTabSz="1205617"/>
            <a:fld id="{104FC826-72BB-4AF1-BA01-A94F7396A7DC}" type="slidenum">
              <a:rPr lang="en-US" smtClean="0"/>
              <a:pPr defTabSz="1205617"/>
              <a:t>‹#›</a:t>
            </a:fld>
            <a:endParaRPr lang="en-US" dirty="0"/>
          </a:p>
        </p:txBody>
      </p:sp>
      <p:sp>
        <p:nvSpPr>
          <p:cNvPr id="2" name="Footer Placeholder">
            <a:extLst>
              <a:ext uri="{FF2B5EF4-FFF2-40B4-BE49-F238E27FC236}">
                <a16:creationId xmlns:a16="http://schemas.microsoft.com/office/drawing/2014/main" id="{0977D698-96B1-4B1C-AC10-E28AA670736D}"/>
              </a:ext>
            </a:extLst>
          </p:cNvPr>
          <p:cNvSpPr>
            <a:spLocks noGrp="1"/>
          </p:cNvSpPr>
          <p:nvPr>
            <p:ph type="ftr" sz="quarter" idx="15"/>
          </p:nvPr>
        </p:nvSpPr>
        <p:spPr/>
        <p:txBody>
          <a:bodyPr/>
          <a:lstStyle/>
          <a:p>
            <a:r>
              <a:rPr lang="en-US"/>
              <a:t>Confidential | For Training Purposes Only</a:t>
            </a:r>
            <a:endParaRPr lang="en-US" dirty="0"/>
          </a:p>
        </p:txBody>
      </p:sp>
    </p:spTree>
    <p:extLst>
      <p:ext uri="{BB962C8B-B14F-4D97-AF65-F5344CB8AC3E}">
        <p14:creationId xmlns:p14="http://schemas.microsoft.com/office/powerpoint/2010/main" val="1002596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Title, Content and Caption, Left">
    <p:spTree>
      <p:nvGrpSpPr>
        <p:cNvPr id="1" name=""/>
        <p:cNvGrpSpPr/>
        <p:nvPr/>
      </p:nvGrpSpPr>
      <p:grpSpPr>
        <a:xfrm>
          <a:off x="0" y="0"/>
          <a:ext cx="0" cy="0"/>
          <a:chOff x="0" y="0"/>
          <a:chExt cx="0" cy="0"/>
        </a:xfrm>
      </p:grpSpPr>
      <p:sp>
        <p:nvSpPr>
          <p:cNvPr id="11" name="Content Placeholder"/>
          <p:cNvSpPr>
            <a:spLocks noGrp="1"/>
          </p:cNvSpPr>
          <p:nvPr>
            <p:ph sz="quarter" idx="13"/>
          </p:nvPr>
        </p:nvSpPr>
        <p:spPr>
          <a:xfrm>
            <a:off x="4892041" y="398146"/>
            <a:ext cx="9281160" cy="6917054"/>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p:cNvSpPr>
            <a:spLocks noGrp="1"/>
          </p:cNvSpPr>
          <p:nvPr>
            <p:ph type="body" sz="quarter" idx="14"/>
          </p:nvPr>
        </p:nvSpPr>
        <p:spPr>
          <a:xfrm>
            <a:off x="334480" y="3041952"/>
            <a:ext cx="4255770" cy="4135754"/>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Bar"/>
          <p:cNvSpPr/>
          <p:nvPr/>
        </p:nvSpPr>
        <p:spPr>
          <a:xfrm>
            <a:off x="462122" y="2827932"/>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2" name="Title"/>
          <p:cNvSpPr>
            <a:spLocks noGrp="1"/>
          </p:cNvSpPr>
          <p:nvPr>
            <p:ph type="title" hasCustomPrompt="1"/>
          </p:nvPr>
        </p:nvSpPr>
        <p:spPr>
          <a:xfrm>
            <a:off x="346949" y="1700784"/>
            <a:ext cx="4243648" cy="1042416"/>
          </a:xfrm>
        </p:spPr>
        <p:txBody>
          <a:bodyPr anchor="b"/>
          <a:lstStyle>
            <a:lvl1pPr>
              <a:defRPr/>
            </a:lvl1pPr>
          </a:lstStyle>
          <a:p>
            <a:r>
              <a:rPr lang="en-US" dirty="0"/>
              <a:t>Click to Add</a:t>
            </a:r>
            <a:br>
              <a:rPr lang="en-US" dirty="0"/>
            </a:br>
            <a:r>
              <a:rPr lang="en-US" dirty="0"/>
              <a:t>multi-Line Title</a:t>
            </a:r>
          </a:p>
        </p:txBody>
      </p:sp>
      <p:sp>
        <p:nvSpPr>
          <p:cNvPr id="4" name="Slide Number Placeholder">
            <a:extLst>
              <a:ext uri="{FF2B5EF4-FFF2-40B4-BE49-F238E27FC236}">
                <a16:creationId xmlns:a16="http://schemas.microsoft.com/office/drawing/2014/main" id="{F37736B1-D7A7-4407-BE85-C3B77D9DE3FC}"/>
              </a:ext>
            </a:extLst>
          </p:cNvPr>
          <p:cNvSpPr>
            <a:spLocks noGrp="1"/>
          </p:cNvSpPr>
          <p:nvPr>
            <p:ph type="sldNum" sz="quarter" idx="16"/>
          </p:nvPr>
        </p:nvSpPr>
        <p:spPr/>
        <p:txBody>
          <a:bodyPr/>
          <a:lstStyle/>
          <a:p>
            <a:pPr defTabSz="1205617"/>
            <a:fld id="{104FC826-72BB-4AF1-BA01-A94F7396A7DC}" type="slidenum">
              <a:rPr lang="en-US" smtClean="0"/>
              <a:pPr defTabSz="1205617"/>
              <a:t>‹#›</a:t>
            </a:fld>
            <a:endParaRPr lang="en-US" dirty="0"/>
          </a:p>
        </p:txBody>
      </p:sp>
      <p:sp>
        <p:nvSpPr>
          <p:cNvPr id="3" name="Footer Placeholder">
            <a:extLst>
              <a:ext uri="{FF2B5EF4-FFF2-40B4-BE49-F238E27FC236}">
                <a16:creationId xmlns:a16="http://schemas.microsoft.com/office/drawing/2014/main" id="{C2633DB1-4E58-49AF-9CC5-F4480459AEB7}"/>
              </a:ext>
            </a:extLst>
          </p:cNvPr>
          <p:cNvSpPr>
            <a:spLocks noGrp="1"/>
          </p:cNvSpPr>
          <p:nvPr>
            <p:ph type="ftr" sz="quarter" idx="15"/>
          </p:nvPr>
        </p:nvSpPr>
        <p:spPr/>
        <p:txBody>
          <a:bodyPr/>
          <a:lstStyle/>
          <a:p>
            <a:r>
              <a:rPr lang="en-US"/>
              <a:t>Confidential | For Training Purposes Only</a:t>
            </a:r>
            <a:endParaRPr lang="en-US" dirty="0"/>
          </a:p>
        </p:txBody>
      </p:sp>
    </p:spTree>
    <p:extLst>
      <p:ext uri="{BB962C8B-B14F-4D97-AF65-F5344CB8AC3E}">
        <p14:creationId xmlns:p14="http://schemas.microsoft.com/office/powerpoint/2010/main" val="3475997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Title, Picture and Caption, Left">
    <p:spTree>
      <p:nvGrpSpPr>
        <p:cNvPr id="1" name=""/>
        <p:cNvGrpSpPr/>
        <p:nvPr/>
      </p:nvGrpSpPr>
      <p:grpSpPr>
        <a:xfrm>
          <a:off x="0" y="0"/>
          <a:ext cx="0" cy="0"/>
          <a:chOff x="0" y="0"/>
          <a:chExt cx="0" cy="0"/>
        </a:xfrm>
      </p:grpSpPr>
      <p:sp>
        <p:nvSpPr>
          <p:cNvPr id="11" name="Picture Placeholder">
            <a:extLst>
              <a:ext uri="{FF2B5EF4-FFF2-40B4-BE49-F238E27FC236}">
                <a16:creationId xmlns:a16="http://schemas.microsoft.com/office/drawing/2014/main" id="{685C0DB9-A0DF-42B9-B705-83944EECB349}"/>
              </a:ext>
            </a:extLst>
          </p:cNvPr>
          <p:cNvSpPr>
            <a:spLocks noGrp="1"/>
          </p:cNvSpPr>
          <p:nvPr>
            <p:ph type="pic" sz="quarter" idx="15" hasCustomPrompt="1"/>
          </p:nvPr>
        </p:nvSpPr>
        <p:spPr>
          <a:xfrm>
            <a:off x="4892041" y="0"/>
            <a:ext cx="9738360" cy="8229600"/>
          </a:xfrm>
        </p:spPr>
        <p:txBody>
          <a:bodyPr anchor="ctr"/>
          <a:lstStyle>
            <a:lvl1pPr marL="0" indent="0" algn="ctr">
              <a:buNone/>
              <a:defRPr>
                <a:latin typeface="+mn-lt"/>
              </a:defRPr>
            </a:lvl1pPr>
          </a:lstStyle>
          <a:p>
            <a:r>
              <a:rPr lang="en-US" dirty="0"/>
              <a:t>Click to add edge-to-edge picture</a:t>
            </a:r>
          </a:p>
        </p:txBody>
      </p:sp>
      <p:sp>
        <p:nvSpPr>
          <p:cNvPr id="7" name="Text Placeholder"/>
          <p:cNvSpPr>
            <a:spLocks noGrp="1"/>
          </p:cNvSpPr>
          <p:nvPr>
            <p:ph type="body" sz="quarter" idx="14"/>
          </p:nvPr>
        </p:nvSpPr>
        <p:spPr>
          <a:xfrm>
            <a:off x="334479" y="3041952"/>
            <a:ext cx="4255770" cy="4135754"/>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Bar"/>
          <p:cNvSpPr/>
          <p:nvPr/>
        </p:nvSpPr>
        <p:spPr>
          <a:xfrm>
            <a:off x="462122" y="2827932"/>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2" name="Title"/>
          <p:cNvSpPr>
            <a:spLocks noGrp="1"/>
          </p:cNvSpPr>
          <p:nvPr>
            <p:ph type="title" hasCustomPrompt="1"/>
          </p:nvPr>
        </p:nvSpPr>
        <p:spPr>
          <a:xfrm>
            <a:off x="346948" y="1700784"/>
            <a:ext cx="4243648" cy="1042416"/>
          </a:xfrm>
        </p:spPr>
        <p:txBody>
          <a:bodyPr anchor="b"/>
          <a:lstStyle>
            <a:lvl1pPr>
              <a:defRPr/>
            </a:lvl1pPr>
          </a:lstStyle>
          <a:p>
            <a:r>
              <a:rPr lang="en-US" dirty="0"/>
              <a:t>Click to Add</a:t>
            </a:r>
            <a:br>
              <a:rPr lang="en-US" dirty="0"/>
            </a:br>
            <a:r>
              <a:rPr lang="en-US" dirty="0"/>
              <a:t>multi-Line Title</a:t>
            </a:r>
          </a:p>
        </p:txBody>
      </p:sp>
      <p:sp>
        <p:nvSpPr>
          <p:cNvPr id="4" name="Slide Number Placeholder">
            <a:extLst>
              <a:ext uri="{FF2B5EF4-FFF2-40B4-BE49-F238E27FC236}">
                <a16:creationId xmlns:a16="http://schemas.microsoft.com/office/drawing/2014/main" id="{8085FE46-B145-48DA-84CC-BEC7ABB0F6C2}"/>
              </a:ext>
            </a:extLst>
          </p:cNvPr>
          <p:cNvSpPr>
            <a:spLocks noGrp="1"/>
          </p:cNvSpPr>
          <p:nvPr>
            <p:ph type="sldNum" sz="quarter" idx="17"/>
          </p:nvPr>
        </p:nvSpPr>
        <p:spPr/>
        <p:txBody>
          <a:bodyPr/>
          <a:lstStyle/>
          <a:p>
            <a:pPr defTabSz="1205617"/>
            <a:fld id="{104FC826-72BB-4AF1-BA01-A94F7396A7DC}" type="slidenum">
              <a:rPr lang="en-US" smtClean="0"/>
              <a:pPr defTabSz="1205617"/>
              <a:t>‹#›</a:t>
            </a:fld>
            <a:endParaRPr lang="en-US" dirty="0"/>
          </a:p>
        </p:txBody>
      </p:sp>
      <p:sp>
        <p:nvSpPr>
          <p:cNvPr id="3" name="Footer Placeholder">
            <a:extLst>
              <a:ext uri="{FF2B5EF4-FFF2-40B4-BE49-F238E27FC236}">
                <a16:creationId xmlns:a16="http://schemas.microsoft.com/office/drawing/2014/main" id="{62B249EC-9477-452C-91FB-A412BD37EFC8}"/>
              </a:ext>
            </a:extLst>
          </p:cNvPr>
          <p:cNvSpPr>
            <a:spLocks noGrp="1"/>
          </p:cNvSpPr>
          <p:nvPr>
            <p:ph type="ftr" sz="quarter" idx="16"/>
          </p:nvPr>
        </p:nvSpPr>
        <p:spPr/>
        <p:txBody>
          <a:bodyPr/>
          <a:lstStyle/>
          <a:p>
            <a:r>
              <a:rPr lang="en-US"/>
              <a:t>Confidential | For Training Purposes Only</a:t>
            </a:r>
            <a:endParaRPr lang="en-US" dirty="0"/>
          </a:p>
        </p:txBody>
      </p:sp>
    </p:spTree>
    <p:extLst>
      <p:ext uri="{BB962C8B-B14F-4D97-AF65-F5344CB8AC3E}">
        <p14:creationId xmlns:p14="http://schemas.microsoft.com/office/powerpoint/2010/main" val="574788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1" name="Text Placeholder"/>
          <p:cNvSpPr>
            <a:spLocks noGrp="1"/>
          </p:cNvSpPr>
          <p:nvPr>
            <p:ph type="body" sz="half" idx="2" hasCustomPrompt="1"/>
          </p:nvPr>
        </p:nvSpPr>
        <p:spPr bwMode="ltGray">
          <a:xfrm>
            <a:off x="10231401" y="1199610"/>
            <a:ext cx="3909415" cy="6115591"/>
          </a:xfrm>
          <a:noFill/>
          <a:ln w="57150">
            <a:solidFill>
              <a:srgbClr val="32DAC8"/>
            </a:solidFill>
            <a:miter lim="800000"/>
          </a:ln>
        </p:spPr>
        <p:txBody>
          <a:bodyPr lIns="137160" tIns="91440" rIns="137160" bIns="91440">
            <a:noAutofit/>
          </a:bodyPr>
          <a:lstStyle>
            <a:lvl1pPr marL="0" indent="0">
              <a:spcBef>
                <a:spcPts val="997"/>
              </a:spcBef>
              <a:buNone/>
              <a:defRPr sz="2437">
                <a:latin typeface="+mn-lt"/>
              </a:defRPr>
            </a:lvl1pPr>
            <a:lvl2pPr marL="506429" indent="0">
              <a:buNone/>
              <a:defRPr sz="1550"/>
            </a:lvl2pPr>
            <a:lvl3pPr marL="1012859" indent="0">
              <a:buNone/>
              <a:defRPr sz="1330"/>
            </a:lvl3pPr>
            <a:lvl4pPr marL="1519288" indent="0">
              <a:buNone/>
              <a:defRPr sz="1108"/>
            </a:lvl4pPr>
            <a:lvl5pPr marL="2025718" indent="0">
              <a:buNone/>
              <a:defRPr sz="1108"/>
            </a:lvl5pPr>
            <a:lvl6pPr marL="2532146" indent="0">
              <a:buNone/>
              <a:defRPr sz="1108"/>
            </a:lvl6pPr>
            <a:lvl7pPr marL="3038576" indent="0">
              <a:buNone/>
              <a:defRPr sz="1108"/>
            </a:lvl7pPr>
            <a:lvl8pPr marL="3545005" indent="0">
              <a:buNone/>
              <a:defRPr sz="1108"/>
            </a:lvl8pPr>
            <a:lvl9pPr marL="4051434" indent="0">
              <a:buNone/>
              <a:defRPr sz="1108"/>
            </a:lvl9pPr>
          </a:lstStyle>
          <a:p>
            <a:pPr lvl="0"/>
            <a:r>
              <a:rPr lang="en-US" dirty="0"/>
              <a:t>Click to add supporting text</a:t>
            </a:r>
          </a:p>
          <a:p>
            <a:pPr lvl="0"/>
            <a:endParaRPr lang="en-US" dirty="0"/>
          </a:p>
        </p:txBody>
      </p:sp>
      <p:sp>
        <p:nvSpPr>
          <p:cNvPr id="12" name="Content Placeholder">
            <a:extLst>
              <a:ext uri="{FF2B5EF4-FFF2-40B4-BE49-F238E27FC236}">
                <a16:creationId xmlns:a16="http://schemas.microsoft.com/office/drawing/2014/main" id="{269A3E8D-DCFB-4D37-86BB-56632B0912B1}"/>
              </a:ext>
            </a:extLst>
          </p:cNvPr>
          <p:cNvSpPr>
            <a:spLocks noGrp="1"/>
          </p:cNvSpPr>
          <p:nvPr>
            <p:ph sz="quarter" idx="18"/>
          </p:nvPr>
        </p:nvSpPr>
        <p:spPr>
          <a:xfrm>
            <a:off x="462120" y="1194438"/>
            <a:ext cx="9413400" cy="6120764"/>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Bar"/>
          <p:cNvSpPr/>
          <p:nvPr/>
        </p:nvSpPr>
        <p:spPr>
          <a:xfrm>
            <a:off x="462122" y="1012663"/>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4" name="Title">
            <a:extLst>
              <a:ext uri="{FF2B5EF4-FFF2-40B4-BE49-F238E27FC236}">
                <a16:creationId xmlns:a16="http://schemas.microsoft.com/office/drawing/2014/main" id="{37FCC12E-6D90-403E-80FA-0F7CB28A28D9}"/>
              </a:ext>
            </a:extLst>
          </p:cNvPr>
          <p:cNvSpPr>
            <a:spLocks noGrp="1"/>
          </p:cNvSpPr>
          <p:nvPr>
            <p:ph type="title"/>
          </p:nvPr>
        </p:nvSpPr>
        <p:spPr/>
        <p:txBody>
          <a:bodyPr/>
          <a:lstStyle/>
          <a:p>
            <a:r>
              <a:rPr lang="en-US"/>
              <a:t>Click to edit Master title style</a:t>
            </a:r>
            <a:endParaRPr lang="en-US" dirty="0"/>
          </a:p>
        </p:txBody>
      </p:sp>
      <p:sp>
        <p:nvSpPr>
          <p:cNvPr id="3" name="Slide Number Placeholder">
            <a:extLst>
              <a:ext uri="{FF2B5EF4-FFF2-40B4-BE49-F238E27FC236}">
                <a16:creationId xmlns:a16="http://schemas.microsoft.com/office/drawing/2014/main" id="{91E92FAC-B699-43F5-B87D-2D8B714080E4}"/>
              </a:ext>
            </a:extLst>
          </p:cNvPr>
          <p:cNvSpPr>
            <a:spLocks noGrp="1"/>
          </p:cNvSpPr>
          <p:nvPr>
            <p:ph type="sldNum" sz="quarter" idx="20"/>
          </p:nvPr>
        </p:nvSpPr>
        <p:spPr/>
        <p:txBody>
          <a:bodyPr/>
          <a:lstStyle/>
          <a:p>
            <a:pPr defTabSz="1205617"/>
            <a:fld id="{104FC826-72BB-4AF1-BA01-A94F7396A7DC}" type="slidenum">
              <a:rPr lang="en-US" smtClean="0"/>
              <a:pPr defTabSz="1205617"/>
              <a:t>‹#›</a:t>
            </a:fld>
            <a:endParaRPr lang="en-US" dirty="0"/>
          </a:p>
        </p:txBody>
      </p:sp>
      <p:sp>
        <p:nvSpPr>
          <p:cNvPr id="2" name="Footer Placeholder">
            <a:extLst>
              <a:ext uri="{FF2B5EF4-FFF2-40B4-BE49-F238E27FC236}">
                <a16:creationId xmlns:a16="http://schemas.microsoft.com/office/drawing/2014/main" id="{C38747A7-25DE-48D8-8D31-0F3DF66ADF9A}"/>
              </a:ext>
            </a:extLst>
          </p:cNvPr>
          <p:cNvSpPr>
            <a:spLocks noGrp="1"/>
          </p:cNvSpPr>
          <p:nvPr>
            <p:ph type="ftr" sz="quarter" idx="19"/>
          </p:nvPr>
        </p:nvSpPr>
        <p:spPr/>
        <p:txBody>
          <a:bodyPr/>
          <a:lstStyle/>
          <a:p>
            <a:r>
              <a:rPr lang="en-US"/>
              <a:t>Confidential | For Training Purposes Only</a:t>
            </a:r>
            <a:endParaRPr lang="en-US" dirty="0"/>
          </a:p>
        </p:txBody>
      </p:sp>
    </p:spTree>
    <p:extLst>
      <p:ext uri="{BB962C8B-B14F-4D97-AF65-F5344CB8AC3E}">
        <p14:creationId xmlns:p14="http://schemas.microsoft.com/office/powerpoint/2010/main" val="609096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14" name="Text Placeholder"/>
          <p:cNvSpPr>
            <a:spLocks noGrp="1"/>
          </p:cNvSpPr>
          <p:nvPr>
            <p:ph type="body" sz="half" idx="2" hasCustomPrompt="1"/>
          </p:nvPr>
        </p:nvSpPr>
        <p:spPr bwMode="ltGray">
          <a:xfrm>
            <a:off x="10231401" y="1199610"/>
            <a:ext cx="3909415" cy="6115591"/>
          </a:xfrm>
          <a:noFill/>
          <a:ln w="57150">
            <a:noFill/>
            <a:miter lim="800000"/>
          </a:ln>
        </p:spPr>
        <p:txBody>
          <a:bodyPr lIns="137160" tIns="91440" rIns="137160" bIns="91440">
            <a:noAutofit/>
          </a:bodyPr>
          <a:lstStyle>
            <a:lvl1pPr marL="0" indent="0">
              <a:spcBef>
                <a:spcPts val="997"/>
              </a:spcBef>
              <a:buNone/>
              <a:defRPr sz="2437">
                <a:latin typeface="+mn-lt"/>
              </a:defRPr>
            </a:lvl1pPr>
            <a:lvl2pPr marL="506429" indent="0">
              <a:buNone/>
              <a:defRPr sz="1550"/>
            </a:lvl2pPr>
            <a:lvl3pPr marL="1012859" indent="0">
              <a:buNone/>
              <a:defRPr sz="1330"/>
            </a:lvl3pPr>
            <a:lvl4pPr marL="1519288" indent="0">
              <a:buNone/>
              <a:defRPr sz="1108"/>
            </a:lvl4pPr>
            <a:lvl5pPr marL="2025718" indent="0">
              <a:buNone/>
              <a:defRPr sz="1108"/>
            </a:lvl5pPr>
            <a:lvl6pPr marL="2532146" indent="0">
              <a:buNone/>
              <a:defRPr sz="1108"/>
            </a:lvl6pPr>
            <a:lvl7pPr marL="3038576" indent="0">
              <a:buNone/>
              <a:defRPr sz="1108"/>
            </a:lvl7pPr>
            <a:lvl8pPr marL="3545005" indent="0">
              <a:buNone/>
              <a:defRPr sz="1108"/>
            </a:lvl8pPr>
            <a:lvl9pPr marL="4051434" indent="0">
              <a:buNone/>
              <a:defRPr sz="1108"/>
            </a:lvl9pPr>
          </a:lstStyle>
          <a:p>
            <a:pPr lvl="0"/>
            <a:r>
              <a:rPr lang="en-US" dirty="0"/>
              <a:t>Click to add supporting text</a:t>
            </a:r>
          </a:p>
          <a:p>
            <a:pPr lvl="0"/>
            <a:endParaRPr lang="en-US" dirty="0"/>
          </a:p>
        </p:txBody>
      </p:sp>
      <p:sp>
        <p:nvSpPr>
          <p:cNvPr id="15" name="Picture Placeholder"/>
          <p:cNvSpPr>
            <a:spLocks noGrp="1"/>
          </p:cNvSpPr>
          <p:nvPr>
            <p:ph type="pic" sz="quarter" idx="18" hasCustomPrompt="1"/>
          </p:nvPr>
        </p:nvSpPr>
        <p:spPr>
          <a:xfrm>
            <a:off x="457201" y="1199448"/>
            <a:ext cx="8964779" cy="6115752"/>
          </a:xfrm>
          <a:ln>
            <a:noFill/>
            <a:miter lim="800000"/>
          </a:ln>
        </p:spPr>
        <p:txBody>
          <a:bodyPr anchor="ctr"/>
          <a:lstStyle>
            <a:lvl1pPr marL="0" indent="0" algn="ctr">
              <a:buNone/>
              <a:defRPr>
                <a:latin typeface="+mn-lt"/>
              </a:defRPr>
            </a:lvl1pPr>
          </a:lstStyle>
          <a:p>
            <a:r>
              <a:rPr lang="en-US" dirty="0"/>
              <a:t>Click to add picture</a:t>
            </a:r>
          </a:p>
        </p:txBody>
      </p:sp>
      <p:sp>
        <p:nvSpPr>
          <p:cNvPr id="10" name="Bar"/>
          <p:cNvSpPr/>
          <p:nvPr/>
        </p:nvSpPr>
        <p:spPr>
          <a:xfrm>
            <a:off x="462122" y="1012663"/>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4" name="Title">
            <a:extLst>
              <a:ext uri="{FF2B5EF4-FFF2-40B4-BE49-F238E27FC236}">
                <a16:creationId xmlns:a16="http://schemas.microsoft.com/office/drawing/2014/main" id="{C5722C60-FC76-4A73-9A5C-0D547B644D69}"/>
              </a:ext>
            </a:extLst>
          </p:cNvPr>
          <p:cNvSpPr>
            <a:spLocks noGrp="1"/>
          </p:cNvSpPr>
          <p:nvPr>
            <p:ph type="title"/>
          </p:nvPr>
        </p:nvSpPr>
        <p:spPr/>
        <p:txBody>
          <a:bodyPr/>
          <a:lstStyle/>
          <a:p>
            <a:r>
              <a:rPr lang="en-US"/>
              <a:t>Click to edit Master title style</a:t>
            </a:r>
            <a:endParaRPr lang="en-US" dirty="0"/>
          </a:p>
        </p:txBody>
      </p:sp>
      <p:sp>
        <p:nvSpPr>
          <p:cNvPr id="3" name="Slide Number Placeholder">
            <a:extLst>
              <a:ext uri="{FF2B5EF4-FFF2-40B4-BE49-F238E27FC236}">
                <a16:creationId xmlns:a16="http://schemas.microsoft.com/office/drawing/2014/main" id="{88A295B4-CD29-4A4B-B08E-9A6CC4F4CF81}"/>
              </a:ext>
            </a:extLst>
          </p:cNvPr>
          <p:cNvSpPr>
            <a:spLocks noGrp="1"/>
          </p:cNvSpPr>
          <p:nvPr>
            <p:ph type="sldNum" sz="quarter" idx="20"/>
          </p:nvPr>
        </p:nvSpPr>
        <p:spPr/>
        <p:txBody>
          <a:bodyPr/>
          <a:lstStyle/>
          <a:p>
            <a:pPr defTabSz="1205617"/>
            <a:fld id="{104FC826-72BB-4AF1-BA01-A94F7396A7DC}" type="slidenum">
              <a:rPr lang="en-US" smtClean="0"/>
              <a:pPr defTabSz="1205617"/>
              <a:t>‹#›</a:t>
            </a:fld>
            <a:endParaRPr lang="en-US" dirty="0"/>
          </a:p>
        </p:txBody>
      </p:sp>
      <p:sp>
        <p:nvSpPr>
          <p:cNvPr id="2" name="Footer Placeholder">
            <a:extLst>
              <a:ext uri="{FF2B5EF4-FFF2-40B4-BE49-F238E27FC236}">
                <a16:creationId xmlns:a16="http://schemas.microsoft.com/office/drawing/2014/main" id="{0B8558E5-A9EE-4418-B017-3EBC0B35FAB1}"/>
              </a:ext>
            </a:extLst>
          </p:cNvPr>
          <p:cNvSpPr>
            <a:spLocks noGrp="1"/>
          </p:cNvSpPr>
          <p:nvPr>
            <p:ph type="ftr" sz="quarter" idx="19"/>
          </p:nvPr>
        </p:nvSpPr>
        <p:spPr/>
        <p:txBody>
          <a:bodyPr/>
          <a:lstStyle/>
          <a:p>
            <a:r>
              <a:rPr lang="en-US"/>
              <a:t>Confidential | For Training Purposes Only</a:t>
            </a:r>
            <a:endParaRPr lang="en-US" dirty="0"/>
          </a:p>
        </p:txBody>
      </p:sp>
    </p:spTree>
    <p:extLst>
      <p:ext uri="{BB962C8B-B14F-4D97-AF65-F5344CB8AC3E}">
        <p14:creationId xmlns:p14="http://schemas.microsoft.com/office/powerpoint/2010/main" val="3611075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Picture with Caption, Left">
    <p:spTree>
      <p:nvGrpSpPr>
        <p:cNvPr id="1" name=""/>
        <p:cNvGrpSpPr/>
        <p:nvPr/>
      </p:nvGrpSpPr>
      <p:grpSpPr>
        <a:xfrm>
          <a:off x="0" y="0"/>
          <a:ext cx="0" cy="0"/>
          <a:chOff x="0" y="0"/>
          <a:chExt cx="0" cy="0"/>
        </a:xfrm>
      </p:grpSpPr>
      <p:sp>
        <p:nvSpPr>
          <p:cNvPr id="14" name="Text Placeholder"/>
          <p:cNvSpPr>
            <a:spLocks noGrp="1"/>
          </p:cNvSpPr>
          <p:nvPr>
            <p:ph type="body" sz="half" idx="2" hasCustomPrompt="1"/>
          </p:nvPr>
        </p:nvSpPr>
        <p:spPr bwMode="ltGray">
          <a:xfrm>
            <a:off x="342893" y="1199610"/>
            <a:ext cx="3909415" cy="6115591"/>
          </a:xfrm>
          <a:noFill/>
          <a:ln w="57150">
            <a:noFill/>
            <a:miter lim="800000"/>
          </a:ln>
        </p:spPr>
        <p:txBody>
          <a:bodyPr lIns="137160" tIns="91440" rIns="137160" bIns="91440">
            <a:noAutofit/>
          </a:bodyPr>
          <a:lstStyle>
            <a:lvl1pPr marL="0" indent="0">
              <a:spcBef>
                <a:spcPts val="997"/>
              </a:spcBef>
              <a:buNone/>
              <a:defRPr sz="2437">
                <a:latin typeface="+mn-lt"/>
              </a:defRPr>
            </a:lvl1pPr>
            <a:lvl2pPr marL="506429" indent="0">
              <a:buNone/>
              <a:defRPr sz="1550"/>
            </a:lvl2pPr>
            <a:lvl3pPr marL="1012859" indent="0">
              <a:buNone/>
              <a:defRPr sz="1330"/>
            </a:lvl3pPr>
            <a:lvl4pPr marL="1519288" indent="0">
              <a:buNone/>
              <a:defRPr sz="1108"/>
            </a:lvl4pPr>
            <a:lvl5pPr marL="2025718" indent="0">
              <a:buNone/>
              <a:defRPr sz="1108"/>
            </a:lvl5pPr>
            <a:lvl6pPr marL="2532146" indent="0">
              <a:buNone/>
              <a:defRPr sz="1108"/>
            </a:lvl6pPr>
            <a:lvl7pPr marL="3038576" indent="0">
              <a:buNone/>
              <a:defRPr sz="1108"/>
            </a:lvl7pPr>
            <a:lvl8pPr marL="3545005" indent="0">
              <a:buNone/>
              <a:defRPr sz="1108"/>
            </a:lvl8pPr>
            <a:lvl9pPr marL="4051434" indent="0">
              <a:buNone/>
              <a:defRPr sz="1108"/>
            </a:lvl9pPr>
          </a:lstStyle>
          <a:p>
            <a:pPr lvl="0"/>
            <a:r>
              <a:rPr lang="en-US" dirty="0"/>
              <a:t>Click to add supporting text</a:t>
            </a:r>
          </a:p>
          <a:p>
            <a:pPr lvl="0"/>
            <a:endParaRPr lang="en-US" dirty="0"/>
          </a:p>
        </p:txBody>
      </p:sp>
      <p:sp>
        <p:nvSpPr>
          <p:cNvPr id="15" name="Picture Placeholder"/>
          <p:cNvSpPr>
            <a:spLocks noGrp="1"/>
          </p:cNvSpPr>
          <p:nvPr>
            <p:ph type="pic" sz="quarter" idx="18" hasCustomPrompt="1"/>
          </p:nvPr>
        </p:nvSpPr>
        <p:spPr>
          <a:xfrm>
            <a:off x="5176039" y="1199448"/>
            <a:ext cx="8964779" cy="6115752"/>
          </a:xfrm>
          <a:ln>
            <a:noFill/>
            <a:miter lim="800000"/>
          </a:ln>
        </p:spPr>
        <p:txBody>
          <a:bodyPr anchor="ctr"/>
          <a:lstStyle>
            <a:lvl1pPr marL="0" indent="0" algn="ctr">
              <a:buNone/>
              <a:defRPr>
                <a:latin typeface="+mn-lt"/>
              </a:defRPr>
            </a:lvl1pPr>
          </a:lstStyle>
          <a:p>
            <a:r>
              <a:rPr lang="en-US" dirty="0"/>
              <a:t>Click to add picture</a:t>
            </a:r>
          </a:p>
        </p:txBody>
      </p:sp>
      <p:sp>
        <p:nvSpPr>
          <p:cNvPr id="10" name="Bar"/>
          <p:cNvSpPr/>
          <p:nvPr/>
        </p:nvSpPr>
        <p:spPr>
          <a:xfrm>
            <a:off x="462122" y="1012663"/>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4" name="Title">
            <a:extLst>
              <a:ext uri="{FF2B5EF4-FFF2-40B4-BE49-F238E27FC236}">
                <a16:creationId xmlns:a16="http://schemas.microsoft.com/office/drawing/2014/main" id="{C5722C60-FC76-4A73-9A5C-0D547B644D69}"/>
              </a:ext>
            </a:extLst>
          </p:cNvPr>
          <p:cNvSpPr>
            <a:spLocks noGrp="1"/>
          </p:cNvSpPr>
          <p:nvPr>
            <p:ph type="title"/>
          </p:nvPr>
        </p:nvSpPr>
        <p:spPr>
          <a:xfrm>
            <a:off x="342893" y="470223"/>
            <a:ext cx="13797924" cy="481634"/>
          </a:xfrm>
        </p:spPr>
        <p:txBody>
          <a:bodyPr/>
          <a:lstStyle/>
          <a:p>
            <a:r>
              <a:rPr lang="en-US"/>
              <a:t>Click to edit Master title style</a:t>
            </a:r>
            <a:endParaRPr lang="en-US" dirty="0"/>
          </a:p>
        </p:txBody>
      </p:sp>
      <p:sp>
        <p:nvSpPr>
          <p:cNvPr id="3" name="Slide Number Placeholder">
            <a:extLst>
              <a:ext uri="{FF2B5EF4-FFF2-40B4-BE49-F238E27FC236}">
                <a16:creationId xmlns:a16="http://schemas.microsoft.com/office/drawing/2014/main" id="{88A295B4-CD29-4A4B-B08E-9A6CC4F4CF81}"/>
              </a:ext>
            </a:extLst>
          </p:cNvPr>
          <p:cNvSpPr>
            <a:spLocks noGrp="1"/>
          </p:cNvSpPr>
          <p:nvPr>
            <p:ph type="sldNum" sz="quarter" idx="20"/>
          </p:nvPr>
        </p:nvSpPr>
        <p:spPr/>
        <p:txBody>
          <a:bodyPr/>
          <a:lstStyle/>
          <a:p>
            <a:pPr defTabSz="1205617"/>
            <a:fld id="{104FC826-72BB-4AF1-BA01-A94F7396A7DC}" type="slidenum">
              <a:rPr lang="en-US" smtClean="0"/>
              <a:pPr defTabSz="1205617"/>
              <a:t>‹#›</a:t>
            </a:fld>
            <a:endParaRPr lang="en-US" dirty="0"/>
          </a:p>
        </p:txBody>
      </p:sp>
      <p:sp>
        <p:nvSpPr>
          <p:cNvPr id="2" name="Footer Placeholder">
            <a:extLst>
              <a:ext uri="{FF2B5EF4-FFF2-40B4-BE49-F238E27FC236}">
                <a16:creationId xmlns:a16="http://schemas.microsoft.com/office/drawing/2014/main" id="{0B8558E5-A9EE-4418-B017-3EBC0B35FAB1}"/>
              </a:ext>
            </a:extLst>
          </p:cNvPr>
          <p:cNvSpPr>
            <a:spLocks noGrp="1"/>
          </p:cNvSpPr>
          <p:nvPr>
            <p:ph type="ftr" sz="quarter" idx="19"/>
          </p:nvPr>
        </p:nvSpPr>
        <p:spPr/>
        <p:txBody>
          <a:bodyPr/>
          <a:lstStyle/>
          <a:p>
            <a:r>
              <a:rPr lang="en-US"/>
              <a:t>Confidential | For Training Purposes Only</a:t>
            </a:r>
            <a:endParaRPr lang="en-US" dirty="0"/>
          </a:p>
        </p:txBody>
      </p:sp>
    </p:spTree>
    <p:extLst>
      <p:ext uri="{BB962C8B-B14F-4D97-AF65-F5344CB8AC3E}">
        <p14:creationId xmlns:p14="http://schemas.microsoft.com/office/powerpoint/2010/main" val="11751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Picture with Content">
    <p:spTree>
      <p:nvGrpSpPr>
        <p:cNvPr id="1" name=""/>
        <p:cNvGrpSpPr/>
        <p:nvPr/>
      </p:nvGrpSpPr>
      <p:grpSpPr>
        <a:xfrm>
          <a:off x="0" y="0"/>
          <a:ext cx="0" cy="0"/>
          <a:chOff x="0" y="0"/>
          <a:chExt cx="0" cy="0"/>
        </a:xfrm>
      </p:grpSpPr>
      <p:sp>
        <p:nvSpPr>
          <p:cNvPr id="9" name="Content Placeholder">
            <a:extLst>
              <a:ext uri="{FF2B5EF4-FFF2-40B4-BE49-F238E27FC236}">
                <a16:creationId xmlns:a16="http://schemas.microsoft.com/office/drawing/2014/main" id="{184DB124-5DB1-4AD3-9276-D81D2209D170}"/>
              </a:ext>
            </a:extLst>
          </p:cNvPr>
          <p:cNvSpPr>
            <a:spLocks noGrp="1"/>
          </p:cNvSpPr>
          <p:nvPr>
            <p:ph sz="quarter" idx="22"/>
          </p:nvPr>
        </p:nvSpPr>
        <p:spPr>
          <a:xfrm>
            <a:off x="10218535" y="1199451"/>
            <a:ext cx="3909415" cy="6120637"/>
          </a:xfr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Picture Placeholder"/>
          <p:cNvSpPr>
            <a:spLocks noGrp="1"/>
          </p:cNvSpPr>
          <p:nvPr>
            <p:ph type="pic" sz="quarter" idx="18" hasCustomPrompt="1"/>
          </p:nvPr>
        </p:nvSpPr>
        <p:spPr>
          <a:xfrm>
            <a:off x="457201" y="1199448"/>
            <a:ext cx="8964779" cy="6115752"/>
          </a:xfrm>
          <a:ln>
            <a:noFill/>
            <a:miter lim="800000"/>
          </a:ln>
        </p:spPr>
        <p:txBody>
          <a:bodyPr anchor="ctr"/>
          <a:lstStyle>
            <a:lvl1pPr marL="0" indent="0" algn="ctr">
              <a:buNone/>
              <a:defRPr>
                <a:latin typeface="+mn-lt"/>
              </a:defRPr>
            </a:lvl1pPr>
          </a:lstStyle>
          <a:p>
            <a:r>
              <a:rPr lang="en-US" dirty="0"/>
              <a:t>Click to add picture</a:t>
            </a:r>
          </a:p>
        </p:txBody>
      </p:sp>
      <p:sp>
        <p:nvSpPr>
          <p:cNvPr id="10" name="Bar"/>
          <p:cNvSpPr/>
          <p:nvPr/>
        </p:nvSpPr>
        <p:spPr>
          <a:xfrm>
            <a:off x="462122" y="1012663"/>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n-lt"/>
            </a:endParaRPr>
          </a:p>
        </p:txBody>
      </p:sp>
      <p:sp>
        <p:nvSpPr>
          <p:cNvPr id="4" name="Title">
            <a:extLst>
              <a:ext uri="{FF2B5EF4-FFF2-40B4-BE49-F238E27FC236}">
                <a16:creationId xmlns:a16="http://schemas.microsoft.com/office/drawing/2014/main" id="{4B1C1C31-7119-4D9E-8DED-87033B4B0713}"/>
              </a:ext>
            </a:extLst>
          </p:cNvPr>
          <p:cNvSpPr>
            <a:spLocks noGrp="1"/>
          </p:cNvSpPr>
          <p:nvPr>
            <p:ph type="title"/>
          </p:nvPr>
        </p:nvSpPr>
        <p:spPr/>
        <p:txBody>
          <a:bodyPr/>
          <a:lstStyle/>
          <a:p>
            <a:r>
              <a:rPr lang="en-US"/>
              <a:t>Click to edit Master title style</a:t>
            </a:r>
            <a:endParaRPr lang="en-US" dirty="0"/>
          </a:p>
        </p:txBody>
      </p:sp>
      <p:sp>
        <p:nvSpPr>
          <p:cNvPr id="3" name="Slide Number Placeholder">
            <a:extLst>
              <a:ext uri="{FF2B5EF4-FFF2-40B4-BE49-F238E27FC236}">
                <a16:creationId xmlns:a16="http://schemas.microsoft.com/office/drawing/2014/main" id="{6B8E13A3-BC15-450D-96D1-EB785D605BB8}"/>
              </a:ext>
            </a:extLst>
          </p:cNvPr>
          <p:cNvSpPr>
            <a:spLocks noGrp="1"/>
          </p:cNvSpPr>
          <p:nvPr>
            <p:ph type="sldNum" sz="quarter" idx="24"/>
          </p:nvPr>
        </p:nvSpPr>
        <p:spPr/>
        <p:txBody>
          <a:bodyPr/>
          <a:lstStyle/>
          <a:p>
            <a:pPr defTabSz="1205617"/>
            <a:fld id="{104FC826-72BB-4AF1-BA01-A94F7396A7DC}" type="slidenum">
              <a:rPr lang="en-US" smtClean="0"/>
              <a:pPr defTabSz="1205617"/>
              <a:t>‹#›</a:t>
            </a:fld>
            <a:endParaRPr lang="en-US" dirty="0"/>
          </a:p>
        </p:txBody>
      </p:sp>
      <p:sp>
        <p:nvSpPr>
          <p:cNvPr id="2" name="Footer Placeholder">
            <a:extLst>
              <a:ext uri="{FF2B5EF4-FFF2-40B4-BE49-F238E27FC236}">
                <a16:creationId xmlns:a16="http://schemas.microsoft.com/office/drawing/2014/main" id="{191AA25E-ECBD-44CD-9DE9-F058616E771E}"/>
              </a:ext>
            </a:extLst>
          </p:cNvPr>
          <p:cNvSpPr>
            <a:spLocks noGrp="1"/>
          </p:cNvSpPr>
          <p:nvPr>
            <p:ph type="ftr" sz="quarter" idx="23"/>
          </p:nvPr>
        </p:nvSpPr>
        <p:spPr/>
        <p:txBody>
          <a:bodyPr/>
          <a:lstStyle/>
          <a:p>
            <a:r>
              <a:rPr lang="en-US"/>
              <a:t>Confidential | For Training Purposes Only</a:t>
            </a:r>
            <a:endParaRPr lang="en-US" dirty="0"/>
          </a:p>
        </p:txBody>
      </p:sp>
    </p:spTree>
    <p:extLst>
      <p:ext uri="{BB962C8B-B14F-4D97-AF65-F5344CB8AC3E}">
        <p14:creationId xmlns:p14="http://schemas.microsoft.com/office/powerpoint/2010/main" val="3688087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8" name="Text Placeholder 2"/>
          <p:cNvSpPr>
            <a:spLocks noGrp="1"/>
          </p:cNvSpPr>
          <p:nvPr>
            <p:ph type="body" sz="half" idx="19" hasCustomPrompt="1"/>
          </p:nvPr>
        </p:nvSpPr>
        <p:spPr bwMode="ltGray">
          <a:xfrm>
            <a:off x="7407475" y="5910888"/>
            <a:ext cx="6733343" cy="1404312"/>
          </a:xfrm>
          <a:noFill/>
          <a:ln w="57150">
            <a:noFill/>
            <a:miter lim="800000"/>
          </a:ln>
        </p:spPr>
        <p:txBody>
          <a:bodyPr lIns="137160" tIns="91440" rIns="137160" bIns="91440">
            <a:noAutofit/>
          </a:bodyPr>
          <a:lstStyle>
            <a:lvl1pPr marL="0" indent="0" algn="ctr">
              <a:spcBef>
                <a:spcPts val="997"/>
              </a:spcBef>
              <a:buNone/>
              <a:defRPr sz="1994">
                <a:latin typeface="+mn-lt"/>
              </a:defRPr>
            </a:lvl1pPr>
            <a:lvl2pPr marL="506429" indent="0">
              <a:buNone/>
              <a:defRPr sz="1550"/>
            </a:lvl2pPr>
            <a:lvl3pPr marL="1012859" indent="0">
              <a:buNone/>
              <a:defRPr sz="1330"/>
            </a:lvl3pPr>
            <a:lvl4pPr marL="1519288" indent="0">
              <a:buNone/>
              <a:defRPr sz="1108"/>
            </a:lvl4pPr>
            <a:lvl5pPr marL="2025718" indent="0">
              <a:buNone/>
              <a:defRPr sz="1108"/>
            </a:lvl5pPr>
            <a:lvl6pPr marL="2532146" indent="0">
              <a:buNone/>
              <a:defRPr sz="1108"/>
            </a:lvl6pPr>
            <a:lvl7pPr marL="3038576" indent="0">
              <a:buNone/>
              <a:defRPr sz="1108"/>
            </a:lvl7pPr>
            <a:lvl8pPr marL="3545005" indent="0">
              <a:buNone/>
              <a:defRPr sz="1108"/>
            </a:lvl8pPr>
            <a:lvl9pPr marL="4051434" indent="0">
              <a:buNone/>
              <a:defRPr sz="1108"/>
            </a:lvl9pPr>
          </a:lstStyle>
          <a:p>
            <a:pPr lvl="0"/>
            <a:r>
              <a:rPr lang="en-US" dirty="0"/>
              <a:t>Click to add caption</a:t>
            </a:r>
          </a:p>
          <a:p>
            <a:pPr lvl="0"/>
            <a:endParaRPr lang="en-US" dirty="0"/>
          </a:p>
        </p:txBody>
      </p:sp>
      <p:sp>
        <p:nvSpPr>
          <p:cNvPr id="10" name="Picture Placeholder 2">
            <a:extLst>
              <a:ext uri="{FF2B5EF4-FFF2-40B4-BE49-F238E27FC236}">
                <a16:creationId xmlns:a16="http://schemas.microsoft.com/office/drawing/2014/main" id="{E11EEBA4-9351-4C42-9CB1-BC966ADFAF07}"/>
              </a:ext>
            </a:extLst>
          </p:cNvPr>
          <p:cNvSpPr>
            <a:spLocks noGrp="1"/>
          </p:cNvSpPr>
          <p:nvPr>
            <p:ph type="pic" sz="quarter" idx="23" hasCustomPrompt="1"/>
          </p:nvPr>
        </p:nvSpPr>
        <p:spPr>
          <a:xfrm>
            <a:off x="7407271" y="1199449"/>
            <a:ext cx="6733547" cy="4564685"/>
          </a:xfrm>
        </p:spPr>
        <p:txBody>
          <a:bodyPr anchor="ctr"/>
          <a:lstStyle>
            <a:lvl1pPr marL="0" indent="0" algn="ctr">
              <a:buNone/>
              <a:defRPr>
                <a:latin typeface="+mn-lt"/>
              </a:defRPr>
            </a:lvl1pPr>
          </a:lstStyle>
          <a:p>
            <a:r>
              <a:rPr lang="en-US" dirty="0"/>
              <a:t>Click to add picture</a:t>
            </a:r>
          </a:p>
        </p:txBody>
      </p:sp>
      <p:sp>
        <p:nvSpPr>
          <p:cNvPr id="16" name="Text Placeholder 1"/>
          <p:cNvSpPr>
            <a:spLocks noGrp="1"/>
          </p:cNvSpPr>
          <p:nvPr>
            <p:ph type="body" sz="half" idx="2" hasCustomPrompt="1"/>
          </p:nvPr>
        </p:nvSpPr>
        <p:spPr bwMode="ltGray">
          <a:xfrm>
            <a:off x="457200" y="5910888"/>
            <a:ext cx="6733343" cy="1404312"/>
          </a:xfrm>
          <a:noFill/>
          <a:ln w="57150">
            <a:noFill/>
            <a:miter lim="800000"/>
          </a:ln>
        </p:spPr>
        <p:txBody>
          <a:bodyPr lIns="137160" tIns="91440" rIns="137160" bIns="91440">
            <a:noAutofit/>
          </a:bodyPr>
          <a:lstStyle>
            <a:lvl1pPr marL="0" indent="0" algn="ctr">
              <a:spcBef>
                <a:spcPts val="997"/>
              </a:spcBef>
              <a:buNone/>
              <a:defRPr sz="1994">
                <a:latin typeface="+mn-lt"/>
              </a:defRPr>
            </a:lvl1pPr>
            <a:lvl2pPr marL="506429" indent="0">
              <a:buNone/>
              <a:defRPr sz="1550"/>
            </a:lvl2pPr>
            <a:lvl3pPr marL="1012859" indent="0">
              <a:buNone/>
              <a:defRPr sz="1330"/>
            </a:lvl3pPr>
            <a:lvl4pPr marL="1519288" indent="0">
              <a:buNone/>
              <a:defRPr sz="1108"/>
            </a:lvl4pPr>
            <a:lvl5pPr marL="2025718" indent="0">
              <a:buNone/>
              <a:defRPr sz="1108"/>
            </a:lvl5pPr>
            <a:lvl6pPr marL="2532146" indent="0">
              <a:buNone/>
              <a:defRPr sz="1108"/>
            </a:lvl6pPr>
            <a:lvl7pPr marL="3038576" indent="0">
              <a:buNone/>
              <a:defRPr sz="1108"/>
            </a:lvl7pPr>
            <a:lvl8pPr marL="3545005" indent="0">
              <a:buNone/>
              <a:defRPr sz="1108"/>
            </a:lvl8pPr>
            <a:lvl9pPr marL="4051434" indent="0">
              <a:buNone/>
              <a:defRPr sz="1108"/>
            </a:lvl9pPr>
          </a:lstStyle>
          <a:p>
            <a:pPr lvl="0"/>
            <a:r>
              <a:rPr lang="en-US" dirty="0"/>
              <a:t>Click to add caption</a:t>
            </a:r>
          </a:p>
          <a:p>
            <a:pPr lvl="0"/>
            <a:endParaRPr lang="en-US" dirty="0"/>
          </a:p>
        </p:txBody>
      </p:sp>
      <p:sp>
        <p:nvSpPr>
          <p:cNvPr id="17" name="Picture Placeholder 1"/>
          <p:cNvSpPr>
            <a:spLocks noGrp="1"/>
          </p:cNvSpPr>
          <p:nvPr>
            <p:ph type="pic" sz="quarter" idx="18" hasCustomPrompt="1"/>
          </p:nvPr>
        </p:nvSpPr>
        <p:spPr>
          <a:xfrm>
            <a:off x="457201" y="1199449"/>
            <a:ext cx="6733547" cy="4564685"/>
          </a:xfrm>
        </p:spPr>
        <p:txBody>
          <a:bodyPr anchor="ctr"/>
          <a:lstStyle>
            <a:lvl1pPr marL="0" indent="0" algn="ctr">
              <a:buNone/>
              <a:defRPr>
                <a:latin typeface="+mn-lt"/>
              </a:defRPr>
            </a:lvl1pPr>
          </a:lstStyle>
          <a:p>
            <a:r>
              <a:rPr lang="en-US" dirty="0"/>
              <a:t>Click to add picture</a:t>
            </a:r>
          </a:p>
        </p:txBody>
      </p:sp>
      <p:sp>
        <p:nvSpPr>
          <p:cNvPr id="12" name="Bar"/>
          <p:cNvSpPr/>
          <p:nvPr/>
        </p:nvSpPr>
        <p:spPr>
          <a:xfrm>
            <a:off x="462122" y="1012663"/>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4" name="Title">
            <a:extLst>
              <a:ext uri="{FF2B5EF4-FFF2-40B4-BE49-F238E27FC236}">
                <a16:creationId xmlns:a16="http://schemas.microsoft.com/office/drawing/2014/main" id="{0F79D366-784C-495D-8F64-93E8B37FC9D0}"/>
              </a:ext>
            </a:extLst>
          </p:cNvPr>
          <p:cNvSpPr>
            <a:spLocks noGrp="1"/>
          </p:cNvSpPr>
          <p:nvPr>
            <p:ph type="title"/>
          </p:nvPr>
        </p:nvSpPr>
        <p:spPr>
          <a:xfrm>
            <a:off x="342893" y="470223"/>
            <a:ext cx="13797924" cy="481634"/>
          </a:xfrm>
        </p:spPr>
        <p:txBody>
          <a:bodyPr/>
          <a:lstStyle/>
          <a:p>
            <a:r>
              <a:rPr lang="en-US"/>
              <a:t>Click to edit Master title style</a:t>
            </a:r>
            <a:endParaRPr lang="en-US" dirty="0"/>
          </a:p>
        </p:txBody>
      </p:sp>
      <p:sp>
        <p:nvSpPr>
          <p:cNvPr id="3" name="Slide Number Placeholder">
            <a:extLst>
              <a:ext uri="{FF2B5EF4-FFF2-40B4-BE49-F238E27FC236}">
                <a16:creationId xmlns:a16="http://schemas.microsoft.com/office/drawing/2014/main" id="{833220B8-73BB-42A1-AE6B-0898C72176B1}"/>
              </a:ext>
            </a:extLst>
          </p:cNvPr>
          <p:cNvSpPr>
            <a:spLocks noGrp="1"/>
          </p:cNvSpPr>
          <p:nvPr>
            <p:ph type="sldNum" sz="quarter" idx="22"/>
          </p:nvPr>
        </p:nvSpPr>
        <p:spPr/>
        <p:txBody>
          <a:bodyPr/>
          <a:lstStyle/>
          <a:p>
            <a:pPr defTabSz="1205617"/>
            <a:fld id="{104FC826-72BB-4AF1-BA01-A94F7396A7DC}" type="slidenum">
              <a:rPr lang="en-US" smtClean="0"/>
              <a:pPr defTabSz="1205617"/>
              <a:t>‹#›</a:t>
            </a:fld>
            <a:endParaRPr lang="en-US" dirty="0"/>
          </a:p>
        </p:txBody>
      </p:sp>
      <p:sp>
        <p:nvSpPr>
          <p:cNvPr id="2" name="Footer Placeholder">
            <a:extLst>
              <a:ext uri="{FF2B5EF4-FFF2-40B4-BE49-F238E27FC236}">
                <a16:creationId xmlns:a16="http://schemas.microsoft.com/office/drawing/2014/main" id="{278F3E4F-3B9E-412C-A6C9-621D3C25AA9F}"/>
              </a:ext>
            </a:extLst>
          </p:cNvPr>
          <p:cNvSpPr>
            <a:spLocks noGrp="1"/>
          </p:cNvSpPr>
          <p:nvPr>
            <p:ph type="ftr" sz="quarter" idx="21"/>
          </p:nvPr>
        </p:nvSpPr>
        <p:spPr/>
        <p:txBody>
          <a:bodyPr/>
          <a:lstStyle/>
          <a:p>
            <a:r>
              <a:rPr lang="en-US"/>
              <a:t>Confidential | For Training Purposes Only</a:t>
            </a:r>
            <a:endParaRPr lang="en-US" dirty="0"/>
          </a:p>
        </p:txBody>
      </p:sp>
    </p:spTree>
    <p:extLst>
      <p:ext uri="{BB962C8B-B14F-4D97-AF65-F5344CB8AC3E}">
        <p14:creationId xmlns:p14="http://schemas.microsoft.com/office/powerpoint/2010/main" val="1400151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26" name="Text Placeholder 3"/>
          <p:cNvSpPr>
            <a:spLocks noGrp="1"/>
          </p:cNvSpPr>
          <p:nvPr>
            <p:ph type="body" sz="half" idx="21" hasCustomPrompt="1"/>
          </p:nvPr>
        </p:nvSpPr>
        <p:spPr bwMode="ltGray">
          <a:xfrm>
            <a:off x="9726847" y="5910892"/>
            <a:ext cx="4413971" cy="1382653"/>
          </a:xfrm>
          <a:noFill/>
          <a:ln w="57150">
            <a:noFill/>
            <a:miter lim="800000"/>
          </a:ln>
        </p:spPr>
        <p:txBody>
          <a:bodyPr lIns="137160" tIns="91440" rIns="137160" bIns="91440">
            <a:noAutofit/>
          </a:bodyPr>
          <a:lstStyle>
            <a:lvl1pPr marL="0" indent="0" algn="ctr">
              <a:spcBef>
                <a:spcPts val="997"/>
              </a:spcBef>
              <a:buNone/>
              <a:defRPr sz="1994">
                <a:latin typeface="+mn-lt"/>
              </a:defRPr>
            </a:lvl1pPr>
            <a:lvl2pPr marL="506429" indent="0">
              <a:buNone/>
              <a:defRPr sz="1550"/>
            </a:lvl2pPr>
            <a:lvl3pPr marL="1012859" indent="0">
              <a:buNone/>
              <a:defRPr sz="1330"/>
            </a:lvl3pPr>
            <a:lvl4pPr marL="1519288" indent="0">
              <a:buNone/>
              <a:defRPr sz="1108"/>
            </a:lvl4pPr>
            <a:lvl5pPr marL="2025718" indent="0">
              <a:buNone/>
              <a:defRPr sz="1108"/>
            </a:lvl5pPr>
            <a:lvl6pPr marL="2532146" indent="0">
              <a:buNone/>
              <a:defRPr sz="1108"/>
            </a:lvl6pPr>
            <a:lvl7pPr marL="3038576" indent="0">
              <a:buNone/>
              <a:defRPr sz="1108"/>
            </a:lvl7pPr>
            <a:lvl8pPr marL="3545005" indent="0">
              <a:buNone/>
              <a:defRPr sz="1108"/>
            </a:lvl8pPr>
            <a:lvl9pPr marL="4051434" indent="0">
              <a:buNone/>
              <a:defRPr sz="1108"/>
            </a:lvl9pPr>
          </a:lstStyle>
          <a:p>
            <a:pPr lvl="0"/>
            <a:r>
              <a:rPr lang="en-US" dirty="0"/>
              <a:t>Click to add caption</a:t>
            </a:r>
          </a:p>
          <a:p>
            <a:pPr lvl="0"/>
            <a:endParaRPr lang="en-US" dirty="0"/>
          </a:p>
        </p:txBody>
      </p:sp>
      <p:sp>
        <p:nvSpPr>
          <p:cNvPr id="27" name="Picture Placeholder 3"/>
          <p:cNvSpPr>
            <a:spLocks noGrp="1"/>
          </p:cNvSpPr>
          <p:nvPr>
            <p:ph type="pic" sz="quarter" idx="22" hasCustomPrompt="1"/>
          </p:nvPr>
        </p:nvSpPr>
        <p:spPr>
          <a:xfrm>
            <a:off x="9716411" y="1199449"/>
            <a:ext cx="4413971" cy="4564685"/>
          </a:xfrm>
        </p:spPr>
        <p:txBody>
          <a:bodyPr anchor="ctr"/>
          <a:lstStyle>
            <a:lvl1pPr marL="0" indent="0" algn="ctr">
              <a:buNone/>
              <a:defRPr>
                <a:latin typeface="+mn-lt"/>
              </a:defRPr>
            </a:lvl1pPr>
          </a:lstStyle>
          <a:p>
            <a:r>
              <a:rPr lang="en-US" dirty="0"/>
              <a:t>Click to add picture</a:t>
            </a:r>
          </a:p>
        </p:txBody>
      </p:sp>
      <p:sp>
        <p:nvSpPr>
          <p:cNvPr id="24" name="Text Placeholder 2"/>
          <p:cNvSpPr>
            <a:spLocks noGrp="1"/>
          </p:cNvSpPr>
          <p:nvPr>
            <p:ph type="body" sz="half" idx="19" hasCustomPrompt="1"/>
          </p:nvPr>
        </p:nvSpPr>
        <p:spPr bwMode="ltGray">
          <a:xfrm>
            <a:off x="5086805" y="5910892"/>
            <a:ext cx="4413971" cy="1382653"/>
          </a:xfrm>
          <a:noFill/>
          <a:ln w="57150">
            <a:noFill/>
            <a:miter lim="800000"/>
          </a:ln>
        </p:spPr>
        <p:txBody>
          <a:bodyPr lIns="137160" tIns="91440" rIns="137160" bIns="91440">
            <a:noAutofit/>
          </a:bodyPr>
          <a:lstStyle>
            <a:lvl1pPr marL="0" indent="0" algn="ctr">
              <a:spcBef>
                <a:spcPts val="997"/>
              </a:spcBef>
              <a:buNone/>
              <a:defRPr sz="1994">
                <a:latin typeface="+mn-lt"/>
              </a:defRPr>
            </a:lvl1pPr>
            <a:lvl2pPr marL="506429" indent="0">
              <a:buNone/>
              <a:defRPr sz="1550"/>
            </a:lvl2pPr>
            <a:lvl3pPr marL="1012859" indent="0">
              <a:buNone/>
              <a:defRPr sz="1330"/>
            </a:lvl3pPr>
            <a:lvl4pPr marL="1519288" indent="0">
              <a:buNone/>
              <a:defRPr sz="1108"/>
            </a:lvl4pPr>
            <a:lvl5pPr marL="2025718" indent="0">
              <a:buNone/>
              <a:defRPr sz="1108"/>
            </a:lvl5pPr>
            <a:lvl6pPr marL="2532146" indent="0">
              <a:buNone/>
              <a:defRPr sz="1108"/>
            </a:lvl6pPr>
            <a:lvl7pPr marL="3038576" indent="0">
              <a:buNone/>
              <a:defRPr sz="1108"/>
            </a:lvl7pPr>
            <a:lvl8pPr marL="3545005" indent="0">
              <a:buNone/>
              <a:defRPr sz="1108"/>
            </a:lvl8pPr>
            <a:lvl9pPr marL="4051434" indent="0">
              <a:buNone/>
              <a:defRPr sz="1108"/>
            </a:lvl9pPr>
          </a:lstStyle>
          <a:p>
            <a:pPr lvl="0"/>
            <a:r>
              <a:rPr lang="en-US" dirty="0"/>
              <a:t>Click to add caption</a:t>
            </a:r>
          </a:p>
          <a:p>
            <a:pPr lvl="0"/>
            <a:endParaRPr lang="en-US" dirty="0"/>
          </a:p>
        </p:txBody>
      </p:sp>
      <p:sp>
        <p:nvSpPr>
          <p:cNvPr id="25" name="Picture Placeholder 2"/>
          <p:cNvSpPr>
            <a:spLocks noGrp="1"/>
          </p:cNvSpPr>
          <p:nvPr>
            <p:ph type="pic" sz="quarter" idx="20" hasCustomPrompt="1"/>
          </p:nvPr>
        </p:nvSpPr>
        <p:spPr>
          <a:xfrm>
            <a:off x="5086805" y="1199449"/>
            <a:ext cx="4413971" cy="4564685"/>
          </a:xfrm>
        </p:spPr>
        <p:txBody>
          <a:bodyPr anchor="ctr"/>
          <a:lstStyle>
            <a:lvl1pPr marL="0" indent="0" algn="ctr">
              <a:buNone/>
              <a:defRPr>
                <a:latin typeface="+mn-lt"/>
              </a:defRPr>
            </a:lvl1pPr>
          </a:lstStyle>
          <a:p>
            <a:r>
              <a:rPr lang="en-US" dirty="0"/>
              <a:t>Click to add picture</a:t>
            </a:r>
          </a:p>
        </p:txBody>
      </p:sp>
      <p:sp>
        <p:nvSpPr>
          <p:cNvPr id="18" name="Text Placeholder 1"/>
          <p:cNvSpPr>
            <a:spLocks noGrp="1"/>
          </p:cNvSpPr>
          <p:nvPr>
            <p:ph type="body" sz="half" idx="2" hasCustomPrompt="1"/>
          </p:nvPr>
        </p:nvSpPr>
        <p:spPr bwMode="ltGray">
          <a:xfrm>
            <a:off x="467636" y="5910892"/>
            <a:ext cx="4413971" cy="1382653"/>
          </a:xfrm>
          <a:noFill/>
          <a:ln w="57150">
            <a:noFill/>
            <a:miter lim="800000"/>
          </a:ln>
        </p:spPr>
        <p:txBody>
          <a:bodyPr lIns="137160" tIns="91440" rIns="137160" bIns="91440">
            <a:noAutofit/>
          </a:bodyPr>
          <a:lstStyle>
            <a:lvl1pPr marL="0" indent="0" algn="ctr">
              <a:spcBef>
                <a:spcPts val="997"/>
              </a:spcBef>
              <a:buNone/>
              <a:defRPr sz="1994">
                <a:latin typeface="+mn-lt"/>
              </a:defRPr>
            </a:lvl1pPr>
            <a:lvl2pPr marL="506429" indent="0">
              <a:buNone/>
              <a:defRPr sz="1550"/>
            </a:lvl2pPr>
            <a:lvl3pPr marL="1012859" indent="0">
              <a:buNone/>
              <a:defRPr sz="1330"/>
            </a:lvl3pPr>
            <a:lvl4pPr marL="1519288" indent="0">
              <a:buNone/>
              <a:defRPr sz="1108"/>
            </a:lvl4pPr>
            <a:lvl5pPr marL="2025718" indent="0">
              <a:buNone/>
              <a:defRPr sz="1108"/>
            </a:lvl5pPr>
            <a:lvl6pPr marL="2532146" indent="0">
              <a:buNone/>
              <a:defRPr sz="1108"/>
            </a:lvl6pPr>
            <a:lvl7pPr marL="3038576" indent="0">
              <a:buNone/>
              <a:defRPr sz="1108"/>
            </a:lvl7pPr>
            <a:lvl8pPr marL="3545005" indent="0">
              <a:buNone/>
              <a:defRPr sz="1108"/>
            </a:lvl8pPr>
            <a:lvl9pPr marL="4051434" indent="0">
              <a:buNone/>
              <a:defRPr sz="1108"/>
            </a:lvl9pPr>
          </a:lstStyle>
          <a:p>
            <a:pPr lvl="0"/>
            <a:r>
              <a:rPr lang="en-US" dirty="0"/>
              <a:t>Click to add caption</a:t>
            </a:r>
          </a:p>
          <a:p>
            <a:pPr lvl="0"/>
            <a:endParaRPr lang="en-US" dirty="0"/>
          </a:p>
        </p:txBody>
      </p:sp>
      <p:sp>
        <p:nvSpPr>
          <p:cNvPr id="19" name="Picture Placeholder 1"/>
          <p:cNvSpPr>
            <a:spLocks noGrp="1"/>
          </p:cNvSpPr>
          <p:nvPr>
            <p:ph type="pic" sz="quarter" idx="18" hasCustomPrompt="1"/>
          </p:nvPr>
        </p:nvSpPr>
        <p:spPr>
          <a:xfrm>
            <a:off x="457199" y="1199449"/>
            <a:ext cx="4413971" cy="4564685"/>
          </a:xfrm>
        </p:spPr>
        <p:txBody>
          <a:bodyPr anchor="ctr"/>
          <a:lstStyle>
            <a:lvl1pPr marL="0" indent="0" algn="ctr">
              <a:buNone/>
              <a:defRPr>
                <a:latin typeface="+mn-lt"/>
              </a:defRPr>
            </a:lvl1pPr>
          </a:lstStyle>
          <a:p>
            <a:r>
              <a:rPr lang="en-US" dirty="0"/>
              <a:t>Click to add picture</a:t>
            </a:r>
          </a:p>
        </p:txBody>
      </p:sp>
      <p:sp>
        <p:nvSpPr>
          <p:cNvPr id="14" name="Bar"/>
          <p:cNvSpPr/>
          <p:nvPr/>
        </p:nvSpPr>
        <p:spPr>
          <a:xfrm>
            <a:off x="462122" y="1012663"/>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4" name="Title">
            <a:extLst>
              <a:ext uri="{FF2B5EF4-FFF2-40B4-BE49-F238E27FC236}">
                <a16:creationId xmlns:a16="http://schemas.microsoft.com/office/drawing/2014/main" id="{58DA0A33-9CC4-4DCC-85C5-5D814DA5F52A}"/>
              </a:ext>
            </a:extLst>
          </p:cNvPr>
          <p:cNvSpPr>
            <a:spLocks noGrp="1"/>
          </p:cNvSpPr>
          <p:nvPr>
            <p:ph type="title"/>
          </p:nvPr>
        </p:nvSpPr>
        <p:spPr/>
        <p:txBody>
          <a:bodyPr/>
          <a:lstStyle/>
          <a:p>
            <a:r>
              <a:rPr lang="en-US"/>
              <a:t>Click to edit Master title style</a:t>
            </a:r>
            <a:endParaRPr lang="en-US" dirty="0"/>
          </a:p>
        </p:txBody>
      </p:sp>
      <p:sp>
        <p:nvSpPr>
          <p:cNvPr id="3" name="Slide Number Placeholder">
            <a:extLst>
              <a:ext uri="{FF2B5EF4-FFF2-40B4-BE49-F238E27FC236}">
                <a16:creationId xmlns:a16="http://schemas.microsoft.com/office/drawing/2014/main" id="{95E78B5B-38D0-4241-B1F6-380820ADBD5B}"/>
              </a:ext>
            </a:extLst>
          </p:cNvPr>
          <p:cNvSpPr>
            <a:spLocks noGrp="1"/>
          </p:cNvSpPr>
          <p:nvPr>
            <p:ph type="sldNum" sz="quarter" idx="24"/>
          </p:nvPr>
        </p:nvSpPr>
        <p:spPr/>
        <p:txBody>
          <a:bodyPr/>
          <a:lstStyle/>
          <a:p>
            <a:pPr defTabSz="1205617"/>
            <a:fld id="{104FC826-72BB-4AF1-BA01-A94F7396A7DC}" type="slidenum">
              <a:rPr lang="en-US" smtClean="0"/>
              <a:pPr defTabSz="1205617"/>
              <a:t>‹#›</a:t>
            </a:fld>
            <a:endParaRPr lang="en-US" dirty="0"/>
          </a:p>
        </p:txBody>
      </p:sp>
      <p:sp>
        <p:nvSpPr>
          <p:cNvPr id="2" name="Footer Placeholder">
            <a:extLst>
              <a:ext uri="{FF2B5EF4-FFF2-40B4-BE49-F238E27FC236}">
                <a16:creationId xmlns:a16="http://schemas.microsoft.com/office/drawing/2014/main" id="{DD820592-1C1F-4092-94E5-D39D7CA09406}"/>
              </a:ext>
            </a:extLst>
          </p:cNvPr>
          <p:cNvSpPr>
            <a:spLocks noGrp="1"/>
          </p:cNvSpPr>
          <p:nvPr>
            <p:ph type="ftr" sz="quarter" idx="23"/>
          </p:nvPr>
        </p:nvSpPr>
        <p:spPr/>
        <p:txBody>
          <a:bodyPr/>
          <a:lstStyle/>
          <a:p>
            <a:r>
              <a:rPr lang="en-US"/>
              <a:t>Confidential | For Training Purposes Only</a:t>
            </a:r>
            <a:endParaRPr lang="en-US" dirty="0"/>
          </a:p>
        </p:txBody>
      </p:sp>
    </p:spTree>
    <p:extLst>
      <p:ext uri="{BB962C8B-B14F-4D97-AF65-F5344CB8AC3E}">
        <p14:creationId xmlns:p14="http://schemas.microsoft.com/office/powerpoint/2010/main" val="4265991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Three Pictures with Text">
    <p:spTree>
      <p:nvGrpSpPr>
        <p:cNvPr id="1" name=""/>
        <p:cNvGrpSpPr/>
        <p:nvPr/>
      </p:nvGrpSpPr>
      <p:grpSpPr>
        <a:xfrm>
          <a:off x="0" y="0"/>
          <a:ext cx="0" cy="0"/>
          <a:chOff x="0" y="0"/>
          <a:chExt cx="0" cy="0"/>
        </a:xfrm>
      </p:grpSpPr>
      <p:sp>
        <p:nvSpPr>
          <p:cNvPr id="15" name="Text Placeholder 3">
            <a:extLst>
              <a:ext uri="{FF2B5EF4-FFF2-40B4-BE49-F238E27FC236}">
                <a16:creationId xmlns:a16="http://schemas.microsoft.com/office/drawing/2014/main" id="{145BD124-6171-43C5-8405-25101FA6FBFB}"/>
              </a:ext>
            </a:extLst>
          </p:cNvPr>
          <p:cNvSpPr>
            <a:spLocks noGrp="1"/>
          </p:cNvSpPr>
          <p:nvPr>
            <p:ph type="body" sz="quarter" idx="26"/>
          </p:nvPr>
        </p:nvSpPr>
        <p:spPr>
          <a:xfrm>
            <a:off x="9593691" y="5172854"/>
            <a:ext cx="4536692" cy="2226166"/>
          </a:xfrm>
        </p:spPr>
        <p:txBody>
          <a:bodyPr/>
          <a:lstStyle>
            <a:lvl1pPr marL="0" indent="0">
              <a:buNone/>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p:txBody>
      </p:sp>
      <p:sp>
        <p:nvSpPr>
          <p:cNvPr id="20" name="Bar 3">
            <a:extLst>
              <a:ext uri="{FF2B5EF4-FFF2-40B4-BE49-F238E27FC236}">
                <a16:creationId xmlns:a16="http://schemas.microsoft.com/office/drawing/2014/main" id="{42FA215D-0B81-4E67-9714-4DF602504A3A}"/>
              </a:ext>
            </a:extLst>
          </p:cNvPr>
          <p:cNvSpPr/>
          <p:nvPr/>
        </p:nvSpPr>
        <p:spPr>
          <a:xfrm>
            <a:off x="9716411" y="5110472"/>
            <a:ext cx="4415040" cy="6583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27" name="Picture Placeholder 3"/>
          <p:cNvSpPr>
            <a:spLocks noGrp="1"/>
          </p:cNvSpPr>
          <p:nvPr>
            <p:ph type="pic" sz="quarter" idx="22" hasCustomPrompt="1"/>
          </p:nvPr>
        </p:nvSpPr>
        <p:spPr>
          <a:xfrm>
            <a:off x="9716411" y="1199448"/>
            <a:ext cx="4413971" cy="3758400"/>
          </a:xfrm>
        </p:spPr>
        <p:txBody>
          <a:bodyPr anchor="ctr"/>
          <a:lstStyle>
            <a:lvl1pPr marL="0" indent="0" algn="ctr">
              <a:buNone/>
              <a:defRPr>
                <a:latin typeface="+mn-lt"/>
              </a:defRPr>
            </a:lvl1pPr>
          </a:lstStyle>
          <a:p>
            <a:r>
              <a:rPr lang="en-US" dirty="0"/>
              <a:t>Click to add picture</a:t>
            </a:r>
          </a:p>
        </p:txBody>
      </p:sp>
      <p:sp>
        <p:nvSpPr>
          <p:cNvPr id="17" name="Bar 2">
            <a:extLst>
              <a:ext uri="{FF2B5EF4-FFF2-40B4-BE49-F238E27FC236}">
                <a16:creationId xmlns:a16="http://schemas.microsoft.com/office/drawing/2014/main" id="{0D8D023B-EF10-400C-BF2B-43E4924E8642}"/>
              </a:ext>
            </a:extLst>
          </p:cNvPr>
          <p:cNvSpPr/>
          <p:nvPr/>
        </p:nvSpPr>
        <p:spPr>
          <a:xfrm>
            <a:off x="5086805" y="5110472"/>
            <a:ext cx="4415040" cy="6583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13" name="Text Placeholder 2">
            <a:extLst>
              <a:ext uri="{FF2B5EF4-FFF2-40B4-BE49-F238E27FC236}">
                <a16:creationId xmlns:a16="http://schemas.microsoft.com/office/drawing/2014/main" id="{5A3D17EC-2963-45F0-9DC4-19C039BA810F}"/>
              </a:ext>
            </a:extLst>
          </p:cNvPr>
          <p:cNvSpPr>
            <a:spLocks noGrp="1"/>
          </p:cNvSpPr>
          <p:nvPr>
            <p:ph type="body" sz="quarter" idx="25"/>
          </p:nvPr>
        </p:nvSpPr>
        <p:spPr>
          <a:xfrm>
            <a:off x="4964085" y="5172854"/>
            <a:ext cx="4536692" cy="2226166"/>
          </a:xfrm>
        </p:spPr>
        <p:txBody>
          <a:bodyPr/>
          <a:lstStyle>
            <a:lvl1pPr marL="0" indent="0">
              <a:buNone/>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p:txBody>
      </p:sp>
      <p:sp>
        <p:nvSpPr>
          <p:cNvPr id="25" name="Picture Placeholder 2"/>
          <p:cNvSpPr>
            <a:spLocks noGrp="1"/>
          </p:cNvSpPr>
          <p:nvPr>
            <p:ph type="pic" sz="quarter" idx="20" hasCustomPrompt="1"/>
          </p:nvPr>
        </p:nvSpPr>
        <p:spPr>
          <a:xfrm>
            <a:off x="5086805" y="1199448"/>
            <a:ext cx="4413971" cy="3758400"/>
          </a:xfrm>
        </p:spPr>
        <p:txBody>
          <a:bodyPr anchor="ctr"/>
          <a:lstStyle>
            <a:lvl1pPr marL="0" indent="0" algn="ctr">
              <a:buNone/>
              <a:defRPr>
                <a:latin typeface="+mn-lt"/>
              </a:defRPr>
            </a:lvl1pPr>
          </a:lstStyle>
          <a:p>
            <a:r>
              <a:rPr lang="en-US" dirty="0"/>
              <a:t>Click to add picture</a:t>
            </a:r>
          </a:p>
        </p:txBody>
      </p:sp>
      <p:sp>
        <p:nvSpPr>
          <p:cNvPr id="12" name="Text Placeholder 1">
            <a:extLst>
              <a:ext uri="{FF2B5EF4-FFF2-40B4-BE49-F238E27FC236}">
                <a16:creationId xmlns:a16="http://schemas.microsoft.com/office/drawing/2014/main" id="{FF3BA045-26B3-4E52-9906-6D3BA878767E}"/>
              </a:ext>
            </a:extLst>
          </p:cNvPr>
          <p:cNvSpPr>
            <a:spLocks noGrp="1"/>
          </p:cNvSpPr>
          <p:nvPr>
            <p:ph type="body" sz="quarter" idx="14"/>
          </p:nvPr>
        </p:nvSpPr>
        <p:spPr>
          <a:xfrm>
            <a:off x="334480" y="5172854"/>
            <a:ext cx="4536692" cy="2226166"/>
          </a:xfrm>
        </p:spPr>
        <p:txBody>
          <a:bodyPr/>
          <a:lstStyle>
            <a:lvl1pPr marL="0" indent="0">
              <a:buNone/>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p:txBody>
      </p:sp>
      <p:sp>
        <p:nvSpPr>
          <p:cNvPr id="16" name="Bar 1">
            <a:extLst>
              <a:ext uri="{FF2B5EF4-FFF2-40B4-BE49-F238E27FC236}">
                <a16:creationId xmlns:a16="http://schemas.microsoft.com/office/drawing/2014/main" id="{A6732A66-F432-4DBF-9D12-1CD6789335F1}"/>
              </a:ext>
            </a:extLst>
          </p:cNvPr>
          <p:cNvSpPr/>
          <p:nvPr/>
        </p:nvSpPr>
        <p:spPr>
          <a:xfrm>
            <a:off x="453473" y="5110472"/>
            <a:ext cx="4415040" cy="658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19" name="Picture Placeholder 1"/>
          <p:cNvSpPr>
            <a:spLocks noGrp="1"/>
          </p:cNvSpPr>
          <p:nvPr>
            <p:ph type="pic" sz="quarter" idx="18" hasCustomPrompt="1"/>
          </p:nvPr>
        </p:nvSpPr>
        <p:spPr>
          <a:xfrm>
            <a:off x="455336" y="1199448"/>
            <a:ext cx="4413971" cy="3758400"/>
          </a:xfrm>
        </p:spPr>
        <p:txBody>
          <a:bodyPr anchor="ctr"/>
          <a:lstStyle>
            <a:lvl1pPr marL="0" indent="0" algn="ctr">
              <a:buNone/>
              <a:defRPr>
                <a:latin typeface="+mn-lt"/>
              </a:defRPr>
            </a:lvl1pPr>
          </a:lstStyle>
          <a:p>
            <a:r>
              <a:rPr lang="en-US" dirty="0"/>
              <a:t>Click to add picture</a:t>
            </a:r>
          </a:p>
        </p:txBody>
      </p:sp>
      <p:sp>
        <p:nvSpPr>
          <p:cNvPr id="14" name="Bar"/>
          <p:cNvSpPr/>
          <p:nvPr/>
        </p:nvSpPr>
        <p:spPr>
          <a:xfrm>
            <a:off x="462122" y="1012663"/>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4" name="Title">
            <a:extLst>
              <a:ext uri="{FF2B5EF4-FFF2-40B4-BE49-F238E27FC236}">
                <a16:creationId xmlns:a16="http://schemas.microsoft.com/office/drawing/2014/main" id="{58DA0A33-9CC4-4DCC-85C5-5D814DA5F52A}"/>
              </a:ext>
            </a:extLst>
          </p:cNvPr>
          <p:cNvSpPr>
            <a:spLocks noGrp="1"/>
          </p:cNvSpPr>
          <p:nvPr>
            <p:ph type="title"/>
          </p:nvPr>
        </p:nvSpPr>
        <p:spPr/>
        <p:txBody>
          <a:bodyPr/>
          <a:lstStyle/>
          <a:p>
            <a:r>
              <a:rPr lang="en-US"/>
              <a:t>Click to edit Master title style</a:t>
            </a:r>
            <a:endParaRPr lang="en-US" dirty="0"/>
          </a:p>
        </p:txBody>
      </p:sp>
      <p:sp>
        <p:nvSpPr>
          <p:cNvPr id="3" name="Slide Number Placeholder">
            <a:extLst>
              <a:ext uri="{FF2B5EF4-FFF2-40B4-BE49-F238E27FC236}">
                <a16:creationId xmlns:a16="http://schemas.microsoft.com/office/drawing/2014/main" id="{95E78B5B-38D0-4241-B1F6-380820ADBD5B}"/>
              </a:ext>
            </a:extLst>
          </p:cNvPr>
          <p:cNvSpPr>
            <a:spLocks noGrp="1"/>
          </p:cNvSpPr>
          <p:nvPr>
            <p:ph type="sldNum" sz="quarter" idx="24"/>
          </p:nvPr>
        </p:nvSpPr>
        <p:spPr/>
        <p:txBody>
          <a:bodyPr/>
          <a:lstStyle/>
          <a:p>
            <a:pPr defTabSz="1205617"/>
            <a:fld id="{104FC826-72BB-4AF1-BA01-A94F7396A7DC}" type="slidenum">
              <a:rPr lang="en-US" smtClean="0"/>
              <a:pPr defTabSz="1205617"/>
              <a:t>‹#›</a:t>
            </a:fld>
            <a:endParaRPr lang="en-US" dirty="0"/>
          </a:p>
        </p:txBody>
      </p:sp>
      <p:sp>
        <p:nvSpPr>
          <p:cNvPr id="2" name="Footer Placeholder">
            <a:extLst>
              <a:ext uri="{FF2B5EF4-FFF2-40B4-BE49-F238E27FC236}">
                <a16:creationId xmlns:a16="http://schemas.microsoft.com/office/drawing/2014/main" id="{DD820592-1C1F-4092-94E5-D39D7CA09406}"/>
              </a:ext>
            </a:extLst>
          </p:cNvPr>
          <p:cNvSpPr>
            <a:spLocks noGrp="1"/>
          </p:cNvSpPr>
          <p:nvPr>
            <p:ph type="ftr" sz="quarter" idx="23"/>
          </p:nvPr>
        </p:nvSpPr>
        <p:spPr/>
        <p:txBody>
          <a:bodyPr/>
          <a:lstStyle/>
          <a:p>
            <a:r>
              <a:rPr lang="en-US"/>
              <a:t>Confidential | For Training Purposes Only</a:t>
            </a:r>
            <a:endParaRPr lang="en-US" dirty="0"/>
          </a:p>
        </p:txBody>
      </p:sp>
    </p:spTree>
    <p:extLst>
      <p:ext uri="{BB962C8B-B14F-4D97-AF65-F5344CB8AC3E}">
        <p14:creationId xmlns:p14="http://schemas.microsoft.com/office/powerpoint/2010/main" val="587587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Two Pictures with Text">
    <p:spTree>
      <p:nvGrpSpPr>
        <p:cNvPr id="1" name=""/>
        <p:cNvGrpSpPr/>
        <p:nvPr/>
      </p:nvGrpSpPr>
      <p:grpSpPr>
        <a:xfrm>
          <a:off x="0" y="0"/>
          <a:ext cx="0" cy="0"/>
          <a:chOff x="0" y="0"/>
          <a:chExt cx="0" cy="0"/>
        </a:xfrm>
      </p:grpSpPr>
      <p:sp>
        <p:nvSpPr>
          <p:cNvPr id="14" name="Bar"/>
          <p:cNvSpPr/>
          <p:nvPr/>
        </p:nvSpPr>
        <p:spPr>
          <a:xfrm>
            <a:off x="462122" y="1012663"/>
            <a:ext cx="822853"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4" name="Title">
            <a:extLst>
              <a:ext uri="{FF2B5EF4-FFF2-40B4-BE49-F238E27FC236}">
                <a16:creationId xmlns:a16="http://schemas.microsoft.com/office/drawing/2014/main" id="{58DA0A33-9CC4-4DCC-85C5-5D814DA5F52A}"/>
              </a:ext>
            </a:extLst>
          </p:cNvPr>
          <p:cNvSpPr>
            <a:spLocks noGrp="1"/>
          </p:cNvSpPr>
          <p:nvPr>
            <p:ph type="title"/>
          </p:nvPr>
        </p:nvSpPr>
        <p:spPr/>
        <p:txBody>
          <a:bodyPr/>
          <a:lstStyle/>
          <a:p>
            <a:r>
              <a:rPr lang="en-US"/>
              <a:t>Click to edit Master title style</a:t>
            </a:r>
            <a:endParaRPr lang="en-US" dirty="0"/>
          </a:p>
        </p:txBody>
      </p:sp>
      <p:sp>
        <p:nvSpPr>
          <p:cNvPr id="3" name="Slide Number Placeholder">
            <a:extLst>
              <a:ext uri="{FF2B5EF4-FFF2-40B4-BE49-F238E27FC236}">
                <a16:creationId xmlns:a16="http://schemas.microsoft.com/office/drawing/2014/main" id="{95E78B5B-38D0-4241-B1F6-380820ADBD5B}"/>
              </a:ext>
            </a:extLst>
          </p:cNvPr>
          <p:cNvSpPr>
            <a:spLocks noGrp="1"/>
          </p:cNvSpPr>
          <p:nvPr>
            <p:ph type="sldNum" sz="quarter" idx="24"/>
          </p:nvPr>
        </p:nvSpPr>
        <p:spPr/>
        <p:txBody>
          <a:bodyPr/>
          <a:lstStyle/>
          <a:p>
            <a:pPr defTabSz="1205617"/>
            <a:fld id="{104FC826-72BB-4AF1-BA01-A94F7396A7DC}" type="slidenum">
              <a:rPr lang="en-US" smtClean="0"/>
              <a:pPr defTabSz="1205617"/>
              <a:t>‹#›</a:t>
            </a:fld>
            <a:endParaRPr lang="en-US" dirty="0"/>
          </a:p>
        </p:txBody>
      </p:sp>
      <p:sp>
        <p:nvSpPr>
          <p:cNvPr id="2" name="Footer Placeholder">
            <a:extLst>
              <a:ext uri="{FF2B5EF4-FFF2-40B4-BE49-F238E27FC236}">
                <a16:creationId xmlns:a16="http://schemas.microsoft.com/office/drawing/2014/main" id="{DD820592-1C1F-4092-94E5-D39D7CA09406}"/>
              </a:ext>
            </a:extLst>
          </p:cNvPr>
          <p:cNvSpPr>
            <a:spLocks noGrp="1"/>
          </p:cNvSpPr>
          <p:nvPr>
            <p:ph type="ftr" sz="quarter" idx="23"/>
          </p:nvPr>
        </p:nvSpPr>
        <p:spPr/>
        <p:txBody>
          <a:bodyPr/>
          <a:lstStyle/>
          <a:p>
            <a:r>
              <a:rPr lang="en-US"/>
              <a:t>Confidential | For Training Purposes Only</a:t>
            </a:r>
            <a:endParaRPr lang="en-US" dirty="0"/>
          </a:p>
        </p:txBody>
      </p:sp>
      <p:sp>
        <p:nvSpPr>
          <p:cNvPr id="13" name="Text Placeholder 2">
            <a:extLst>
              <a:ext uri="{FF2B5EF4-FFF2-40B4-BE49-F238E27FC236}">
                <a16:creationId xmlns:a16="http://schemas.microsoft.com/office/drawing/2014/main" id="{5A3D17EC-2963-45F0-9DC4-19C039BA810F}"/>
              </a:ext>
            </a:extLst>
          </p:cNvPr>
          <p:cNvSpPr>
            <a:spLocks noGrp="1"/>
          </p:cNvSpPr>
          <p:nvPr>
            <p:ph type="body" sz="quarter" idx="25"/>
          </p:nvPr>
        </p:nvSpPr>
        <p:spPr>
          <a:xfrm>
            <a:off x="7315201" y="5172854"/>
            <a:ext cx="6825614" cy="2226166"/>
          </a:xfrm>
        </p:spPr>
        <p:txBody>
          <a:bodyPr/>
          <a:lstStyle>
            <a:lvl1pPr marL="0" indent="0">
              <a:buNone/>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p:txBody>
      </p:sp>
      <p:sp>
        <p:nvSpPr>
          <p:cNvPr id="17" name="Bar 2">
            <a:extLst>
              <a:ext uri="{FF2B5EF4-FFF2-40B4-BE49-F238E27FC236}">
                <a16:creationId xmlns:a16="http://schemas.microsoft.com/office/drawing/2014/main" id="{0D8D023B-EF10-400C-BF2B-43E4924E8642}"/>
              </a:ext>
            </a:extLst>
          </p:cNvPr>
          <p:cNvSpPr/>
          <p:nvPr/>
        </p:nvSpPr>
        <p:spPr>
          <a:xfrm>
            <a:off x="7466417" y="5110472"/>
            <a:ext cx="6674400" cy="6583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18" name="Picture Placeholder 2">
            <a:extLst>
              <a:ext uri="{FF2B5EF4-FFF2-40B4-BE49-F238E27FC236}">
                <a16:creationId xmlns:a16="http://schemas.microsoft.com/office/drawing/2014/main" id="{BFE93BF0-E1B7-4E00-B095-E182346B5D7F}"/>
              </a:ext>
            </a:extLst>
          </p:cNvPr>
          <p:cNvSpPr>
            <a:spLocks noGrp="1"/>
          </p:cNvSpPr>
          <p:nvPr>
            <p:ph type="pic" sz="quarter" idx="20" hasCustomPrompt="1"/>
          </p:nvPr>
        </p:nvSpPr>
        <p:spPr>
          <a:xfrm>
            <a:off x="7466417" y="1183156"/>
            <a:ext cx="6674400" cy="3758400"/>
          </a:xfrm>
        </p:spPr>
        <p:txBody>
          <a:bodyPr anchor="ctr"/>
          <a:lstStyle>
            <a:lvl1pPr marL="0" indent="0" algn="ctr">
              <a:buNone/>
              <a:defRPr>
                <a:latin typeface="+mn-lt"/>
              </a:defRPr>
            </a:lvl1pPr>
          </a:lstStyle>
          <a:p>
            <a:r>
              <a:rPr lang="en-US" dirty="0"/>
              <a:t>Click to add picture</a:t>
            </a:r>
          </a:p>
        </p:txBody>
      </p:sp>
      <p:sp>
        <p:nvSpPr>
          <p:cNvPr id="12" name="Text Placeholder 1">
            <a:extLst>
              <a:ext uri="{FF2B5EF4-FFF2-40B4-BE49-F238E27FC236}">
                <a16:creationId xmlns:a16="http://schemas.microsoft.com/office/drawing/2014/main" id="{FF3BA045-26B3-4E52-9906-6D3BA878767E}"/>
              </a:ext>
            </a:extLst>
          </p:cNvPr>
          <p:cNvSpPr>
            <a:spLocks noGrp="1"/>
          </p:cNvSpPr>
          <p:nvPr>
            <p:ph type="body" sz="quarter" idx="14"/>
          </p:nvPr>
        </p:nvSpPr>
        <p:spPr>
          <a:xfrm>
            <a:off x="334480" y="5172854"/>
            <a:ext cx="6793396" cy="2226166"/>
          </a:xfrm>
        </p:spPr>
        <p:txBody>
          <a:bodyPr/>
          <a:lstStyle>
            <a:lvl1pPr marL="0" indent="0">
              <a:buNone/>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p:txBody>
      </p:sp>
      <p:sp>
        <p:nvSpPr>
          <p:cNvPr id="16" name="Bar 1">
            <a:extLst>
              <a:ext uri="{FF2B5EF4-FFF2-40B4-BE49-F238E27FC236}">
                <a16:creationId xmlns:a16="http://schemas.microsoft.com/office/drawing/2014/main" id="{A6732A66-F432-4DBF-9D12-1CD6789335F1}"/>
              </a:ext>
            </a:extLst>
          </p:cNvPr>
          <p:cNvSpPr/>
          <p:nvPr/>
        </p:nvSpPr>
        <p:spPr>
          <a:xfrm>
            <a:off x="453474" y="5110472"/>
            <a:ext cx="6674400" cy="658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21" name="Picture Placeholder 1">
            <a:extLst>
              <a:ext uri="{FF2B5EF4-FFF2-40B4-BE49-F238E27FC236}">
                <a16:creationId xmlns:a16="http://schemas.microsoft.com/office/drawing/2014/main" id="{D48EE7C4-611A-445E-A636-05C3A89474E9}"/>
              </a:ext>
            </a:extLst>
          </p:cNvPr>
          <p:cNvSpPr>
            <a:spLocks noGrp="1"/>
          </p:cNvSpPr>
          <p:nvPr>
            <p:ph type="pic" sz="quarter" idx="18" hasCustomPrompt="1"/>
          </p:nvPr>
        </p:nvSpPr>
        <p:spPr>
          <a:xfrm>
            <a:off x="457201" y="1199448"/>
            <a:ext cx="6675121" cy="3758400"/>
          </a:xfrm>
        </p:spPr>
        <p:txBody>
          <a:bodyPr anchor="ctr"/>
          <a:lstStyle>
            <a:lvl1pPr marL="0" indent="0" algn="ctr">
              <a:buNone/>
              <a:defRPr>
                <a:latin typeface="+mn-lt"/>
              </a:defRPr>
            </a:lvl1pPr>
          </a:lstStyle>
          <a:p>
            <a:r>
              <a:rPr lang="en-US" dirty="0"/>
              <a:t>Click to add picture</a:t>
            </a:r>
          </a:p>
        </p:txBody>
      </p:sp>
    </p:spTree>
    <p:extLst>
      <p:ext uri="{BB962C8B-B14F-4D97-AF65-F5344CB8AC3E}">
        <p14:creationId xmlns:p14="http://schemas.microsoft.com/office/powerpoint/2010/main" val="65165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p:cSld name="Edge-To-Edge Picture">
    <p:spTree>
      <p:nvGrpSpPr>
        <p:cNvPr id="1" name=""/>
        <p:cNvGrpSpPr/>
        <p:nvPr/>
      </p:nvGrpSpPr>
      <p:grpSpPr>
        <a:xfrm>
          <a:off x="0" y="0"/>
          <a:ext cx="0" cy="0"/>
          <a:chOff x="0" y="0"/>
          <a:chExt cx="0" cy="0"/>
        </a:xfrm>
      </p:grpSpPr>
      <p:sp>
        <p:nvSpPr>
          <p:cNvPr id="15" name="Picture Placeholder"/>
          <p:cNvSpPr>
            <a:spLocks noGrp="1"/>
          </p:cNvSpPr>
          <p:nvPr>
            <p:ph type="pic" sz="quarter" idx="18" hasCustomPrompt="1"/>
          </p:nvPr>
        </p:nvSpPr>
        <p:spPr>
          <a:xfrm>
            <a:off x="0" y="0"/>
            <a:ext cx="14630400" cy="8229600"/>
          </a:xfrm>
          <a:ln>
            <a:noFill/>
            <a:miter lim="800000"/>
          </a:ln>
        </p:spPr>
        <p:txBody>
          <a:bodyPr anchor="ctr"/>
          <a:lstStyle>
            <a:lvl1pPr marL="0" indent="0" algn="ctr">
              <a:buNone/>
              <a:defRPr>
                <a:latin typeface="+mn-lt"/>
              </a:defRPr>
            </a:lvl1pPr>
          </a:lstStyle>
          <a:p>
            <a:r>
              <a:rPr lang="en-US" dirty="0"/>
              <a:t>Click to add picture</a:t>
            </a:r>
          </a:p>
        </p:txBody>
      </p:sp>
      <p:sp>
        <p:nvSpPr>
          <p:cNvPr id="2" name="Footer Placeholder 1">
            <a:extLst>
              <a:ext uri="{FF2B5EF4-FFF2-40B4-BE49-F238E27FC236}">
                <a16:creationId xmlns:a16="http://schemas.microsoft.com/office/drawing/2014/main" id="{F22D9E70-9CBA-F348-BA81-BCE95B3288FC}"/>
              </a:ext>
            </a:extLst>
          </p:cNvPr>
          <p:cNvSpPr>
            <a:spLocks noGrp="1"/>
          </p:cNvSpPr>
          <p:nvPr>
            <p:ph type="ftr" sz="quarter" idx="19"/>
          </p:nvPr>
        </p:nvSpPr>
        <p:spPr/>
        <p:txBody>
          <a:bodyPr/>
          <a:lstStyle/>
          <a:p>
            <a:r>
              <a:rPr lang="en-US"/>
              <a:t>Confidential | For Training Purposes Only</a:t>
            </a:r>
            <a:endParaRPr lang="en-US" dirty="0"/>
          </a:p>
        </p:txBody>
      </p:sp>
      <p:sp>
        <p:nvSpPr>
          <p:cNvPr id="3" name="Slide Number Placeholder 2">
            <a:extLst>
              <a:ext uri="{FF2B5EF4-FFF2-40B4-BE49-F238E27FC236}">
                <a16:creationId xmlns:a16="http://schemas.microsoft.com/office/drawing/2014/main" id="{8F7DF509-67C6-5878-A038-BE6CFC993436}"/>
              </a:ext>
            </a:extLst>
          </p:cNvPr>
          <p:cNvSpPr>
            <a:spLocks noGrp="1"/>
          </p:cNvSpPr>
          <p:nvPr>
            <p:ph type="sldNum" sz="quarter" idx="20"/>
          </p:nvPr>
        </p:nvSpPr>
        <p:spPr/>
        <p:txBody>
          <a:bodyPr/>
          <a:lstStyle/>
          <a:p>
            <a:pPr defTabSz="1205617"/>
            <a:fld id="{104FC826-72BB-4AF1-BA01-A94F7396A7DC}" type="slidenum">
              <a:rPr lang="en-US" smtClean="0"/>
              <a:pPr defTabSz="1205617"/>
              <a:t>‹#›</a:t>
            </a:fld>
            <a:endParaRPr lang="en-US" dirty="0"/>
          </a:p>
        </p:txBody>
      </p:sp>
    </p:spTree>
    <p:custDataLst>
      <p:tags r:id="rId1"/>
    </p:custDataLst>
    <p:extLst>
      <p:ext uri="{BB962C8B-B14F-4D97-AF65-F5344CB8AC3E}">
        <p14:creationId xmlns:p14="http://schemas.microsoft.com/office/powerpoint/2010/main" val="2319658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p:cSld name="Type As Art, Single Line">
    <p:bg>
      <p:bgRef idx="1001">
        <a:schemeClr val="bg1"/>
      </p:bgRef>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E308CDED-96CC-443C-B3E3-675A1C4732F9}"/>
              </a:ext>
            </a:extLst>
          </p:cNvPr>
          <p:cNvSpPr>
            <a:spLocks noGrp="1"/>
          </p:cNvSpPr>
          <p:nvPr>
            <p:ph type="title" hasCustomPrompt="1"/>
          </p:nvPr>
        </p:nvSpPr>
        <p:spPr>
          <a:xfrm>
            <a:off x="457202" y="822960"/>
            <a:ext cx="13716001" cy="6621086"/>
          </a:xfrm>
          <a:prstGeom prst="rect">
            <a:avLst/>
          </a:prstGeom>
          <a:ln w="57150">
            <a:noFill/>
            <a:miter lim="800000"/>
          </a:ln>
        </p:spPr>
        <p:txBody>
          <a:bodyPr vert="horz" lIns="0" tIns="432000" rIns="0" bIns="0" rtlCol="0" anchor="ctr" anchorCtr="0">
            <a:normAutofit/>
          </a:bodyPr>
          <a:lstStyle>
            <a:lvl1pPr algn="ctr">
              <a:lnSpc>
                <a:spcPct val="75000"/>
              </a:lnSpc>
              <a:defRPr sz="18829">
                <a:blipFill dpi="0" rotWithShape="1">
                  <a:blip r:embed="rId3"/>
                  <a:srcRect/>
                  <a:stretch>
                    <a:fillRect/>
                  </a:stretch>
                </a:blipFill>
              </a:defRPr>
            </a:lvl1pPr>
          </a:lstStyle>
          <a:p>
            <a:r>
              <a:rPr lang="en-US" dirty="0"/>
              <a:t>Single line</a:t>
            </a:r>
          </a:p>
        </p:txBody>
      </p:sp>
      <p:sp>
        <p:nvSpPr>
          <p:cNvPr id="2" name="Footer Placeholder 1">
            <a:extLst>
              <a:ext uri="{FF2B5EF4-FFF2-40B4-BE49-F238E27FC236}">
                <a16:creationId xmlns:a16="http://schemas.microsoft.com/office/drawing/2014/main" id="{4F11609D-F357-859B-1579-7F8E597A681B}"/>
              </a:ext>
            </a:extLst>
          </p:cNvPr>
          <p:cNvSpPr>
            <a:spLocks noGrp="1"/>
          </p:cNvSpPr>
          <p:nvPr>
            <p:ph type="ftr" sz="quarter" idx="10"/>
          </p:nvPr>
        </p:nvSpPr>
        <p:spPr/>
        <p:txBody>
          <a:bodyPr/>
          <a:lstStyle/>
          <a:p>
            <a:r>
              <a:rPr lang="en-US"/>
              <a:t>Confidential | For Training Purposes Only</a:t>
            </a:r>
            <a:endParaRPr lang="en-US" dirty="0"/>
          </a:p>
        </p:txBody>
      </p:sp>
      <p:sp>
        <p:nvSpPr>
          <p:cNvPr id="4" name="Slide Number Placeholder 3">
            <a:extLst>
              <a:ext uri="{FF2B5EF4-FFF2-40B4-BE49-F238E27FC236}">
                <a16:creationId xmlns:a16="http://schemas.microsoft.com/office/drawing/2014/main" id="{9D4AD1D3-E7CB-7C4A-B401-A150884FA9FE}"/>
              </a:ext>
            </a:extLst>
          </p:cNvPr>
          <p:cNvSpPr>
            <a:spLocks noGrp="1"/>
          </p:cNvSpPr>
          <p:nvPr>
            <p:ph type="sldNum" sz="quarter" idx="11"/>
          </p:nvPr>
        </p:nvSpPr>
        <p:spPr/>
        <p:txBody>
          <a:bodyPr/>
          <a:lstStyle/>
          <a:p>
            <a:pPr defTabSz="1205617"/>
            <a:fld id="{104FC826-72BB-4AF1-BA01-A94F7396A7DC}" type="slidenum">
              <a:rPr lang="en-US" smtClean="0"/>
              <a:pPr defTabSz="1205617"/>
              <a:t>‹#›</a:t>
            </a:fld>
            <a:endParaRPr lang="en-US" dirty="0"/>
          </a:p>
        </p:txBody>
      </p:sp>
    </p:spTree>
    <p:custDataLst>
      <p:tags r:id="rId1"/>
    </p:custDataLst>
    <p:extLst>
      <p:ext uri="{BB962C8B-B14F-4D97-AF65-F5344CB8AC3E}">
        <p14:creationId xmlns:p14="http://schemas.microsoft.com/office/powerpoint/2010/main" val="11088207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p:cSld name="Type As Art, Multiple Lines">
    <p:bg>
      <p:bgRef idx="1001">
        <a:schemeClr val="bg1"/>
      </p:bgRef>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E308CDED-96CC-443C-B3E3-675A1C4732F9}"/>
              </a:ext>
            </a:extLst>
          </p:cNvPr>
          <p:cNvSpPr>
            <a:spLocks noGrp="1"/>
          </p:cNvSpPr>
          <p:nvPr>
            <p:ph type="title" hasCustomPrompt="1"/>
          </p:nvPr>
        </p:nvSpPr>
        <p:spPr>
          <a:xfrm>
            <a:off x="457202" y="822960"/>
            <a:ext cx="13716001" cy="6621086"/>
          </a:xfrm>
          <a:prstGeom prst="rect">
            <a:avLst/>
          </a:prstGeom>
          <a:ln w="57150">
            <a:noFill/>
            <a:miter lim="800000"/>
          </a:ln>
        </p:spPr>
        <p:txBody>
          <a:bodyPr vert="horz" lIns="0" tIns="432000" rIns="0" bIns="0" rtlCol="0" anchor="ctr" anchorCtr="0">
            <a:normAutofit/>
          </a:bodyPr>
          <a:lstStyle>
            <a:lvl1pPr algn="l">
              <a:lnSpc>
                <a:spcPct val="65000"/>
              </a:lnSpc>
              <a:defRPr sz="13847">
                <a:blipFill dpi="0" rotWithShape="1">
                  <a:blip r:embed="rId3"/>
                  <a:srcRect/>
                  <a:stretch>
                    <a:fillRect/>
                  </a:stretch>
                </a:blipFill>
              </a:defRPr>
            </a:lvl1pPr>
          </a:lstStyle>
          <a:p>
            <a:r>
              <a:rPr lang="en-US" dirty="0"/>
              <a:t>Multiple </a:t>
            </a:r>
            <a:br>
              <a:rPr lang="en-US" dirty="0"/>
            </a:br>
            <a:r>
              <a:rPr lang="en-US" dirty="0"/>
              <a:t>lines </a:t>
            </a:r>
          </a:p>
        </p:txBody>
      </p:sp>
      <p:sp>
        <p:nvSpPr>
          <p:cNvPr id="2" name="Footer Placeholder 1">
            <a:extLst>
              <a:ext uri="{FF2B5EF4-FFF2-40B4-BE49-F238E27FC236}">
                <a16:creationId xmlns:a16="http://schemas.microsoft.com/office/drawing/2014/main" id="{BDB1CB87-11FE-DB3E-57D8-E5E0555F1240}"/>
              </a:ext>
            </a:extLst>
          </p:cNvPr>
          <p:cNvSpPr>
            <a:spLocks noGrp="1"/>
          </p:cNvSpPr>
          <p:nvPr>
            <p:ph type="ftr" sz="quarter" idx="10"/>
          </p:nvPr>
        </p:nvSpPr>
        <p:spPr/>
        <p:txBody>
          <a:bodyPr/>
          <a:lstStyle/>
          <a:p>
            <a:r>
              <a:rPr lang="en-US"/>
              <a:t>Confidential | For Training Purposes Only</a:t>
            </a:r>
            <a:endParaRPr lang="en-US" dirty="0"/>
          </a:p>
        </p:txBody>
      </p:sp>
      <p:sp>
        <p:nvSpPr>
          <p:cNvPr id="4" name="Slide Number Placeholder 3">
            <a:extLst>
              <a:ext uri="{FF2B5EF4-FFF2-40B4-BE49-F238E27FC236}">
                <a16:creationId xmlns:a16="http://schemas.microsoft.com/office/drawing/2014/main" id="{4F0994BE-6673-2260-BF68-F8FD20123AA2}"/>
              </a:ext>
            </a:extLst>
          </p:cNvPr>
          <p:cNvSpPr>
            <a:spLocks noGrp="1"/>
          </p:cNvSpPr>
          <p:nvPr>
            <p:ph type="sldNum" sz="quarter" idx="11"/>
          </p:nvPr>
        </p:nvSpPr>
        <p:spPr/>
        <p:txBody>
          <a:bodyPr/>
          <a:lstStyle/>
          <a:p>
            <a:pPr defTabSz="1205617"/>
            <a:fld id="{104FC826-72BB-4AF1-BA01-A94F7396A7DC}" type="slidenum">
              <a:rPr lang="en-US" smtClean="0"/>
              <a:pPr defTabSz="1205617"/>
              <a:t>‹#›</a:t>
            </a:fld>
            <a:endParaRPr lang="en-US" dirty="0"/>
          </a:p>
        </p:txBody>
      </p:sp>
    </p:spTree>
    <p:custDataLst>
      <p:tags r:id="rId1"/>
    </p:custDataLst>
    <p:extLst>
      <p:ext uri="{BB962C8B-B14F-4D97-AF65-F5344CB8AC3E}">
        <p14:creationId xmlns:p14="http://schemas.microsoft.com/office/powerpoint/2010/main" val="1769619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p:cSld name="Empty">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3533892-9C8B-67AB-D4F4-420B532FD406}"/>
              </a:ext>
            </a:extLst>
          </p:cNvPr>
          <p:cNvSpPr>
            <a:spLocks noGrp="1"/>
          </p:cNvSpPr>
          <p:nvPr>
            <p:ph type="ftr" sz="quarter" idx="10"/>
          </p:nvPr>
        </p:nvSpPr>
        <p:spPr/>
        <p:txBody>
          <a:bodyPr/>
          <a:lstStyle/>
          <a:p>
            <a:r>
              <a:rPr lang="en-US"/>
              <a:t>Confidential | For Training Purposes Only</a:t>
            </a:r>
            <a:endParaRPr lang="en-US" dirty="0"/>
          </a:p>
        </p:txBody>
      </p:sp>
      <p:sp>
        <p:nvSpPr>
          <p:cNvPr id="3" name="Slide Number Placeholder 2">
            <a:extLst>
              <a:ext uri="{FF2B5EF4-FFF2-40B4-BE49-F238E27FC236}">
                <a16:creationId xmlns:a16="http://schemas.microsoft.com/office/drawing/2014/main" id="{D15EA7B8-0EDB-CE2F-404B-398104667905}"/>
              </a:ext>
            </a:extLst>
          </p:cNvPr>
          <p:cNvSpPr>
            <a:spLocks noGrp="1"/>
          </p:cNvSpPr>
          <p:nvPr>
            <p:ph type="sldNum" sz="quarter" idx="11"/>
          </p:nvPr>
        </p:nvSpPr>
        <p:spPr/>
        <p:txBody>
          <a:bodyPr/>
          <a:lstStyle/>
          <a:p>
            <a:pPr defTabSz="1205617"/>
            <a:fld id="{104FC826-72BB-4AF1-BA01-A94F7396A7DC}" type="slidenum">
              <a:rPr lang="en-US" smtClean="0"/>
              <a:pPr defTabSz="1205617"/>
              <a:t>‹#›</a:t>
            </a:fld>
            <a:endParaRPr lang="en-US" dirty="0"/>
          </a:p>
        </p:txBody>
      </p:sp>
    </p:spTree>
    <p:custDataLst>
      <p:tags r:id="rId1"/>
    </p:custDataLst>
    <p:extLst>
      <p:ext uri="{BB962C8B-B14F-4D97-AF65-F5344CB8AC3E}">
        <p14:creationId xmlns:p14="http://schemas.microsoft.com/office/powerpoint/2010/main" val="338339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Slide Number Placeholder">
            <a:extLst>
              <a:ext uri="{FF2B5EF4-FFF2-40B4-BE49-F238E27FC236}">
                <a16:creationId xmlns:a16="http://schemas.microsoft.com/office/drawing/2014/main" id="{5202D382-F177-4EDD-9E63-D410F58B207D}"/>
              </a:ext>
            </a:extLst>
          </p:cNvPr>
          <p:cNvSpPr>
            <a:spLocks noGrp="1"/>
          </p:cNvSpPr>
          <p:nvPr>
            <p:ph type="sldNum" sz="quarter" idx="11"/>
          </p:nvPr>
        </p:nvSpPr>
        <p:spPr/>
        <p:txBody>
          <a:bodyPr/>
          <a:lstStyle/>
          <a:p>
            <a:pPr defTabSz="1205617"/>
            <a:fld id="{104FC826-72BB-4AF1-BA01-A94F7396A7DC}" type="slidenum">
              <a:rPr lang="en-US" smtClean="0"/>
              <a:pPr defTabSz="1205617"/>
              <a:t>‹#›</a:t>
            </a:fld>
            <a:endParaRPr lang="en-US" dirty="0"/>
          </a:p>
        </p:txBody>
      </p:sp>
      <p:sp>
        <p:nvSpPr>
          <p:cNvPr id="2" name="Footer Placeholder">
            <a:extLst>
              <a:ext uri="{FF2B5EF4-FFF2-40B4-BE49-F238E27FC236}">
                <a16:creationId xmlns:a16="http://schemas.microsoft.com/office/drawing/2014/main" id="{5D5BB30E-8FED-4853-AD8A-7BB93B3FF178}"/>
              </a:ext>
            </a:extLst>
          </p:cNvPr>
          <p:cNvSpPr>
            <a:spLocks noGrp="1"/>
          </p:cNvSpPr>
          <p:nvPr>
            <p:ph type="ftr" sz="quarter" idx="10"/>
          </p:nvPr>
        </p:nvSpPr>
        <p:spPr/>
        <p:txBody>
          <a:bodyPr/>
          <a:lstStyle/>
          <a:p>
            <a:r>
              <a:rPr lang="en-US"/>
              <a:t>Confidential | For Training Purposes Only</a:t>
            </a:r>
            <a:endParaRPr lang="en-US" dirty="0"/>
          </a:p>
        </p:txBody>
      </p:sp>
    </p:spTree>
    <p:extLst>
      <p:ext uri="{BB962C8B-B14F-4D97-AF65-F5344CB8AC3E}">
        <p14:creationId xmlns:p14="http://schemas.microsoft.com/office/powerpoint/2010/main" val="759269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17" name="Text Placeholder">
            <a:extLst>
              <a:ext uri="{FF2B5EF4-FFF2-40B4-BE49-F238E27FC236}">
                <a16:creationId xmlns:a16="http://schemas.microsoft.com/office/drawing/2014/main" id="{6BDD934D-C46A-42E7-82F9-E43F9A3604D0}"/>
              </a:ext>
            </a:extLst>
          </p:cNvPr>
          <p:cNvSpPr>
            <a:spLocks noGrp="1"/>
          </p:cNvSpPr>
          <p:nvPr>
            <p:ph type="body" sz="quarter" idx="13" hasCustomPrompt="1"/>
          </p:nvPr>
        </p:nvSpPr>
        <p:spPr>
          <a:xfrm>
            <a:off x="352132" y="4234585"/>
            <a:ext cx="13821068" cy="2466139"/>
          </a:xfrm>
        </p:spPr>
        <p:txBody>
          <a:bodyPr>
            <a:noAutofit/>
          </a:bodyPr>
          <a:lstStyle>
            <a:lvl1pPr marL="0" indent="0">
              <a:spcBef>
                <a:spcPts val="0"/>
              </a:spcBef>
              <a:buNone/>
              <a:defRPr sz="2437" baseline="0">
                <a:latin typeface="+mn-lt"/>
              </a:defRPr>
            </a:lvl1pPr>
            <a:lvl2pPr marL="0" indent="0">
              <a:spcBef>
                <a:spcPts val="0"/>
              </a:spcBef>
              <a:buNone/>
              <a:defRPr sz="2658"/>
            </a:lvl2pPr>
            <a:lvl3pPr marL="0" indent="0">
              <a:spcBef>
                <a:spcPts val="0"/>
              </a:spcBef>
              <a:buNone/>
              <a:defRPr sz="2658"/>
            </a:lvl3pPr>
            <a:lvl4pPr marL="0" indent="0">
              <a:spcBef>
                <a:spcPts val="0"/>
              </a:spcBef>
              <a:buNone/>
              <a:defRPr sz="2658"/>
            </a:lvl4pPr>
            <a:lvl5pPr marL="0" indent="0">
              <a:spcBef>
                <a:spcPts val="0"/>
              </a:spcBef>
              <a:buNone/>
              <a:defRPr sz="2658"/>
            </a:lvl5pPr>
            <a:lvl6pPr marL="0" indent="0">
              <a:spcBef>
                <a:spcPts val="0"/>
              </a:spcBef>
              <a:buNone/>
              <a:defRPr sz="2658"/>
            </a:lvl6pPr>
            <a:lvl7pPr marL="0" indent="0">
              <a:spcBef>
                <a:spcPts val="0"/>
              </a:spcBef>
              <a:buNone/>
              <a:defRPr sz="2658"/>
            </a:lvl7pPr>
            <a:lvl8pPr marL="0" indent="0">
              <a:spcBef>
                <a:spcPts val="0"/>
              </a:spcBef>
              <a:buNone/>
              <a:defRPr sz="2658"/>
            </a:lvl8pPr>
            <a:lvl9pPr marL="0" indent="0">
              <a:spcBef>
                <a:spcPts val="0"/>
              </a:spcBef>
              <a:buNone/>
              <a:defRPr sz="2658"/>
            </a:lvl9pPr>
          </a:lstStyle>
          <a:p>
            <a:pPr lvl="0"/>
            <a:r>
              <a:rPr lang="en-US" dirty="0"/>
              <a:t>Speaker contact information</a:t>
            </a:r>
          </a:p>
        </p:txBody>
      </p:sp>
      <p:sp>
        <p:nvSpPr>
          <p:cNvPr id="16" name="Bar">
            <a:extLst>
              <a:ext uri="{FF2B5EF4-FFF2-40B4-BE49-F238E27FC236}">
                <a16:creationId xmlns:a16="http://schemas.microsoft.com/office/drawing/2014/main" id="{62127D76-909D-4C18-BB52-4DDB379ACAE3}"/>
              </a:ext>
            </a:extLst>
          </p:cNvPr>
          <p:cNvSpPr/>
          <p:nvPr/>
        </p:nvSpPr>
        <p:spPr>
          <a:xfrm>
            <a:off x="457202" y="4048964"/>
            <a:ext cx="636340" cy="65837"/>
          </a:xfrm>
          <a:prstGeom prst="rect">
            <a:avLst/>
          </a:prstGeom>
          <a:solidFill>
            <a:srgbClr val="01A9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05617"/>
            <a:endParaRPr lang="en-US" sz="2381" dirty="0">
              <a:solidFill>
                <a:prstClr val="white"/>
              </a:solidFill>
              <a:latin typeface="MetricHPE" panose="020B0503030202060203" pitchFamily="34" charset="-18"/>
            </a:endParaRPr>
          </a:p>
        </p:txBody>
      </p:sp>
      <p:sp>
        <p:nvSpPr>
          <p:cNvPr id="12" name="Title">
            <a:extLst>
              <a:ext uri="{FF2B5EF4-FFF2-40B4-BE49-F238E27FC236}">
                <a16:creationId xmlns:a16="http://schemas.microsoft.com/office/drawing/2014/main" id="{B56764AC-9C6B-4C1D-BE2B-C4E8A087CA75}"/>
              </a:ext>
            </a:extLst>
          </p:cNvPr>
          <p:cNvSpPr>
            <a:spLocks noGrp="1"/>
          </p:cNvSpPr>
          <p:nvPr>
            <p:ph type="title" hasCustomPrompt="1"/>
          </p:nvPr>
        </p:nvSpPr>
        <p:spPr>
          <a:xfrm>
            <a:off x="341699" y="625219"/>
            <a:ext cx="7434840" cy="3394392"/>
          </a:xfrm>
        </p:spPr>
        <p:txBody>
          <a:bodyPr anchor="b"/>
          <a:lstStyle>
            <a:lvl1pPr>
              <a:lnSpc>
                <a:spcPct val="85000"/>
              </a:lnSpc>
              <a:defRPr sz="4874"/>
            </a:lvl1pPr>
          </a:lstStyle>
          <a:p>
            <a:r>
              <a:rPr lang="en-US" dirty="0"/>
              <a:t>Click to add thank you message</a:t>
            </a:r>
          </a:p>
        </p:txBody>
      </p:sp>
      <p:sp>
        <p:nvSpPr>
          <p:cNvPr id="13" name="Footer Placeholder">
            <a:extLst>
              <a:ext uri="{FF2B5EF4-FFF2-40B4-BE49-F238E27FC236}">
                <a16:creationId xmlns:a16="http://schemas.microsoft.com/office/drawing/2014/main" id="{B08835D9-51EC-4CAD-A07F-93C2FF4161B9}"/>
              </a:ext>
            </a:extLst>
          </p:cNvPr>
          <p:cNvSpPr>
            <a:spLocks noGrp="1"/>
          </p:cNvSpPr>
          <p:nvPr>
            <p:ph type="ftr" sz="quarter" idx="3"/>
          </p:nvPr>
        </p:nvSpPr>
        <p:spPr>
          <a:xfrm>
            <a:off x="5249665" y="7108260"/>
            <a:ext cx="8977393" cy="493897"/>
          </a:xfrm>
          <a:prstGeom prst="rect">
            <a:avLst/>
          </a:prstGeom>
        </p:spPr>
        <p:txBody>
          <a:bodyPr vert="horz" lIns="90000" tIns="0" rIns="90000" bIns="0" rtlCol="0" anchor="b"/>
          <a:lstStyle>
            <a:lvl1pPr algn="r">
              <a:lnSpc>
                <a:spcPct val="90000"/>
              </a:lnSpc>
              <a:defRPr sz="1330" cap="none" baseline="0">
                <a:solidFill>
                  <a:schemeClr val="tx1"/>
                </a:solidFill>
                <a:latin typeface="+mn-lt"/>
              </a:defRPr>
            </a:lvl1pPr>
          </a:lstStyle>
          <a:p>
            <a:r>
              <a:rPr lang="en-US" dirty="0"/>
              <a:t>Confidential | For Training Purposes Only</a:t>
            </a:r>
          </a:p>
        </p:txBody>
      </p:sp>
      <p:sp>
        <p:nvSpPr>
          <p:cNvPr id="7" name="TextBox 6">
            <a:extLst>
              <a:ext uri="{FF2B5EF4-FFF2-40B4-BE49-F238E27FC236}">
                <a16:creationId xmlns:a16="http://schemas.microsoft.com/office/drawing/2014/main" id="{8A720469-4E8E-4F55-96D3-10560B47177B}"/>
              </a:ext>
            </a:extLst>
          </p:cNvPr>
          <p:cNvSpPr txBox="1"/>
          <p:nvPr/>
        </p:nvSpPr>
        <p:spPr>
          <a:xfrm>
            <a:off x="9738360" y="7602154"/>
            <a:ext cx="4488696" cy="297004"/>
          </a:xfrm>
          <a:prstGeom prst="rect">
            <a:avLst/>
          </a:prstGeom>
          <a:noFill/>
          <a:ln w="57150">
            <a:noFill/>
            <a:miter lim="800000"/>
          </a:ln>
        </p:spPr>
        <p:txBody>
          <a:bodyPr wrap="square">
            <a:spAutoFit/>
          </a:bodyPr>
          <a:lstStyle/>
          <a:p>
            <a:pPr algn="r"/>
            <a:r>
              <a:rPr lang="en-US" sz="1330" dirty="0">
                <a:effectLst/>
                <a:latin typeface="+mj-lt"/>
                <a:ea typeface="Times New Roman" panose="02020603050405020304" pitchFamily="18" charset="0"/>
                <a:cs typeface="Times New Roman" panose="02020603050405020304" pitchFamily="18" charset="0"/>
              </a:rPr>
              <a:t>© </a:t>
            </a:r>
            <a:fld id="{DA3777BF-A1C6-4F92-A9EA-7320C98A4638}" type="datetimeyyyy">
              <a:rPr lang="en-US" sz="1330" smtClean="0">
                <a:effectLst/>
                <a:latin typeface="+mj-lt"/>
                <a:ea typeface="Times New Roman" panose="02020603050405020304" pitchFamily="18" charset="0"/>
                <a:cs typeface="Times New Roman" panose="02020603050405020304" pitchFamily="18" charset="0"/>
              </a:rPr>
              <a:pPr algn="r"/>
              <a:t>2025</a:t>
            </a:fld>
            <a:r>
              <a:rPr lang="en-US" sz="1330" dirty="0">
                <a:effectLst/>
                <a:latin typeface="+mj-lt"/>
                <a:ea typeface="Times New Roman" panose="02020603050405020304" pitchFamily="18" charset="0"/>
                <a:cs typeface="Times New Roman" panose="02020603050405020304" pitchFamily="18" charset="0"/>
              </a:rPr>
              <a:t> Hewlett Packard Enterprise Development LP</a:t>
            </a:r>
          </a:p>
        </p:txBody>
      </p:sp>
    </p:spTree>
    <p:custDataLst>
      <p:tags r:id="rId1"/>
    </p:custDataLst>
    <p:extLst>
      <p:ext uri="{BB962C8B-B14F-4D97-AF65-F5344CB8AC3E}">
        <p14:creationId xmlns:p14="http://schemas.microsoft.com/office/powerpoint/2010/main" val="1064837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20.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1085515"/>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9736431"/>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202388"/>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557854"/>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0356493"/>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72106406"/>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697242"/>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9270835"/>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6416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9.xml"/><Relationship Id="rId18" Type="http://schemas.openxmlformats.org/officeDocument/2006/relationships/slideLayout" Target="../slideLayouts/slideLayout34.xml"/><Relationship Id="rId26" Type="http://schemas.openxmlformats.org/officeDocument/2006/relationships/slideLayout" Target="../slideLayouts/slideLayout42.xml"/><Relationship Id="rId39" Type="http://schemas.openxmlformats.org/officeDocument/2006/relationships/slideLayout" Target="../slideLayouts/slideLayout55.xml"/><Relationship Id="rId21" Type="http://schemas.openxmlformats.org/officeDocument/2006/relationships/slideLayout" Target="../slideLayouts/slideLayout37.xml"/><Relationship Id="rId34" Type="http://schemas.openxmlformats.org/officeDocument/2006/relationships/slideLayout" Target="../slideLayouts/slideLayout50.xml"/><Relationship Id="rId42" Type="http://schemas.openxmlformats.org/officeDocument/2006/relationships/slideLayout" Target="../slideLayouts/slideLayout58.xml"/><Relationship Id="rId47" Type="http://schemas.openxmlformats.org/officeDocument/2006/relationships/slideLayout" Target="../slideLayouts/slideLayout63.xml"/><Relationship Id="rId50" Type="http://schemas.openxmlformats.org/officeDocument/2006/relationships/slideLayout" Target="../slideLayouts/slideLayout66.xml"/><Relationship Id="rId55" Type="http://schemas.openxmlformats.org/officeDocument/2006/relationships/slideLayout" Target="../slideLayouts/slideLayout71.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29" Type="http://schemas.openxmlformats.org/officeDocument/2006/relationships/slideLayout" Target="../slideLayouts/slideLayout45.xml"/><Relationship Id="rId11" Type="http://schemas.openxmlformats.org/officeDocument/2006/relationships/slideLayout" Target="../slideLayouts/slideLayout27.xml"/><Relationship Id="rId24" Type="http://schemas.openxmlformats.org/officeDocument/2006/relationships/slideLayout" Target="../slideLayouts/slideLayout40.xml"/><Relationship Id="rId32" Type="http://schemas.openxmlformats.org/officeDocument/2006/relationships/slideLayout" Target="../slideLayouts/slideLayout48.xml"/><Relationship Id="rId37" Type="http://schemas.openxmlformats.org/officeDocument/2006/relationships/slideLayout" Target="../slideLayouts/slideLayout53.xml"/><Relationship Id="rId40" Type="http://schemas.openxmlformats.org/officeDocument/2006/relationships/slideLayout" Target="../slideLayouts/slideLayout56.xml"/><Relationship Id="rId45" Type="http://schemas.openxmlformats.org/officeDocument/2006/relationships/slideLayout" Target="../slideLayouts/slideLayout61.xml"/><Relationship Id="rId53" Type="http://schemas.openxmlformats.org/officeDocument/2006/relationships/slideLayout" Target="../slideLayouts/slideLayout69.xml"/><Relationship Id="rId58" Type="http://schemas.openxmlformats.org/officeDocument/2006/relationships/image" Target="../media/image1.png"/><Relationship Id="rId5" Type="http://schemas.openxmlformats.org/officeDocument/2006/relationships/slideLayout" Target="../slideLayouts/slideLayout21.xml"/><Relationship Id="rId19" Type="http://schemas.openxmlformats.org/officeDocument/2006/relationships/slideLayout" Target="../slideLayouts/slideLayout35.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 Id="rId22" Type="http://schemas.openxmlformats.org/officeDocument/2006/relationships/slideLayout" Target="../slideLayouts/slideLayout38.xml"/><Relationship Id="rId27" Type="http://schemas.openxmlformats.org/officeDocument/2006/relationships/slideLayout" Target="../slideLayouts/slideLayout43.xml"/><Relationship Id="rId30" Type="http://schemas.openxmlformats.org/officeDocument/2006/relationships/slideLayout" Target="../slideLayouts/slideLayout46.xml"/><Relationship Id="rId35" Type="http://schemas.openxmlformats.org/officeDocument/2006/relationships/slideLayout" Target="../slideLayouts/slideLayout51.xml"/><Relationship Id="rId43" Type="http://schemas.openxmlformats.org/officeDocument/2006/relationships/slideLayout" Target="../slideLayouts/slideLayout59.xml"/><Relationship Id="rId48" Type="http://schemas.openxmlformats.org/officeDocument/2006/relationships/slideLayout" Target="../slideLayouts/slideLayout64.xml"/><Relationship Id="rId56" Type="http://schemas.openxmlformats.org/officeDocument/2006/relationships/slideLayout" Target="../slideLayouts/slideLayout72.xml"/><Relationship Id="rId8" Type="http://schemas.openxmlformats.org/officeDocument/2006/relationships/slideLayout" Target="../slideLayouts/slideLayout24.xml"/><Relationship Id="rId51" Type="http://schemas.openxmlformats.org/officeDocument/2006/relationships/slideLayout" Target="../slideLayouts/slideLayout67.xml"/><Relationship Id="rId3" Type="http://schemas.openxmlformats.org/officeDocument/2006/relationships/slideLayout" Target="../slideLayouts/slideLayout19.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5" Type="http://schemas.openxmlformats.org/officeDocument/2006/relationships/slideLayout" Target="../slideLayouts/slideLayout41.xml"/><Relationship Id="rId33" Type="http://schemas.openxmlformats.org/officeDocument/2006/relationships/slideLayout" Target="../slideLayouts/slideLayout49.xml"/><Relationship Id="rId38" Type="http://schemas.openxmlformats.org/officeDocument/2006/relationships/slideLayout" Target="../slideLayouts/slideLayout54.xml"/><Relationship Id="rId46" Type="http://schemas.openxmlformats.org/officeDocument/2006/relationships/slideLayout" Target="../slideLayouts/slideLayout62.xml"/><Relationship Id="rId20" Type="http://schemas.openxmlformats.org/officeDocument/2006/relationships/slideLayout" Target="../slideLayouts/slideLayout36.xml"/><Relationship Id="rId41" Type="http://schemas.openxmlformats.org/officeDocument/2006/relationships/slideLayout" Target="../slideLayouts/slideLayout57.xml"/><Relationship Id="rId54" Type="http://schemas.openxmlformats.org/officeDocument/2006/relationships/slideLayout" Target="../slideLayouts/slideLayout70.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5" Type="http://schemas.openxmlformats.org/officeDocument/2006/relationships/slideLayout" Target="../slideLayouts/slideLayout31.xml"/><Relationship Id="rId23" Type="http://schemas.openxmlformats.org/officeDocument/2006/relationships/slideLayout" Target="../slideLayouts/slideLayout39.xml"/><Relationship Id="rId28" Type="http://schemas.openxmlformats.org/officeDocument/2006/relationships/slideLayout" Target="../slideLayouts/slideLayout44.xml"/><Relationship Id="rId36" Type="http://schemas.openxmlformats.org/officeDocument/2006/relationships/slideLayout" Target="../slideLayouts/slideLayout52.xml"/><Relationship Id="rId49" Type="http://schemas.openxmlformats.org/officeDocument/2006/relationships/slideLayout" Target="../slideLayouts/slideLayout65.xml"/><Relationship Id="rId57" Type="http://schemas.openxmlformats.org/officeDocument/2006/relationships/theme" Target="../theme/theme2.xml"/><Relationship Id="rId10" Type="http://schemas.openxmlformats.org/officeDocument/2006/relationships/slideLayout" Target="../slideLayouts/slideLayout26.xml"/><Relationship Id="rId31" Type="http://schemas.openxmlformats.org/officeDocument/2006/relationships/slideLayout" Target="../slideLayouts/slideLayout47.xml"/><Relationship Id="rId44" Type="http://schemas.openxmlformats.org/officeDocument/2006/relationships/slideLayout" Target="../slideLayouts/slideLayout60.xml"/><Relationship Id="rId52" Type="http://schemas.openxmlformats.org/officeDocument/2006/relationships/slideLayout" Target="../slideLayouts/slideLayout68.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85.xml"/><Relationship Id="rId18" Type="http://schemas.openxmlformats.org/officeDocument/2006/relationships/slideLayout" Target="../slideLayouts/slideLayout90.xml"/><Relationship Id="rId26" Type="http://schemas.openxmlformats.org/officeDocument/2006/relationships/slideLayout" Target="../slideLayouts/slideLayout98.xml"/><Relationship Id="rId39" Type="http://schemas.openxmlformats.org/officeDocument/2006/relationships/slideLayout" Target="../slideLayouts/slideLayout111.xml"/><Relationship Id="rId21" Type="http://schemas.openxmlformats.org/officeDocument/2006/relationships/slideLayout" Target="../slideLayouts/slideLayout93.xml"/><Relationship Id="rId34" Type="http://schemas.openxmlformats.org/officeDocument/2006/relationships/slideLayout" Target="../slideLayouts/slideLayout106.xml"/><Relationship Id="rId42" Type="http://schemas.openxmlformats.org/officeDocument/2006/relationships/slideLayout" Target="../slideLayouts/slideLayout114.xml"/><Relationship Id="rId47" Type="http://schemas.openxmlformats.org/officeDocument/2006/relationships/slideLayout" Target="../slideLayouts/slideLayout119.xml"/><Relationship Id="rId50" Type="http://schemas.openxmlformats.org/officeDocument/2006/relationships/slideLayout" Target="../slideLayouts/slideLayout122.xml"/><Relationship Id="rId55" Type="http://schemas.openxmlformats.org/officeDocument/2006/relationships/slideLayout" Target="../slideLayouts/slideLayout127.xml"/><Relationship Id="rId7" Type="http://schemas.openxmlformats.org/officeDocument/2006/relationships/slideLayout" Target="../slideLayouts/slideLayout79.xml"/><Relationship Id="rId2" Type="http://schemas.openxmlformats.org/officeDocument/2006/relationships/slideLayout" Target="../slideLayouts/slideLayout74.xml"/><Relationship Id="rId16" Type="http://schemas.openxmlformats.org/officeDocument/2006/relationships/slideLayout" Target="../slideLayouts/slideLayout88.xml"/><Relationship Id="rId29" Type="http://schemas.openxmlformats.org/officeDocument/2006/relationships/slideLayout" Target="../slideLayouts/slideLayout101.xml"/><Relationship Id="rId11" Type="http://schemas.openxmlformats.org/officeDocument/2006/relationships/slideLayout" Target="../slideLayouts/slideLayout83.xml"/><Relationship Id="rId24" Type="http://schemas.openxmlformats.org/officeDocument/2006/relationships/slideLayout" Target="../slideLayouts/slideLayout96.xml"/><Relationship Id="rId32" Type="http://schemas.openxmlformats.org/officeDocument/2006/relationships/slideLayout" Target="../slideLayouts/slideLayout104.xml"/><Relationship Id="rId37" Type="http://schemas.openxmlformats.org/officeDocument/2006/relationships/slideLayout" Target="../slideLayouts/slideLayout109.xml"/><Relationship Id="rId40" Type="http://schemas.openxmlformats.org/officeDocument/2006/relationships/slideLayout" Target="../slideLayouts/slideLayout112.xml"/><Relationship Id="rId45" Type="http://schemas.openxmlformats.org/officeDocument/2006/relationships/slideLayout" Target="../slideLayouts/slideLayout117.xml"/><Relationship Id="rId53" Type="http://schemas.openxmlformats.org/officeDocument/2006/relationships/slideLayout" Target="../slideLayouts/slideLayout125.xml"/><Relationship Id="rId58" Type="http://schemas.openxmlformats.org/officeDocument/2006/relationships/image" Target="../media/image1.png"/><Relationship Id="rId5" Type="http://schemas.openxmlformats.org/officeDocument/2006/relationships/slideLayout" Target="../slideLayouts/slideLayout77.xml"/><Relationship Id="rId19" Type="http://schemas.openxmlformats.org/officeDocument/2006/relationships/slideLayout" Target="../slideLayouts/slideLayout91.xml"/><Relationship Id="rId4" Type="http://schemas.openxmlformats.org/officeDocument/2006/relationships/slideLayout" Target="../slideLayouts/slideLayout76.xml"/><Relationship Id="rId9" Type="http://schemas.openxmlformats.org/officeDocument/2006/relationships/slideLayout" Target="../slideLayouts/slideLayout81.xml"/><Relationship Id="rId14" Type="http://schemas.openxmlformats.org/officeDocument/2006/relationships/slideLayout" Target="../slideLayouts/slideLayout86.xml"/><Relationship Id="rId22" Type="http://schemas.openxmlformats.org/officeDocument/2006/relationships/slideLayout" Target="../slideLayouts/slideLayout94.xml"/><Relationship Id="rId27" Type="http://schemas.openxmlformats.org/officeDocument/2006/relationships/slideLayout" Target="../slideLayouts/slideLayout99.xml"/><Relationship Id="rId30" Type="http://schemas.openxmlformats.org/officeDocument/2006/relationships/slideLayout" Target="../slideLayouts/slideLayout102.xml"/><Relationship Id="rId35" Type="http://schemas.openxmlformats.org/officeDocument/2006/relationships/slideLayout" Target="../slideLayouts/slideLayout107.xml"/><Relationship Id="rId43" Type="http://schemas.openxmlformats.org/officeDocument/2006/relationships/slideLayout" Target="../slideLayouts/slideLayout115.xml"/><Relationship Id="rId48" Type="http://schemas.openxmlformats.org/officeDocument/2006/relationships/slideLayout" Target="../slideLayouts/slideLayout120.xml"/><Relationship Id="rId56" Type="http://schemas.openxmlformats.org/officeDocument/2006/relationships/slideLayout" Target="../slideLayouts/slideLayout128.xml"/><Relationship Id="rId8" Type="http://schemas.openxmlformats.org/officeDocument/2006/relationships/slideLayout" Target="../slideLayouts/slideLayout80.xml"/><Relationship Id="rId51" Type="http://schemas.openxmlformats.org/officeDocument/2006/relationships/slideLayout" Target="../slideLayouts/slideLayout123.xml"/><Relationship Id="rId3" Type="http://schemas.openxmlformats.org/officeDocument/2006/relationships/slideLayout" Target="../slideLayouts/slideLayout75.xml"/><Relationship Id="rId12" Type="http://schemas.openxmlformats.org/officeDocument/2006/relationships/slideLayout" Target="../slideLayouts/slideLayout84.xml"/><Relationship Id="rId17" Type="http://schemas.openxmlformats.org/officeDocument/2006/relationships/slideLayout" Target="../slideLayouts/slideLayout89.xml"/><Relationship Id="rId25" Type="http://schemas.openxmlformats.org/officeDocument/2006/relationships/slideLayout" Target="../slideLayouts/slideLayout97.xml"/><Relationship Id="rId33" Type="http://schemas.openxmlformats.org/officeDocument/2006/relationships/slideLayout" Target="../slideLayouts/slideLayout105.xml"/><Relationship Id="rId38" Type="http://schemas.openxmlformats.org/officeDocument/2006/relationships/slideLayout" Target="../slideLayouts/slideLayout110.xml"/><Relationship Id="rId46" Type="http://schemas.openxmlformats.org/officeDocument/2006/relationships/slideLayout" Target="../slideLayouts/slideLayout118.xml"/><Relationship Id="rId20" Type="http://schemas.openxmlformats.org/officeDocument/2006/relationships/slideLayout" Target="../slideLayouts/slideLayout92.xml"/><Relationship Id="rId41" Type="http://schemas.openxmlformats.org/officeDocument/2006/relationships/slideLayout" Target="../slideLayouts/slideLayout113.xml"/><Relationship Id="rId54" Type="http://schemas.openxmlformats.org/officeDocument/2006/relationships/slideLayout" Target="../slideLayouts/slideLayout126.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5" Type="http://schemas.openxmlformats.org/officeDocument/2006/relationships/slideLayout" Target="../slideLayouts/slideLayout87.xml"/><Relationship Id="rId23" Type="http://schemas.openxmlformats.org/officeDocument/2006/relationships/slideLayout" Target="../slideLayouts/slideLayout95.xml"/><Relationship Id="rId28" Type="http://schemas.openxmlformats.org/officeDocument/2006/relationships/slideLayout" Target="../slideLayouts/slideLayout100.xml"/><Relationship Id="rId36" Type="http://schemas.openxmlformats.org/officeDocument/2006/relationships/slideLayout" Target="../slideLayouts/slideLayout108.xml"/><Relationship Id="rId49" Type="http://schemas.openxmlformats.org/officeDocument/2006/relationships/slideLayout" Target="../slideLayouts/slideLayout121.xml"/><Relationship Id="rId57" Type="http://schemas.openxmlformats.org/officeDocument/2006/relationships/theme" Target="../theme/theme3.xml"/><Relationship Id="rId10" Type="http://schemas.openxmlformats.org/officeDocument/2006/relationships/slideLayout" Target="../slideLayouts/slideLayout82.xml"/><Relationship Id="rId31" Type="http://schemas.openxmlformats.org/officeDocument/2006/relationships/slideLayout" Target="../slideLayouts/slideLayout103.xml"/><Relationship Id="rId44" Type="http://schemas.openxmlformats.org/officeDocument/2006/relationships/slideLayout" Target="../slideLayouts/slideLayout116.xml"/><Relationship Id="rId52" Type="http://schemas.openxmlformats.org/officeDocument/2006/relationships/slideLayout" Target="../slideLayouts/slideLayout1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780" r:id="rId12"/>
    <p:sldLayoutId id="2147483776" r:id="rId13"/>
    <p:sldLayoutId id="2147483777" r:id="rId14"/>
    <p:sldLayoutId id="2147483778" r:id="rId15"/>
    <p:sldLayoutId id="2147483779"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F759ED98-483C-42F4-AA52-F2F638877580}"/>
              </a:ext>
            </a:extLst>
          </p:cNvPr>
          <p:cNvSpPr>
            <a:spLocks noGrp="1"/>
          </p:cNvSpPr>
          <p:nvPr>
            <p:ph type="sldNum" sz="quarter" idx="4"/>
          </p:nvPr>
        </p:nvSpPr>
        <p:spPr>
          <a:xfrm>
            <a:off x="13443427" y="7562174"/>
            <a:ext cx="821213" cy="438150"/>
          </a:xfrm>
          <a:prstGeom prst="rect">
            <a:avLst/>
          </a:prstGeom>
        </p:spPr>
        <p:txBody>
          <a:bodyPr vert="horz" lIns="91440" tIns="45720" rIns="91440" bIns="45720" rtlCol="0" anchor="ctr"/>
          <a:lstStyle>
            <a:lvl1pPr marL="246839" indent="-246839" algn="l">
              <a:lnSpc>
                <a:spcPct val="90000"/>
              </a:lnSpc>
              <a:buSzPct val="120000"/>
              <a:buFontTx/>
              <a:buBlip>
                <a:blip r:embed="rId58"/>
              </a:buBlip>
              <a:defRPr sz="2400" kern="1200" cap="all" normalizeH="0" baseline="10000">
                <a:solidFill>
                  <a:schemeClr val="tx1"/>
                </a:solidFill>
                <a:latin typeface="+mn-lt"/>
              </a:defRPr>
            </a:lvl1pPr>
          </a:lstStyle>
          <a:p>
            <a:pPr defTabSz="1306105"/>
            <a:fld id="{104FC826-72BB-4AF1-BA01-A94F7396A7DC}" type="slidenum">
              <a:rPr lang="en-US" smtClean="0"/>
              <a:pPr defTabSz="1306105"/>
              <a:t>‹#›</a:t>
            </a:fld>
            <a:endParaRPr lang="en-US" dirty="0"/>
          </a:p>
        </p:txBody>
      </p:sp>
      <p:sp>
        <p:nvSpPr>
          <p:cNvPr id="8" name="Footer Placeholder">
            <a:extLst>
              <a:ext uri="{FF2B5EF4-FFF2-40B4-BE49-F238E27FC236}">
                <a16:creationId xmlns:a16="http://schemas.microsoft.com/office/drawing/2014/main" id="{58400D4D-D383-483A-A797-47C73BC11038}"/>
              </a:ext>
            </a:extLst>
          </p:cNvPr>
          <p:cNvSpPr>
            <a:spLocks noGrp="1"/>
          </p:cNvSpPr>
          <p:nvPr>
            <p:ph type="ftr" sz="quarter" idx="3"/>
          </p:nvPr>
        </p:nvSpPr>
        <p:spPr>
          <a:xfrm>
            <a:off x="4466035" y="7355205"/>
            <a:ext cx="8977392" cy="493897"/>
          </a:xfrm>
          <a:prstGeom prst="rect">
            <a:avLst/>
          </a:prstGeom>
        </p:spPr>
        <p:txBody>
          <a:bodyPr vert="horz" lIns="90000" tIns="0" rIns="90000" bIns="0" rtlCol="0" anchor="b"/>
          <a:lstStyle>
            <a:lvl1pPr algn="r">
              <a:lnSpc>
                <a:spcPct val="90000"/>
              </a:lnSpc>
              <a:defRPr sz="1440" cap="none" baseline="0">
                <a:solidFill>
                  <a:schemeClr val="tx1"/>
                </a:solidFill>
                <a:latin typeface="+mn-lt"/>
              </a:defRPr>
            </a:lvl1pPr>
          </a:lstStyle>
          <a:p>
            <a:r>
              <a:rPr lang="en-US" dirty="0"/>
              <a:t>Confidential | Authorized</a:t>
            </a:r>
          </a:p>
        </p:txBody>
      </p:sp>
      <p:sp>
        <p:nvSpPr>
          <p:cNvPr id="17" name="Element">
            <a:extLst>
              <a:ext uri="{FF2B5EF4-FFF2-40B4-BE49-F238E27FC236}">
                <a16:creationId xmlns:a16="http://schemas.microsoft.com/office/drawing/2014/main" id="{C38F67B8-84E4-471A-83C2-5829945DB925}"/>
              </a:ext>
            </a:extLst>
          </p:cNvPr>
          <p:cNvSpPr>
            <a:spLocks noChangeAspect="1"/>
          </p:cNvSpPr>
          <p:nvPr/>
        </p:nvSpPr>
        <p:spPr>
          <a:xfrm>
            <a:off x="457201" y="7495893"/>
            <a:ext cx="1141813" cy="327512"/>
          </a:xfrm>
          <a:custGeom>
            <a:avLst/>
            <a:gdLst>
              <a:gd name="connsiteX0" fmla="*/ 0 w 951511"/>
              <a:gd name="connsiteY0" fmla="*/ 0 h 272927"/>
              <a:gd name="connsiteX1" fmla="*/ 0 w 951511"/>
              <a:gd name="connsiteY1" fmla="*/ 272927 h 272927"/>
              <a:gd name="connsiteX2" fmla="*/ 0 w 951511"/>
              <a:gd name="connsiteY2" fmla="*/ 272927 h 272927"/>
              <a:gd name="connsiteX3" fmla="*/ 951511 w 951511"/>
              <a:gd name="connsiteY3" fmla="*/ 272927 h 272927"/>
              <a:gd name="connsiteX4" fmla="*/ 951511 w 951511"/>
              <a:gd name="connsiteY4" fmla="*/ 0 h 272927"/>
              <a:gd name="connsiteX5" fmla="*/ 0 w 951511"/>
              <a:gd name="connsiteY5" fmla="*/ 0 h 272927"/>
              <a:gd name="connsiteX6" fmla="*/ 891783 w 951511"/>
              <a:gd name="connsiteY6" fmla="*/ 214028 h 272927"/>
              <a:gd name="connsiteX7" fmla="*/ 59729 w 951511"/>
              <a:gd name="connsiteY7" fmla="*/ 214028 h 272927"/>
              <a:gd name="connsiteX8" fmla="*/ 59729 w 951511"/>
              <a:gd name="connsiteY8" fmla="*/ 59729 h 272927"/>
              <a:gd name="connsiteX9" fmla="*/ 892612 w 951511"/>
              <a:gd name="connsiteY9" fmla="*/ 59729 h 272927"/>
              <a:gd name="connsiteX10" fmla="*/ 892612 w 951511"/>
              <a:gd name="connsiteY10" fmla="*/ 214028 h 272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1511" h="272927">
                <a:moveTo>
                  <a:pt x="0" y="0"/>
                </a:moveTo>
                <a:lnTo>
                  <a:pt x="0" y="272927"/>
                </a:lnTo>
                <a:lnTo>
                  <a:pt x="0" y="272927"/>
                </a:lnTo>
                <a:lnTo>
                  <a:pt x="951511" y="272927"/>
                </a:lnTo>
                <a:lnTo>
                  <a:pt x="951511" y="0"/>
                </a:lnTo>
                <a:lnTo>
                  <a:pt x="0" y="0"/>
                </a:lnTo>
                <a:close/>
                <a:moveTo>
                  <a:pt x="891783" y="214028"/>
                </a:moveTo>
                <a:lnTo>
                  <a:pt x="59729" y="214028"/>
                </a:lnTo>
                <a:lnTo>
                  <a:pt x="59729" y="59729"/>
                </a:lnTo>
                <a:lnTo>
                  <a:pt x="892612" y="59729"/>
                </a:lnTo>
                <a:lnTo>
                  <a:pt x="892612" y="214028"/>
                </a:lnTo>
                <a:close/>
              </a:path>
            </a:pathLst>
          </a:custGeom>
          <a:solidFill>
            <a:srgbClr val="01A982"/>
          </a:solidFill>
          <a:ln w="8283" cap="flat">
            <a:noFill/>
            <a:prstDash val="solid"/>
            <a:miter/>
          </a:ln>
        </p:spPr>
        <p:txBody>
          <a:bodyPr rtlCol="0" anchor="ctr"/>
          <a:lstStyle/>
          <a:p>
            <a:endParaRPr lang="en-US" sz="1885" dirty="0"/>
          </a:p>
        </p:txBody>
      </p:sp>
      <p:sp>
        <p:nvSpPr>
          <p:cNvPr id="3" name="Text Placeholder"/>
          <p:cNvSpPr>
            <a:spLocks noGrp="1"/>
          </p:cNvSpPr>
          <p:nvPr>
            <p:ph type="body" idx="1"/>
          </p:nvPr>
        </p:nvSpPr>
        <p:spPr>
          <a:xfrm>
            <a:off x="343091" y="1198419"/>
            <a:ext cx="13797725" cy="5486399"/>
          </a:xfrm>
          <a:prstGeom prst="rect">
            <a:avLst/>
          </a:prstGeom>
          <a:ln w="57150">
            <a:noFill/>
            <a:miter lim="800000"/>
          </a:ln>
        </p:spPr>
        <p:txBody>
          <a:bodyPr vert="horz" lIns="91440" tIns="91440" rIns="91440" bIns="9144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p:cNvSpPr>
            <a:spLocks noGrp="1"/>
          </p:cNvSpPr>
          <p:nvPr>
            <p:ph type="title"/>
          </p:nvPr>
        </p:nvSpPr>
        <p:spPr>
          <a:xfrm>
            <a:off x="342892" y="470223"/>
            <a:ext cx="13797924" cy="481634"/>
          </a:xfrm>
          <a:prstGeom prst="rect">
            <a:avLst/>
          </a:prstGeom>
          <a:ln w="57150">
            <a:noFill/>
            <a:miter lim="800000"/>
          </a:ln>
        </p:spPr>
        <p:txBody>
          <a:bodyPr vert="horz" lIns="91440" tIns="91440" rIns="91440" bIns="91440" rtlCol="0" anchor="ctr" anchorCtr="0">
            <a:noAutofit/>
          </a:bodyPr>
          <a:lstStyle/>
          <a:p>
            <a:r>
              <a:rPr lang="en-US" dirty="0"/>
              <a:t>Click to edit Master title style</a:t>
            </a:r>
          </a:p>
        </p:txBody>
      </p:sp>
    </p:spTree>
    <p:extLst>
      <p:ext uri="{BB962C8B-B14F-4D97-AF65-F5344CB8AC3E}">
        <p14:creationId xmlns:p14="http://schemas.microsoft.com/office/powerpoint/2010/main" val="499093630"/>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 id="2147483736" r:id="rId18"/>
    <p:sldLayoutId id="2147483737" r:id="rId19"/>
    <p:sldLayoutId id="2147483738" r:id="rId20"/>
    <p:sldLayoutId id="2147483739" r:id="rId21"/>
    <p:sldLayoutId id="2147483740" r:id="rId22"/>
    <p:sldLayoutId id="2147483741" r:id="rId23"/>
    <p:sldLayoutId id="2147483742" r:id="rId24"/>
    <p:sldLayoutId id="2147483743" r:id="rId25"/>
    <p:sldLayoutId id="2147483744" r:id="rId26"/>
    <p:sldLayoutId id="2147483745" r:id="rId27"/>
    <p:sldLayoutId id="2147483746" r:id="rId28"/>
    <p:sldLayoutId id="2147483747" r:id="rId29"/>
    <p:sldLayoutId id="2147483748" r:id="rId30"/>
    <p:sldLayoutId id="2147483749" r:id="rId31"/>
    <p:sldLayoutId id="2147483750" r:id="rId32"/>
    <p:sldLayoutId id="2147483751" r:id="rId33"/>
    <p:sldLayoutId id="2147483752" r:id="rId34"/>
    <p:sldLayoutId id="2147483753" r:id="rId35"/>
    <p:sldLayoutId id="2147483754" r:id="rId36"/>
    <p:sldLayoutId id="2147483755" r:id="rId37"/>
    <p:sldLayoutId id="2147483756" r:id="rId38"/>
    <p:sldLayoutId id="2147483757" r:id="rId39"/>
    <p:sldLayoutId id="2147483758" r:id="rId40"/>
    <p:sldLayoutId id="2147483759" r:id="rId41"/>
    <p:sldLayoutId id="2147483760" r:id="rId42"/>
    <p:sldLayoutId id="2147483761" r:id="rId43"/>
    <p:sldLayoutId id="2147483762" r:id="rId44"/>
    <p:sldLayoutId id="2147483763" r:id="rId45"/>
    <p:sldLayoutId id="2147483764" r:id="rId46"/>
    <p:sldLayoutId id="2147483765" r:id="rId47"/>
    <p:sldLayoutId id="2147483766" r:id="rId48"/>
    <p:sldLayoutId id="2147483767" r:id="rId49"/>
    <p:sldLayoutId id="2147483768" r:id="rId50"/>
    <p:sldLayoutId id="2147483769" r:id="rId51"/>
    <p:sldLayoutId id="2147483770" r:id="rId52"/>
    <p:sldLayoutId id="2147483771" r:id="rId53"/>
    <p:sldLayoutId id="2147483772" r:id="rId54"/>
    <p:sldLayoutId id="2147483773" r:id="rId55"/>
    <p:sldLayoutId id="2147483774" r:id="rId5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2800" b="1" kern="1200" cap="none" baseline="0">
          <a:solidFill>
            <a:schemeClr val="tx1"/>
          </a:solidFill>
          <a:latin typeface="+mj-lt"/>
          <a:ea typeface="+mj-ea"/>
          <a:cs typeface="+mj-cs"/>
        </a:defRPr>
      </a:lvl1pPr>
    </p:titleStyle>
    <p:bodyStyle>
      <a:lvl1pPr marL="182880" indent="-182880" algn="l" defTabSz="914400" rtl="0" eaLnBrk="1" latinLnBrk="0" hangingPunct="1">
        <a:lnSpc>
          <a:spcPct val="90000"/>
        </a:lnSpc>
        <a:spcBef>
          <a:spcPts val="400"/>
        </a:spcBef>
        <a:buClrTx/>
        <a:buFont typeface="" panose="020B0303030202060203" pitchFamily="34" charset="0"/>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400"/>
        </a:spcBef>
        <a:buClrTx/>
        <a:buSzPct val="90000"/>
        <a:buFont typeface="" panose="020B0303030202060203" pitchFamily="34" charset="0"/>
        <a:buChar char="•"/>
        <a:defRPr sz="2000" kern="1200">
          <a:solidFill>
            <a:schemeClr val="tx1"/>
          </a:solidFill>
          <a:latin typeface="+mn-lt"/>
          <a:ea typeface="+mn-ea"/>
          <a:cs typeface="+mn-cs"/>
        </a:defRPr>
      </a:lvl2pPr>
      <a:lvl3pPr marL="548640" indent="-137160" algn="l" defTabSz="914400" rtl="0" eaLnBrk="1" latinLnBrk="0" hangingPunct="1">
        <a:lnSpc>
          <a:spcPct val="90000"/>
        </a:lnSpc>
        <a:spcBef>
          <a:spcPts val="400"/>
        </a:spcBef>
        <a:buClrTx/>
        <a:buFont typeface="" panose="020B0303030202060203" pitchFamily="34" charset="0"/>
        <a:buChar char="–"/>
        <a:defRPr sz="1800" kern="1200">
          <a:solidFill>
            <a:schemeClr val="tx1"/>
          </a:solidFill>
          <a:latin typeface="+mn-lt"/>
          <a:ea typeface="+mn-ea"/>
          <a:cs typeface="+mn-cs"/>
        </a:defRPr>
      </a:lvl3pPr>
      <a:lvl4pPr marL="731520" indent="-137160" algn="l" defTabSz="914400" rtl="0" eaLnBrk="1" latinLnBrk="0" hangingPunct="1">
        <a:lnSpc>
          <a:spcPct val="90000"/>
        </a:lnSpc>
        <a:spcBef>
          <a:spcPts val="400"/>
        </a:spcBef>
        <a:buClrTx/>
        <a:buFont typeface="" panose="020B0303030202060203" pitchFamily="34" charset="0"/>
        <a:buChar char="–"/>
        <a:defRPr sz="1600" kern="1200">
          <a:solidFill>
            <a:schemeClr val="tx1"/>
          </a:solidFill>
          <a:latin typeface="+mn-lt"/>
          <a:ea typeface="+mn-ea"/>
          <a:cs typeface="+mn-cs"/>
        </a:defRPr>
      </a:lvl4pPr>
      <a:lvl5pPr marL="868680" indent="-137160" algn="l" defTabSz="914400" rtl="0" eaLnBrk="1" latinLnBrk="0" hangingPunct="1">
        <a:lnSpc>
          <a:spcPct val="90000"/>
        </a:lnSpc>
        <a:spcBef>
          <a:spcPts val="400"/>
        </a:spcBef>
        <a:buClrTx/>
        <a:buFont typeface="" panose="020B0303030202060203" pitchFamily="34" charset="0"/>
        <a:buChar char="–"/>
        <a:defRPr sz="1600" kern="1200">
          <a:solidFill>
            <a:schemeClr val="tx1"/>
          </a:solidFill>
          <a:latin typeface="+mn-lt"/>
          <a:ea typeface="+mn-ea"/>
          <a:cs typeface="+mn-cs"/>
        </a:defRPr>
      </a:lvl5pPr>
      <a:lvl6pPr marL="1051560" indent="-137160" algn="l" defTabSz="914400" rtl="0" eaLnBrk="1" latinLnBrk="0" hangingPunct="1">
        <a:lnSpc>
          <a:spcPct val="90000"/>
        </a:lnSpc>
        <a:spcBef>
          <a:spcPts val="600"/>
        </a:spcBef>
        <a:buClrTx/>
        <a:buFont typeface="" panose="020B0303030202060203" pitchFamily="34" charset="0"/>
        <a:buChar char="–"/>
        <a:defRPr sz="1200" kern="1200">
          <a:solidFill>
            <a:schemeClr val="tx1"/>
          </a:solidFill>
          <a:latin typeface="+mn-lt"/>
          <a:ea typeface="+mn-ea"/>
          <a:cs typeface="+mn-cs"/>
        </a:defRPr>
      </a:lvl6pPr>
      <a:lvl7pPr marL="1188720" indent="-137160" algn="l" defTabSz="914400" rtl="0" eaLnBrk="1" latinLnBrk="0" hangingPunct="1">
        <a:lnSpc>
          <a:spcPct val="90000"/>
        </a:lnSpc>
        <a:spcBef>
          <a:spcPts val="600"/>
        </a:spcBef>
        <a:buClrTx/>
        <a:buFont typeface="" panose="020B0303030202060203" pitchFamily="34" charset="0"/>
        <a:buChar char="–"/>
        <a:defRPr sz="1200" kern="1200">
          <a:solidFill>
            <a:schemeClr val="tx1"/>
          </a:solidFill>
          <a:latin typeface="+mn-lt"/>
          <a:ea typeface="+mn-ea"/>
          <a:cs typeface="+mn-cs"/>
        </a:defRPr>
      </a:lvl7pPr>
      <a:lvl8pPr marL="1371600" indent="-137160" algn="l" defTabSz="914400" rtl="0" eaLnBrk="1" latinLnBrk="0" hangingPunct="1">
        <a:lnSpc>
          <a:spcPct val="90000"/>
        </a:lnSpc>
        <a:spcBef>
          <a:spcPts val="600"/>
        </a:spcBef>
        <a:buClrTx/>
        <a:buFont typeface="" panose="020B0303030202060203" pitchFamily="34" charset="0"/>
        <a:buChar char="–"/>
        <a:defRPr sz="1200" kern="1200">
          <a:solidFill>
            <a:schemeClr val="tx1"/>
          </a:solidFill>
          <a:latin typeface="+mn-lt"/>
          <a:ea typeface="+mn-ea"/>
          <a:cs typeface="+mn-cs"/>
        </a:defRPr>
      </a:lvl8pPr>
      <a:lvl9pPr marL="1554480" indent="-137160" algn="l" defTabSz="914400" rtl="0" eaLnBrk="1" latinLnBrk="0" hangingPunct="1">
        <a:lnSpc>
          <a:spcPct val="90000"/>
        </a:lnSpc>
        <a:spcBef>
          <a:spcPts val="600"/>
        </a:spcBef>
        <a:buClrTx/>
        <a:buFont typeface="" panose="020B0303030202060203" pitchFamily="34" charset="0"/>
        <a:buChar char="–"/>
        <a:defRPr sz="12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userDrawn="1">
          <p15:clr>
            <a:srgbClr val="F26B43"/>
          </p15:clr>
        </p15:guide>
        <p15:guide id="2" pos="4580" userDrawn="1">
          <p15:clr>
            <a:srgbClr val="F26B43"/>
          </p15:clr>
        </p15:guide>
        <p15:guide id="3" pos="288" userDrawn="1">
          <p15:clr>
            <a:srgbClr val="F26B43"/>
          </p15:clr>
        </p15:guide>
        <p15:guide id="4" pos="8908" userDrawn="1">
          <p15:clr>
            <a:srgbClr val="F26B43"/>
          </p15:clr>
        </p15:guide>
        <p15:guide id="5" orient="horz" pos="518" userDrawn="1">
          <p15:clr>
            <a:srgbClr val="F26B43"/>
          </p15:clr>
        </p15:guide>
        <p15:guide id="6" orient="horz" pos="4661" userDrawn="1">
          <p15:clr>
            <a:srgbClr val="F26B43"/>
          </p15:clr>
        </p15:guide>
        <p15:guide id="7" orient="horz" pos="1728" userDrawn="1">
          <p15:clr>
            <a:srgbClr val="F26B43"/>
          </p15:clr>
        </p15:guide>
        <p15:guide id="8" orient="horz" pos="3456" userDrawn="1">
          <p15:clr>
            <a:srgbClr val="F26B43"/>
          </p15:clr>
        </p15:guide>
        <p15:guide id="9" pos="3082" userDrawn="1">
          <p15:clr>
            <a:srgbClr val="F26B43"/>
          </p15:clr>
        </p15:guide>
        <p15:guide id="10" pos="6134" userDrawn="1">
          <p15:clr>
            <a:srgbClr val="F26B43"/>
          </p15:clr>
        </p15:guide>
        <p15:guide id="11" orient="horz" pos="4932"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F759ED98-483C-42F4-AA52-F2F638877580}"/>
              </a:ext>
            </a:extLst>
          </p:cNvPr>
          <p:cNvSpPr>
            <a:spLocks noGrp="1"/>
          </p:cNvSpPr>
          <p:nvPr>
            <p:ph type="sldNum" sz="quarter" idx="4"/>
          </p:nvPr>
        </p:nvSpPr>
        <p:spPr>
          <a:xfrm>
            <a:off x="13443428" y="7562176"/>
            <a:ext cx="821214" cy="438150"/>
          </a:xfrm>
          <a:prstGeom prst="rect">
            <a:avLst/>
          </a:prstGeom>
        </p:spPr>
        <p:txBody>
          <a:bodyPr vert="horz" lIns="91440" tIns="45720" rIns="91440" bIns="45720" rtlCol="0" anchor="ctr"/>
          <a:lstStyle>
            <a:lvl1pPr marL="227848" indent="-227848" algn="l">
              <a:lnSpc>
                <a:spcPct val="90000"/>
              </a:lnSpc>
              <a:buSzPct val="120000"/>
              <a:buFontTx/>
              <a:buBlip>
                <a:blip r:embed="rId58"/>
              </a:buBlip>
              <a:defRPr sz="2215" kern="1200" cap="all" normalizeH="0" baseline="10000">
                <a:solidFill>
                  <a:schemeClr val="tx1"/>
                </a:solidFill>
                <a:latin typeface="+mn-lt"/>
              </a:defRPr>
            </a:lvl1pPr>
          </a:lstStyle>
          <a:p>
            <a:pPr defTabSz="1205617"/>
            <a:fld id="{104FC826-72BB-4AF1-BA01-A94F7396A7DC}" type="slidenum">
              <a:rPr lang="en-US" smtClean="0"/>
              <a:pPr defTabSz="1205617"/>
              <a:t>‹#›</a:t>
            </a:fld>
            <a:endParaRPr lang="en-US" dirty="0"/>
          </a:p>
        </p:txBody>
      </p:sp>
      <p:sp>
        <p:nvSpPr>
          <p:cNvPr id="8" name="Footer Placeholder">
            <a:extLst>
              <a:ext uri="{FF2B5EF4-FFF2-40B4-BE49-F238E27FC236}">
                <a16:creationId xmlns:a16="http://schemas.microsoft.com/office/drawing/2014/main" id="{58400D4D-D383-483A-A797-47C73BC11038}"/>
              </a:ext>
            </a:extLst>
          </p:cNvPr>
          <p:cNvSpPr>
            <a:spLocks noGrp="1"/>
          </p:cNvSpPr>
          <p:nvPr>
            <p:ph type="ftr" sz="quarter" idx="3"/>
          </p:nvPr>
        </p:nvSpPr>
        <p:spPr>
          <a:xfrm>
            <a:off x="4466035" y="7355209"/>
            <a:ext cx="8977393" cy="493897"/>
          </a:xfrm>
          <a:prstGeom prst="rect">
            <a:avLst/>
          </a:prstGeom>
        </p:spPr>
        <p:txBody>
          <a:bodyPr vert="horz" lIns="90000" tIns="0" rIns="90000" bIns="0" rtlCol="0" anchor="b"/>
          <a:lstStyle>
            <a:lvl1pPr algn="r">
              <a:lnSpc>
                <a:spcPct val="90000"/>
              </a:lnSpc>
              <a:defRPr sz="1330" cap="none" baseline="0">
                <a:solidFill>
                  <a:schemeClr val="tx1"/>
                </a:solidFill>
                <a:latin typeface="+mn-lt"/>
              </a:defRPr>
            </a:lvl1pPr>
          </a:lstStyle>
          <a:p>
            <a:r>
              <a:rPr lang="en-US"/>
              <a:t>Confidential | For Training Purposes Only</a:t>
            </a:r>
            <a:endParaRPr lang="en-US" dirty="0"/>
          </a:p>
        </p:txBody>
      </p:sp>
      <p:sp>
        <p:nvSpPr>
          <p:cNvPr id="17" name="Element">
            <a:extLst>
              <a:ext uri="{FF2B5EF4-FFF2-40B4-BE49-F238E27FC236}">
                <a16:creationId xmlns:a16="http://schemas.microsoft.com/office/drawing/2014/main" id="{C38F67B8-84E4-471A-83C2-5829945DB925}"/>
              </a:ext>
            </a:extLst>
          </p:cNvPr>
          <p:cNvSpPr>
            <a:spLocks noChangeAspect="1"/>
          </p:cNvSpPr>
          <p:nvPr/>
        </p:nvSpPr>
        <p:spPr>
          <a:xfrm>
            <a:off x="457202" y="7495894"/>
            <a:ext cx="1141813" cy="327512"/>
          </a:xfrm>
          <a:custGeom>
            <a:avLst/>
            <a:gdLst>
              <a:gd name="connsiteX0" fmla="*/ 0 w 951511"/>
              <a:gd name="connsiteY0" fmla="*/ 0 h 272927"/>
              <a:gd name="connsiteX1" fmla="*/ 0 w 951511"/>
              <a:gd name="connsiteY1" fmla="*/ 272927 h 272927"/>
              <a:gd name="connsiteX2" fmla="*/ 0 w 951511"/>
              <a:gd name="connsiteY2" fmla="*/ 272927 h 272927"/>
              <a:gd name="connsiteX3" fmla="*/ 951511 w 951511"/>
              <a:gd name="connsiteY3" fmla="*/ 272927 h 272927"/>
              <a:gd name="connsiteX4" fmla="*/ 951511 w 951511"/>
              <a:gd name="connsiteY4" fmla="*/ 0 h 272927"/>
              <a:gd name="connsiteX5" fmla="*/ 0 w 951511"/>
              <a:gd name="connsiteY5" fmla="*/ 0 h 272927"/>
              <a:gd name="connsiteX6" fmla="*/ 891783 w 951511"/>
              <a:gd name="connsiteY6" fmla="*/ 214028 h 272927"/>
              <a:gd name="connsiteX7" fmla="*/ 59729 w 951511"/>
              <a:gd name="connsiteY7" fmla="*/ 214028 h 272927"/>
              <a:gd name="connsiteX8" fmla="*/ 59729 w 951511"/>
              <a:gd name="connsiteY8" fmla="*/ 59729 h 272927"/>
              <a:gd name="connsiteX9" fmla="*/ 892612 w 951511"/>
              <a:gd name="connsiteY9" fmla="*/ 59729 h 272927"/>
              <a:gd name="connsiteX10" fmla="*/ 892612 w 951511"/>
              <a:gd name="connsiteY10" fmla="*/ 214028 h 272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1511" h="272927">
                <a:moveTo>
                  <a:pt x="0" y="0"/>
                </a:moveTo>
                <a:lnTo>
                  <a:pt x="0" y="272927"/>
                </a:lnTo>
                <a:lnTo>
                  <a:pt x="0" y="272927"/>
                </a:lnTo>
                <a:lnTo>
                  <a:pt x="951511" y="272927"/>
                </a:lnTo>
                <a:lnTo>
                  <a:pt x="951511" y="0"/>
                </a:lnTo>
                <a:lnTo>
                  <a:pt x="0" y="0"/>
                </a:lnTo>
                <a:close/>
                <a:moveTo>
                  <a:pt x="891783" y="214028"/>
                </a:moveTo>
                <a:lnTo>
                  <a:pt x="59729" y="214028"/>
                </a:lnTo>
                <a:lnTo>
                  <a:pt x="59729" y="59729"/>
                </a:lnTo>
                <a:lnTo>
                  <a:pt x="892612" y="59729"/>
                </a:lnTo>
                <a:lnTo>
                  <a:pt x="892612" y="214028"/>
                </a:lnTo>
                <a:close/>
              </a:path>
            </a:pathLst>
          </a:custGeom>
          <a:solidFill>
            <a:srgbClr val="01A982"/>
          </a:solidFill>
          <a:ln w="8283" cap="flat">
            <a:noFill/>
            <a:prstDash val="solid"/>
            <a:miter/>
          </a:ln>
        </p:spPr>
        <p:txBody>
          <a:bodyPr rtlCol="0" anchor="ctr"/>
          <a:lstStyle/>
          <a:p>
            <a:endParaRPr lang="en-US" sz="1994" dirty="0"/>
          </a:p>
        </p:txBody>
      </p:sp>
      <p:sp>
        <p:nvSpPr>
          <p:cNvPr id="3" name="Text Placeholder"/>
          <p:cNvSpPr>
            <a:spLocks noGrp="1"/>
          </p:cNvSpPr>
          <p:nvPr>
            <p:ph type="body" idx="1"/>
          </p:nvPr>
        </p:nvSpPr>
        <p:spPr>
          <a:xfrm>
            <a:off x="343091" y="1198421"/>
            <a:ext cx="13797726" cy="5486399"/>
          </a:xfrm>
          <a:prstGeom prst="rect">
            <a:avLst/>
          </a:prstGeom>
          <a:ln w="57150">
            <a:noFill/>
            <a:miter lim="800000"/>
          </a:ln>
        </p:spPr>
        <p:txBody>
          <a:bodyPr vert="horz" lIns="91440" tIns="91440" rIns="91440" bIns="9144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Placeholder"/>
          <p:cNvSpPr>
            <a:spLocks noGrp="1"/>
          </p:cNvSpPr>
          <p:nvPr>
            <p:ph type="title"/>
          </p:nvPr>
        </p:nvSpPr>
        <p:spPr>
          <a:xfrm>
            <a:off x="342893" y="470223"/>
            <a:ext cx="13797924" cy="481634"/>
          </a:xfrm>
          <a:prstGeom prst="rect">
            <a:avLst/>
          </a:prstGeom>
          <a:ln w="57150">
            <a:noFill/>
            <a:miter lim="800000"/>
          </a:ln>
        </p:spPr>
        <p:txBody>
          <a:bodyPr vert="horz" lIns="91440" tIns="91440" rIns="91440" bIns="91440" rtlCol="0" anchor="ctr" anchorCtr="0">
            <a:noAutofit/>
          </a:bodyPr>
          <a:lstStyle/>
          <a:p>
            <a:r>
              <a:rPr lang="en-US"/>
              <a:t>Click to edit Master title style</a:t>
            </a:r>
            <a:endParaRPr lang="en-US" dirty="0"/>
          </a:p>
        </p:txBody>
      </p:sp>
    </p:spTree>
    <p:extLst>
      <p:ext uri="{BB962C8B-B14F-4D97-AF65-F5344CB8AC3E}">
        <p14:creationId xmlns:p14="http://schemas.microsoft.com/office/powerpoint/2010/main" val="8557766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9" r:id="rId48"/>
    <p:sldLayoutId id="2147483710" r:id="rId49"/>
    <p:sldLayoutId id="2147483711" r:id="rId50"/>
    <p:sldLayoutId id="2147483712" r:id="rId51"/>
    <p:sldLayoutId id="2147483713" r:id="rId52"/>
    <p:sldLayoutId id="2147483714" r:id="rId53"/>
    <p:sldLayoutId id="2147483715" r:id="rId54"/>
    <p:sldLayoutId id="2147483716" r:id="rId55"/>
    <p:sldLayoutId id="2147483717" r:id="rId5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844049" rtl="0" eaLnBrk="1" latinLnBrk="0" hangingPunct="1">
        <a:lnSpc>
          <a:spcPct val="90000"/>
        </a:lnSpc>
        <a:spcBef>
          <a:spcPct val="0"/>
        </a:spcBef>
        <a:buNone/>
        <a:defRPr sz="2585" b="1" kern="1200" cap="none" baseline="0">
          <a:solidFill>
            <a:schemeClr val="tx1"/>
          </a:solidFill>
          <a:latin typeface="+mj-lt"/>
          <a:ea typeface="+mj-ea"/>
          <a:cs typeface="+mj-cs"/>
        </a:defRPr>
      </a:lvl1pPr>
    </p:titleStyle>
    <p:bodyStyle>
      <a:lvl1pPr marL="168810" indent="-168810" algn="l" defTabSz="844049" rtl="0" eaLnBrk="1" latinLnBrk="0" hangingPunct="1">
        <a:lnSpc>
          <a:spcPct val="90000"/>
        </a:lnSpc>
        <a:spcBef>
          <a:spcPts val="369"/>
        </a:spcBef>
        <a:buClrTx/>
        <a:buFont typeface="" panose="020B0303030202060203" pitchFamily="34" charset="0"/>
        <a:buChar char="•"/>
        <a:defRPr sz="2031" kern="1200">
          <a:solidFill>
            <a:schemeClr val="tx1"/>
          </a:solidFill>
          <a:latin typeface="+mn-lt"/>
          <a:ea typeface="+mn-ea"/>
          <a:cs typeface="+mn-cs"/>
        </a:defRPr>
      </a:lvl1pPr>
      <a:lvl2pPr marL="379822" indent="-168810" algn="l" defTabSz="844049" rtl="0" eaLnBrk="1" latinLnBrk="0" hangingPunct="1">
        <a:lnSpc>
          <a:spcPct val="90000"/>
        </a:lnSpc>
        <a:spcBef>
          <a:spcPts val="369"/>
        </a:spcBef>
        <a:buClrTx/>
        <a:buSzPct val="90000"/>
        <a:buFont typeface="" panose="020B0303030202060203" pitchFamily="34" charset="0"/>
        <a:buChar char="•"/>
        <a:defRPr sz="1846" kern="1200">
          <a:solidFill>
            <a:schemeClr val="tx1"/>
          </a:solidFill>
          <a:latin typeface="+mn-lt"/>
          <a:ea typeface="+mn-ea"/>
          <a:cs typeface="+mn-cs"/>
        </a:defRPr>
      </a:lvl2pPr>
      <a:lvl3pPr marL="506430" indent="-126607" algn="l" defTabSz="844049" rtl="0" eaLnBrk="1" latinLnBrk="0" hangingPunct="1">
        <a:lnSpc>
          <a:spcPct val="90000"/>
        </a:lnSpc>
        <a:spcBef>
          <a:spcPts val="369"/>
        </a:spcBef>
        <a:buClrTx/>
        <a:buFont typeface="" panose="020B0303030202060203" pitchFamily="34" charset="0"/>
        <a:buChar char="–"/>
        <a:defRPr sz="1662" kern="1200">
          <a:solidFill>
            <a:schemeClr val="tx1"/>
          </a:solidFill>
          <a:latin typeface="+mn-lt"/>
          <a:ea typeface="+mn-ea"/>
          <a:cs typeface="+mn-cs"/>
        </a:defRPr>
      </a:lvl3pPr>
      <a:lvl4pPr marL="675239" indent="-126607" algn="l" defTabSz="844049" rtl="0" eaLnBrk="1" latinLnBrk="0" hangingPunct="1">
        <a:lnSpc>
          <a:spcPct val="90000"/>
        </a:lnSpc>
        <a:spcBef>
          <a:spcPts val="369"/>
        </a:spcBef>
        <a:buClrTx/>
        <a:buFont typeface="" panose="020B0303030202060203" pitchFamily="34" charset="0"/>
        <a:buChar char="–"/>
        <a:defRPr sz="1477" kern="1200">
          <a:solidFill>
            <a:schemeClr val="tx1"/>
          </a:solidFill>
          <a:latin typeface="+mn-lt"/>
          <a:ea typeface="+mn-ea"/>
          <a:cs typeface="+mn-cs"/>
        </a:defRPr>
      </a:lvl4pPr>
      <a:lvl5pPr marL="801847" indent="-126607" algn="l" defTabSz="844049" rtl="0" eaLnBrk="1" latinLnBrk="0" hangingPunct="1">
        <a:lnSpc>
          <a:spcPct val="90000"/>
        </a:lnSpc>
        <a:spcBef>
          <a:spcPts val="369"/>
        </a:spcBef>
        <a:buClrTx/>
        <a:buFont typeface="" panose="020B0303030202060203" pitchFamily="34" charset="0"/>
        <a:buChar char="–"/>
        <a:defRPr sz="1477" kern="1200">
          <a:solidFill>
            <a:schemeClr val="tx1"/>
          </a:solidFill>
          <a:latin typeface="+mn-lt"/>
          <a:ea typeface="+mn-ea"/>
          <a:cs typeface="+mn-cs"/>
        </a:defRPr>
      </a:lvl5pPr>
      <a:lvl6pPr marL="970656" indent="-126607" algn="l" defTabSz="844049" rtl="0" eaLnBrk="1" latinLnBrk="0" hangingPunct="1">
        <a:lnSpc>
          <a:spcPct val="90000"/>
        </a:lnSpc>
        <a:spcBef>
          <a:spcPts val="554"/>
        </a:spcBef>
        <a:buClrTx/>
        <a:buFont typeface="" panose="020B0303030202060203" pitchFamily="34" charset="0"/>
        <a:buChar char="–"/>
        <a:defRPr sz="1108" kern="1200">
          <a:solidFill>
            <a:schemeClr val="tx1"/>
          </a:solidFill>
          <a:latin typeface="+mn-lt"/>
          <a:ea typeface="+mn-ea"/>
          <a:cs typeface="+mn-cs"/>
        </a:defRPr>
      </a:lvl6pPr>
      <a:lvl7pPr marL="1097263" indent="-126607" algn="l" defTabSz="844049" rtl="0" eaLnBrk="1" latinLnBrk="0" hangingPunct="1">
        <a:lnSpc>
          <a:spcPct val="90000"/>
        </a:lnSpc>
        <a:spcBef>
          <a:spcPts val="554"/>
        </a:spcBef>
        <a:buClrTx/>
        <a:buFont typeface="" panose="020B0303030202060203" pitchFamily="34" charset="0"/>
        <a:buChar char="–"/>
        <a:defRPr sz="1108" kern="1200">
          <a:solidFill>
            <a:schemeClr val="tx1"/>
          </a:solidFill>
          <a:latin typeface="+mn-lt"/>
          <a:ea typeface="+mn-ea"/>
          <a:cs typeface="+mn-cs"/>
        </a:defRPr>
      </a:lvl7pPr>
      <a:lvl8pPr marL="1266073" indent="-126607" algn="l" defTabSz="844049" rtl="0" eaLnBrk="1" latinLnBrk="0" hangingPunct="1">
        <a:lnSpc>
          <a:spcPct val="90000"/>
        </a:lnSpc>
        <a:spcBef>
          <a:spcPts val="554"/>
        </a:spcBef>
        <a:buClrTx/>
        <a:buFont typeface="" panose="020B0303030202060203" pitchFamily="34" charset="0"/>
        <a:buChar char="–"/>
        <a:defRPr sz="1108" kern="1200">
          <a:solidFill>
            <a:schemeClr val="tx1"/>
          </a:solidFill>
          <a:latin typeface="+mn-lt"/>
          <a:ea typeface="+mn-ea"/>
          <a:cs typeface="+mn-cs"/>
        </a:defRPr>
      </a:lvl8pPr>
      <a:lvl9pPr marL="1434883" indent="-126607" algn="l" defTabSz="844049" rtl="0" eaLnBrk="1" latinLnBrk="0" hangingPunct="1">
        <a:lnSpc>
          <a:spcPct val="90000"/>
        </a:lnSpc>
        <a:spcBef>
          <a:spcPts val="554"/>
        </a:spcBef>
        <a:buClrTx/>
        <a:buFont typeface="" panose="020B0303030202060203" pitchFamily="34" charset="0"/>
        <a:buChar char="–"/>
        <a:defRPr sz="1108" kern="1200">
          <a:solidFill>
            <a:schemeClr val="tx1"/>
          </a:solidFill>
          <a:latin typeface="+mn-lt"/>
          <a:ea typeface="+mn-ea"/>
          <a:cs typeface="+mn-cs"/>
        </a:defRPr>
      </a:lvl9pPr>
    </p:bodyStyle>
    <p:otherStyle>
      <a:defPPr>
        <a:defRPr/>
      </a:defPPr>
      <a:lvl1pPr marL="0" algn="l" defTabSz="844049" rtl="0" eaLnBrk="1" latinLnBrk="0" hangingPunct="1">
        <a:defRPr sz="1662" kern="1200">
          <a:solidFill>
            <a:schemeClr val="tx1"/>
          </a:solidFill>
          <a:latin typeface="+mn-lt"/>
          <a:ea typeface="+mn-ea"/>
          <a:cs typeface="+mn-cs"/>
        </a:defRPr>
      </a:lvl1pPr>
      <a:lvl2pPr marL="422024" algn="l" defTabSz="844049" rtl="0" eaLnBrk="1" latinLnBrk="0" hangingPunct="1">
        <a:defRPr sz="1662" kern="1200">
          <a:solidFill>
            <a:schemeClr val="tx1"/>
          </a:solidFill>
          <a:latin typeface="+mn-lt"/>
          <a:ea typeface="+mn-ea"/>
          <a:cs typeface="+mn-cs"/>
        </a:defRPr>
      </a:lvl2pPr>
      <a:lvl3pPr marL="844049" algn="l" defTabSz="844049" rtl="0" eaLnBrk="1" latinLnBrk="0" hangingPunct="1">
        <a:defRPr sz="1662" kern="1200">
          <a:solidFill>
            <a:schemeClr val="tx1"/>
          </a:solidFill>
          <a:latin typeface="+mn-lt"/>
          <a:ea typeface="+mn-ea"/>
          <a:cs typeface="+mn-cs"/>
        </a:defRPr>
      </a:lvl3pPr>
      <a:lvl4pPr marL="1266073" algn="l" defTabSz="844049" rtl="0" eaLnBrk="1" latinLnBrk="0" hangingPunct="1">
        <a:defRPr sz="1662" kern="1200">
          <a:solidFill>
            <a:schemeClr val="tx1"/>
          </a:solidFill>
          <a:latin typeface="+mn-lt"/>
          <a:ea typeface="+mn-ea"/>
          <a:cs typeface="+mn-cs"/>
        </a:defRPr>
      </a:lvl4pPr>
      <a:lvl5pPr marL="1688098" algn="l" defTabSz="844049" rtl="0" eaLnBrk="1" latinLnBrk="0" hangingPunct="1">
        <a:defRPr sz="1662" kern="1200">
          <a:solidFill>
            <a:schemeClr val="tx1"/>
          </a:solidFill>
          <a:latin typeface="+mn-lt"/>
          <a:ea typeface="+mn-ea"/>
          <a:cs typeface="+mn-cs"/>
        </a:defRPr>
      </a:lvl5pPr>
      <a:lvl6pPr marL="2110122" algn="l" defTabSz="844049" rtl="0" eaLnBrk="1" latinLnBrk="0" hangingPunct="1">
        <a:defRPr sz="1662" kern="1200">
          <a:solidFill>
            <a:schemeClr val="tx1"/>
          </a:solidFill>
          <a:latin typeface="+mn-lt"/>
          <a:ea typeface="+mn-ea"/>
          <a:cs typeface="+mn-cs"/>
        </a:defRPr>
      </a:lvl6pPr>
      <a:lvl7pPr marL="2532147" algn="l" defTabSz="844049" rtl="0" eaLnBrk="1" latinLnBrk="0" hangingPunct="1">
        <a:defRPr sz="1662" kern="1200">
          <a:solidFill>
            <a:schemeClr val="tx1"/>
          </a:solidFill>
          <a:latin typeface="+mn-lt"/>
          <a:ea typeface="+mn-ea"/>
          <a:cs typeface="+mn-cs"/>
        </a:defRPr>
      </a:lvl7pPr>
      <a:lvl8pPr marL="2954171" algn="l" defTabSz="844049" rtl="0" eaLnBrk="1" latinLnBrk="0" hangingPunct="1">
        <a:defRPr sz="1662" kern="1200">
          <a:solidFill>
            <a:schemeClr val="tx1"/>
          </a:solidFill>
          <a:latin typeface="+mn-lt"/>
          <a:ea typeface="+mn-ea"/>
          <a:cs typeface="+mn-cs"/>
        </a:defRPr>
      </a:lvl8pPr>
      <a:lvl9pPr marL="3376195" algn="l" defTabSz="844049" rtl="0" eaLnBrk="1" latinLnBrk="0" hangingPunct="1">
        <a:defRPr sz="166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18" userDrawn="1">
          <p15:clr>
            <a:srgbClr val="F26B43"/>
          </p15:clr>
        </p15:guide>
        <p15:guide id="3" pos="241" userDrawn="1">
          <p15:clr>
            <a:srgbClr val="F26B43"/>
          </p15:clr>
        </p15:guide>
        <p15:guide id="4" pos="7423" userDrawn="1">
          <p15:clr>
            <a:srgbClr val="F26B43"/>
          </p15:clr>
        </p15:guide>
        <p15:guide id="5" orient="horz" pos="432" userDrawn="1">
          <p15:clr>
            <a:srgbClr val="F26B43"/>
          </p15:clr>
        </p15:guide>
        <p15:guide id="6" orient="horz" pos="3884" userDrawn="1">
          <p15:clr>
            <a:srgbClr val="F26B43"/>
          </p15:clr>
        </p15:guide>
        <p15:guide id="7" orient="horz" pos="1440" userDrawn="1">
          <p15:clr>
            <a:srgbClr val="F26B43"/>
          </p15:clr>
        </p15:guide>
        <p15:guide id="8" orient="horz" pos="2880" userDrawn="1">
          <p15:clr>
            <a:srgbClr val="F26B43"/>
          </p15:clr>
        </p15:guide>
        <p15:guide id="9" pos="2568" userDrawn="1">
          <p15:clr>
            <a:srgbClr val="F26B43"/>
          </p15:clr>
        </p15:guide>
        <p15:guide id="10" pos="5112" userDrawn="1">
          <p15:clr>
            <a:srgbClr val="F26B43"/>
          </p15:clr>
        </p15:guide>
        <p15:guide id="11" orient="horz" pos="411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1.xml"/><Relationship Id="rId1" Type="http://schemas.openxmlformats.org/officeDocument/2006/relationships/tags" Target="../tags/tag11.xml"/><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9.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Placeholder 30">
            <a:extLst>
              <a:ext uri="{FF2B5EF4-FFF2-40B4-BE49-F238E27FC236}">
                <a16:creationId xmlns:a16="http://schemas.microsoft.com/office/drawing/2014/main" id="{E9CD4067-0024-481B-92D1-3C45CE8005FC}"/>
              </a:ext>
            </a:extLst>
          </p:cNvPr>
          <p:cNvPicPr>
            <a:picLocks noGrp="1" noChangeAspect="1"/>
          </p:cNvPicPr>
          <p:nvPr>
            <p:ph type="pic" sz="quarter" idx="15"/>
          </p:nvPr>
        </p:nvPicPr>
        <p:blipFill>
          <a:blip r:embed="rId4">
            <a:extLst>
              <a:ext uri="{28A0092B-C50C-407E-A947-70E740481C1C}">
                <a14:useLocalDpi xmlns:a14="http://schemas.microsoft.com/office/drawing/2010/main" val="0"/>
              </a:ext>
            </a:extLst>
          </a:blip>
          <a:srcRect/>
          <a:stretch/>
        </p:blipFill>
        <p:spPr>
          <a:xfrm>
            <a:off x="0" y="0"/>
            <a:ext cx="14630400" cy="8229600"/>
          </a:xfrm>
          <a:solidFill>
            <a:srgbClr val="2201C1"/>
          </a:solidFill>
        </p:spPr>
      </p:pic>
      <p:sp>
        <p:nvSpPr>
          <p:cNvPr id="2" name="Title 1">
            <a:extLst>
              <a:ext uri="{FF2B5EF4-FFF2-40B4-BE49-F238E27FC236}">
                <a16:creationId xmlns:a16="http://schemas.microsoft.com/office/drawing/2014/main" id="{7C8A62AC-AE71-4D34-96ED-7F4AD6C2A21B}"/>
              </a:ext>
            </a:extLst>
          </p:cNvPr>
          <p:cNvSpPr>
            <a:spLocks noGrp="1"/>
          </p:cNvSpPr>
          <p:nvPr>
            <p:ph type="title"/>
          </p:nvPr>
        </p:nvSpPr>
        <p:spPr>
          <a:xfrm>
            <a:off x="351407" y="3292212"/>
            <a:ext cx="11210178" cy="1782336"/>
          </a:xfrm>
        </p:spPr>
        <p:txBody>
          <a:bodyPr/>
          <a:lstStyle>
            <a:defPPr>
              <a:defRPr lang="en-US"/>
            </a:defPPr>
            <a:lvl1pPr marL="0" algn="l" defTabSz="957925" rtl="0" eaLnBrk="1" latinLnBrk="0" hangingPunct="1">
              <a:defRPr sz="1885" kern="1200">
                <a:solidFill>
                  <a:schemeClr val="tx1"/>
                </a:solidFill>
                <a:latin typeface="+mn-lt"/>
                <a:ea typeface="+mn-ea"/>
                <a:cs typeface="+mn-cs"/>
              </a:defRPr>
            </a:lvl1pPr>
            <a:lvl2pPr marL="478963" algn="l" defTabSz="957925" rtl="0" eaLnBrk="1" latinLnBrk="0" hangingPunct="1">
              <a:defRPr sz="1885" kern="1200">
                <a:solidFill>
                  <a:schemeClr val="tx1"/>
                </a:solidFill>
                <a:latin typeface="+mn-lt"/>
                <a:ea typeface="+mn-ea"/>
                <a:cs typeface="+mn-cs"/>
              </a:defRPr>
            </a:lvl2pPr>
            <a:lvl3pPr marL="957925" algn="l" defTabSz="957925" rtl="0" eaLnBrk="1" latinLnBrk="0" hangingPunct="1">
              <a:defRPr sz="1885" kern="1200">
                <a:solidFill>
                  <a:schemeClr val="tx1"/>
                </a:solidFill>
                <a:latin typeface="+mn-lt"/>
                <a:ea typeface="+mn-ea"/>
                <a:cs typeface="+mn-cs"/>
              </a:defRPr>
            </a:lvl3pPr>
            <a:lvl4pPr marL="1436888" algn="l" defTabSz="957925" rtl="0" eaLnBrk="1" latinLnBrk="0" hangingPunct="1">
              <a:defRPr sz="1885" kern="1200">
                <a:solidFill>
                  <a:schemeClr val="tx1"/>
                </a:solidFill>
                <a:latin typeface="+mn-lt"/>
                <a:ea typeface="+mn-ea"/>
                <a:cs typeface="+mn-cs"/>
              </a:defRPr>
            </a:lvl4pPr>
            <a:lvl5pPr marL="1915850" algn="l" defTabSz="957925" rtl="0" eaLnBrk="1" latinLnBrk="0" hangingPunct="1">
              <a:defRPr sz="1885" kern="1200">
                <a:solidFill>
                  <a:schemeClr val="tx1"/>
                </a:solidFill>
                <a:latin typeface="+mn-lt"/>
                <a:ea typeface="+mn-ea"/>
                <a:cs typeface="+mn-cs"/>
              </a:defRPr>
            </a:lvl5pPr>
            <a:lvl6pPr marL="2394814" algn="l" defTabSz="957925" rtl="0" eaLnBrk="1" latinLnBrk="0" hangingPunct="1">
              <a:defRPr sz="1885" kern="1200">
                <a:solidFill>
                  <a:schemeClr val="tx1"/>
                </a:solidFill>
                <a:latin typeface="+mn-lt"/>
                <a:ea typeface="+mn-ea"/>
                <a:cs typeface="+mn-cs"/>
              </a:defRPr>
            </a:lvl6pPr>
            <a:lvl7pPr marL="2873777" algn="l" defTabSz="957925" rtl="0" eaLnBrk="1" latinLnBrk="0" hangingPunct="1">
              <a:defRPr sz="1885" kern="1200">
                <a:solidFill>
                  <a:schemeClr val="tx1"/>
                </a:solidFill>
                <a:latin typeface="+mn-lt"/>
                <a:ea typeface="+mn-ea"/>
                <a:cs typeface="+mn-cs"/>
              </a:defRPr>
            </a:lvl7pPr>
            <a:lvl8pPr marL="3352739" algn="l" defTabSz="957925" rtl="0" eaLnBrk="1" latinLnBrk="0" hangingPunct="1">
              <a:defRPr sz="1885" kern="1200">
                <a:solidFill>
                  <a:schemeClr val="tx1"/>
                </a:solidFill>
                <a:latin typeface="+mn-lt"/>
                <a:ea typeface="+mn-ea"/>
                <a:cs typeface="+mn-cs"/>
              </a:defRPr>
            </a:lvl8pPr>
            <a:lvl9pPr marL="3831702" algn="l" defTabSz="957925" rtl="0" eaLnBrk="1" latinLnBrk="0" hangingPunct="1">
              <a:defRPr sz="1885" kern="1200">
                <a:solidFill>
                  <a:schemeClr val="tx1"/>
                </a:solidFill>
                <a:latin typeface="+mn-lt"/>
                <a:ea typeface="+mn-ea"/>
                <a:cs typeface="+mn-cs"/>
              </a:defRPr>
            </a:lvl9pPr>
          </a:lstStyle>
          <a:p>
            <a:r>
              <a:rPr lang="en-US" sz="4500" dirty="0">
                <a:solidFill>
                  <a:schemeClr val="bg1"/>
                </a:solidFill>
                <a:ea typeface="+mn-lt"/>
                <a:cs typeface="+mn-lt"/>
              </a:rPr>
              <a:t>Introduction to Vector Databases</a:t>
            </a:r>
            <a:endParaRPr lang="en-US" sz="4500" b="0" dirty="0">
              <a:solidFill>
                <a:schemeClr val="bg1"/>
              </a:solidFill>
              <a:ea typeface="+mn-lt"/>
              <a:cs typeface="+mn-lt"/>
            </a:endParaRPr>
          </a:p>
          <a:p>
            <a:endParaRPr lang="en-US" sz="4500" dirty="0">
              <a:solidFill>
                <a:schemeClr val="bg1"/>
              </a:solidFill>
              <a:ea typeface="+mn-lt"/>
              <a:cs typeface="+mn-lt"/>
            </a:endParaRPr>
          </a:p>
          <a:p>
            <a:endParaRPr lang="en-US" sz="5250" dirty="0">
              <a:solidFill>
                <a:schemeClr val="bg1"/>
              </a:solidFill>
            </a:endParaRPr>
          </a:p>
        </p:txBody>
      </p:sp>
      <p:sp>
        <p:nvSpPr>
          <p:cNvPr id="4" name="Element">
            <a:extLst>
              <a:ext uri="{FF2B5EF4-FFF2-40B4-BE49-F238E27FC236}">
                <a16:creationId xmlns:a16="http://schemas.microsoft.com/office/drawing/2014/main" id="{C6DF2789-D5C4-4B54-9CAF-1A25FB7C910A}"/>
              </a:ext>
            </a:extLst>
          </p:cNvPr>
          <p:cNvSpPr>
            <a:spLocks noChangeAspect="1"/>
          </p:cNvSpPr>
          <p:nvPr/>
        </p:nvSpPr>
        <p:spPr>
          <a:xfrm>
            <a:off x="457201" y="7495893"/>
            <a:ext cx="1141813" cy="327512"/>
          </a:xfrm>
          <a:custGeom>
            <a:avLst/>
            <a:gdLst>
              <a:gd name="connsiteX0" fmla="*/ 0 w 951511"/>
              <a:gd name="connsiteY0" fmla="*/ 0 h 272927"/>
              <a:gd name="connsiteX1" fmla="*/ 0 w 951511"/>
              <a:gd name="connsiteY1" fmla="*/ 272927 h 272927"/>
              <a:gd name="connsiteX2" fmla="*/ 0 w 951511"/>
              <a:gd name="connsiteY2" fmla="*/ 272927 h 272927"/>
              <a:gd name="connsiteX3" fmla="*/ 951511 w 951511"/>
              <a:gd name="connsiteY3" fmla="*/ 272927 h 272927"/>
              <a:gd name="connsiteX4" fmla="*/ 951511 w 951511"/>
              <a:gd name="connsiteY4" fmla="*/ 0 h 272927"/>
              <a:gd name="connsiteX5" fmla="*/ 0 w 951511"/>
              <a:gd name="connsiteY5" fmla="*/ 0 h 272927"/>
              <a:gd name="connsiteX6" fmla="*/ 891783 w 951511"/>
              <a:gd name="connsiteY6" fmla="*/ 214028 h 272927"/>
              <a:gd name="connsiteX7" fmla="*/ 59729 w 951511"/>
              <a:gd name="connsiteY7" fmla="*/ 214028 h 272927"/>
              <a:gd name="connsiteX8" fmla="*/ 59729 w 951511"/>
              <a:gd name="connsiteY8" fmla="*/ 59729 h 272927"/>
              <a:gd name="connsiteX9" fmla="*/ 892612 w 951511"/>
              <a:gd name="connsiteY9" fmla="*/ 59729 h 272927"/>
              <a:gd name="connsiteX10" fmla="*/ 892612 w 951511"/>
              <a:gd name="connsiteY10" fmla="*/ 214028 h 272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1511" h="272927">
                <a:moveTo>
                  <a:pt x="0" y="0"/>
                </a:moveTo>
                <a:lnTo>
                  <a:pt x="0" y="272927"/>
                </a:lnTo>
                <a:lnTo>
                  <a:pt x="0" y="272927"/>
                </a:lnTo>
                <a:lnTo>
                  <a:pt x="951511" y="272927"/>
                </a:lnTo>
                <a:lnTo>
                  <a:pt x="951511" y="0"/>
                </a:lnTo>
                <a:lnTo>
                  <a:pt x="0" y="0"/>
                </a:lnTo>
                <a:close/>
                <a:moveTo>
                  <a:pt x="891783" y="214028"/>
                </a:moveTo>
                <a:lnTo>
                  <a:pt x="59729" y="214028"/>
                </a:lnTo>
                <a:lnTo>
                  <a:pt x="59729" y="59729"/>
                </a:lnTo>
                <a:lnTo>
                  <a:pt x="892612" y="59729"/>
                </a:lnTo>
                <a:lnTo>
                  <a:pt x="892612" y="214028"/>
                </a:lnTo>
                <a:close/>
              </a:path>
            </a:pathLst>
          </a:custGeom>
          <a:solidFill>
            <a:srgbClr val="01A982"/>
          </a:solidFill>
          <a:ln w="8283" cap="flat">
            <a:noFill/>
            <a:prstDash val="solid"/>
            <a:miter/>
          </a:ln>
        </p:spPr>
        <p:txBody>
          <a:bodyPr rtlCol="0" anchor="ctr"/>
          <a:lstStyle>
            <a:defPPr>
              <a:defRPr lang="en-US"/>
            </a:defPPr>
            <a:lvl1pPr marL="0" algn="l" defTabSz="957925" rtl="0" eaLnBrk="1" latinLnBrk="0" hangingPunct="1">
              <a:defRPr sz="1885" kern="1200">
                <a:solidFill>
                  <a:schemeClr val="tx1"/>
                </a:solidFill>
                <a:latin typeface="+mn-lt"/>
                <a:ea typeface="+mn-ea"/>
                <a:cs typeface="+mn-cs"/>
              </a:defRPr>
            </a:lvl1pPr>
            <a:lvl2pPr marL="478963" algn="l" defTabSz="957925" rtl="0" eaLnBrk="1" latinLnBrk="0" hangingPunct="1">
              <a:defRPr sz="1885" kern="1200">
                <a:solidFill>
                  <a:schemeClr val="tx1"/>
                </a:solidFill>
                <a:latin typeface="+mn-lt"/>
                <a:ea typeface="+mn-ea"/>
                <a:cs typeface="+mn-cs"/>
              </a:defRPr>
            </a:lvl2pPr>
            <a:lvl3pPr marL="957925" algn="l" defTabSz="957925" rtl="0" eaLnBrk="1" latinLnBrk="0" hangingPunct="1">
              <a:defRPr sz="1885" kern="1200">
                <a:solidFill>
                  <a:schemeClr val="tx1"/>
                </a:solidFill>
                <a:latin typeface="+mn-lt"/>
                <a:ea typeface="+mn-ea"/>
                <a:cs typeface="+mn-cs"/>
              </a:defRPr>
            </a:lvl3pPr>
            <a:lvl4pPr marL="1436888" algn="l" defTabSz="957925" rtl="0" eaLnBrk="1" latinLnBrk="0" hangingPunct="1">
              <a:defRPr sz="1885" kern="1200">
                <a:solidFill>
                  <a:schemeClr val="tx1"/>
                </a:solidFill>
                <a:latin typeface="+mn-lt"/>
                <a:ea typeface="+mn-ea"/>
                <a:cs typeface="+mn-cs"/>
              </a:defRPr>
            </a:lvl4pPr>
            <a:lvl5pPr marL="1915850" algn="l" defTabSz="957925" rtl="0" eaLnBrk="1" latinLnBrk="0" hangingPunct="1">
              <a:defRPr sz="1885" kern="1200">
                <a:solidFill>
                  <a:schemeClr val="tx1"/>
                </a:solidFill>
                <a:latin typeface="+mn-lt"/>
                <a:ea typeface="+mn-ea"/>
                <a:cs typeface="+mn-cs"/>
              </a:defRPr>
            </a:lvl5pPr>
            <a:lvl6pPr marL="2394814" algn="l" defTabSz="957925" rtl="0" eaLnBrk="1" latinLnBrk="0" hangingPunct="1">
              <a:defRPr sz="1885" kern="1200">
                <a:solidFill>
                  <a:schemeClr val="tx1"/>
                </a:solidFill>
                <a:latin typeface="+mn-lt"/>
                <a:ea typeface="+mn-ea"/>
                <a:cs typeface="+mn-cs"/>
              </a:defRPr>
            </a:lvl6pPr>
            <a:lvl7pPr marL="2873777" algn="l" defTabSz="957925" rtl="0" eaLnBrk="1" latinLnBrk="0" hangingPunct="1">
              <a:defRPr sz="1885" kern="1200">
                <a:solidFill>
                  <a:schemeClr val="tx1"/>
                </a:solidFill>
                <a:latin typeface="+mn-lt"/>
                <a:ea typeface="+mn-ea"/>
                <a:cs typeface="+mn-cs"/>
              </a:defRPr>
            </a:lvl7pPr>
            <a:lvl8pPr marL="3352739" algn="l" defTabSz="957925" rtl="0" eaLnBrk="1" latinLnBrk="0" hangingPunct="1">
              <a:defRPr sz="1885" kern="1200">
                <a:solidFill>
                  <a:schemeClr val="tx1"/>
                </a:solidFill>
                <a:latin typeface="+mn-lt"/>
                <a:ea typeface="+mn-ea"/>
                <a:cs typeface="+mn-cs"/>
              </a:defRPr>
            </a:lvl8pPr>
            <a:lvl9pPr marL="3831702" algn="l" defTabSz="957925" rtl="0" eaLnBrk="1" latinLnBrk="0" hangingPunct="1">
              <a:defRPr sz="1885" kern="1200">
                <a:solidFill>
                  <a:schemeClr val="tx1"/>
                </a:solidFill>
                <a:latin typeface="+mn-lt"/>
                <a:ea typeface="+mn-ea"/>
                <a:cs typeface="+mn-cs"/>
              </a:defRPr>
            </a:lvl9pPr>
          </a:lstStyle>
          <a:p>
            <a:pPr marL="0" marR="0" lvl="0" indent="0" algn="l"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dirty="0">
              <a:ln>
                <a:noFill/>
              </a:ln>
              <a:solidFill>
                <a:prstClr val="black"/>
              </a:solidFill>
              <a:effectLst/>
              <a:uLnTx/>
              <a:uFillTx/>
              <a:latin typeface="MetricHPE"/>
              <a:ea typeface="+mn-ea"/>
              <a:cs typeface="+mn-cs"/>
            </a:endParaRPr>
          </a:p>
        </p:txBody>
      </p:sp>
    </p:spTree>
    <p:custDataLst>
      <p:tags r:id="rId1"/>
    </p:custDataLst>
    <p:extLst>
      <p:ext uri="{BB962C8B-B14F-4D97-AF65-F5344CB8AC3E}">
        <p14:creationId xmlns:p14="http://schemas.microsoft.com/office/powerpoint/2010/main" val="2880706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025491"/>
            <a:ext cx="5670590" cy="708779"/>
          </a:xfrm>
          <a:prstGeom prst="rect">
            <a:avLst/>
          </a:prstGeom>
          <a:noFill/>
          <a:ln/>
        </p:spPr>
        <p:txBody>
          <a:bodyPr wrap="none" lIns="0" tIns="0" rIns="0" bIns="0" rtlCol="0" anchor="t"/>
          <a:lstStyle/>
          <a:p>
            <a:pPr marL="0" indent="0">
              <a:lnSpc>
                <a:spcPts val="5550"/>
              </a:lnSpc>
              <a:buNone/>
            </a:pPr>
            <a:r>
              <a:rPr lang="en-US" sz="4450" b="1" dirty="0">
                <a:solidFill>
                  <a:srgbClr val="000000"/>
                </a:solidFill>
                <a:latin typeface="MetricHPE Bold" pitchFamily="34" charset="0"/>
                <a:ea typeface="MetricHPE Bold" pitchFamily="34" charset="-122"/>
                <a:cs typeface="MetricHPE Bold" pitchFamily="34" charset="-120"/>
              </a:rPr>
              <a:t>Topics</a:t>
            </a:r>
            <a:endParaRPr lang="en-US" sz="4450" dirty="0"/>
          </a:p>
        </p:txBody>
      </p:sp>
      <p:sp>
        <p:nvSpPr>
          <p:cNvPr id="3" name="Text 1"/>
          <p:cNvSpPr/>
          <p:nvPr/>
        </p:nvSpPr>
        <p:spPr>
          <a:xfrm>
            <a:off x="793790" y="3187898"/>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000000"/>
                </a:solidFill>
                <a:latin typeface="MetricHPE" pitchFamily="34" charset="0"/>
                <a:ea typeface="MetricHPE" pitchFamily="34" charset="-122"/>
                <a:cs typeface="MetricHPE" pitchFamily="34" charset="-120"/>
              </a:rPr>
              <a:t>Chunking</a:t>
            </a:r>
            <a:endParaRPr lang="en-US" sz="1750" dirty="0"/>
          </a:p>
        </p:txBody>
      </p:sp>
      <p:sp>
        <p:nvSpPr>
          <p:cNvPr id="4" name="Text 2"/>
          <p:cNvSpPr/>
          <p:nvPr/>
        </p:nvSpPr>
        <p:spPr>
          <a:xfrm>
            <a:off x="793790" y="3630097"/>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000000"/>
                </a:solidFill>
                <a:latin typeface="MetricHPE" pitchFamily="34" charset="0"/>
                <a:ea typeface="MetricHPE" pitchFamily="34" charset="-122"/>
                <a:cs typeface="MetricHPE" pitchFamily="34" charset="-120"/>
              </a:rPr>
              <a:t>Vector Embeddings</a:t>
            </a:r>
            <a:endParaRPr lang="en-US" sz="1750" dirty="0"/>
          </a:p>
        </p:txBody>
      </p:sp>
      <p:sp>
        <p:nvSpPr>
          <p:cNvPr id="5" name="Text 3"/>
          <p:cNvSpPr/>
          <p:nvPr/>
        </p:nvSpPr>
        <p:spPr>
          <a:xfrm>
            <a:off x="793790" y="4072295"/>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000000"/>
                </a:solidFill>
                <a:latin typeface="MetricHPE" pitchFamily="34" charset="0"/>
                <a:ea typeface="MetricHPE" pitchFamily="34" charset="-122"/>
                <a:cs typeface="MetricHPE" pitchFamily="34" charset="-120"/>
              </a:rPr>
              <a:t>Introduction to vector databases</a:t>
            </a:r>
            <a:endParaRPr lang="en-US" sz="1750" dirty="0"/>
          </a:p>
        </p:txBody>
      </p:sp>
      <p:sp>
        <p:nvSpPr>
          <p:cNvPr id="6" name="Text 4"/>
          <p:cNvSpPr/>
          <p:nvPr/>
        </p:nvSpPr>
        <p:spPr>
          <a:xfrm>
            <a:off x="793790" y="4514493"/>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000000"/>
                </a:solidFill>
                <a:latin typeface="MetricHPE" pitchFamily="34" charset="0"/>
                <a:ea typeface="MetricHPE" pitchFamily="34" charset="-122"/>
                <a:cs typeface="MetricHPE" pitchFamily="34" charset="-120"/>
              </a:rPr>
              <a:t>Popular vector databases</a:t>
            </a:r>
            <a:endParaRPr lang="en-US" sz="1750" dirty="0"/>
          </a:p>
        </p:txBody>
      </p:sp>
      <p:sp>
        <p:nvSpPr>
          <p:cNvPr id="7" name="Text 5"/>
          <p:cNvSpPr/>
          <p:nvPr/>
        </p:nvSpPr>
        <p:spPr>
          <a:xfrm>
            <a:off x="793790" y="4956691"/>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000000"/>
                </a:solidFill>
                <a:latin typeface="MetricHPE" pitchFamily="34" charset="0"/>
                <a:ea typeface="MetricHPE" pitchFamily="34" charset="-122"/>
                <a:cs typeface="MetricHPE" pitchFamily="34" charset="-120"/>
              </a:rPr>
              <a:t>Chroma </a:t>
            </a:r>
            <a:endParaRPr lang="en-US" sz="1750" dirty="0"/>
          </a:p>
        </p:txBody>
      </p:sp>
      <p:sp>
        <p:nvSpPr>
          <p:cNvPr id="8" name="Text 6"/>
          <p:cNvSpPr/>
          <p:nvPr/>
        </p:nvSpPr>
        <p:spPr>
          <a:xfrm>
            <a:off x="793790" y="5398889"/>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000000"/>
                </a:solidFill>
                <a:latin typeface="MetricHPE" pitchFamily="34" charset="0"/>
                <a:ea typeface="MetricHPE" pitchFamily="34" charset="-122"/>
                <a:cs typeface="MetricHPE" pitchFamily="34" charset="-120"/>
              </a:rPr>
              <a:t>Similarity search</a:t>
            </a:r>
            <a:endParaRPr lang="en-US" sz="1750" dirty="0"/>
          </a:p>
        </p:txBody>
      </p:sp>
      <p:sp>
        <p:nvSpPr>
          <p:cNvPr id="9" name="Text 7"/>
          <p:cNvSpPr/>
          <p:nvPr/>
        </p:nvSpPr>
        <p:spPr>
          <a:xfrm>
            <a:off x="793790" y="5841087"/>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000000"/>
                </a:solidFill>
                <a:latin typeface="MetricHPE" pitchFamily="34" charset="0"/>
                <a:ea typeface="MetricHPE" pitchFamily="34" charset="-122"/>
                <a:cs typeface="MetricHPE" pitchFamily="34" charset="-120"/>
              </a:rPr>
              <a:t>Applications of vector databases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53427" y="591979"/>
            <a:ext cx="6361390" cy="672703"/>
          </a:xfrm>
          <a:prstGeom prst="rect">
            <a:avLst/>
          </a:prstGeom>
          <a:noFill/>
          <a:ln/>
        </p:spPr>
        <p:txBody>
          <a:bodyPr wrap="none" lIns="0" tIns="0" rIns="0" bIns="0" rtlCol="0" anchor="t"/>
          <a:lstStyle/>
          <a:p>
            <a:pPr>
              <a:lnSpc>
                <a:spcPts val="5250"/>
              </a:lnSpc>
            </a:pPr>
            <a:endParaRPr lang="en-US" sz="4200" dirty="0">
              <a:ea typeface="Calibri"/>
              <a:cs typeface="Calibri"/>
            </a:endParaRPr>
          </a:p>
        </p:txBody>
      </p:sp>
      <p:pic>
        <p:nvPicPr>
          <p:cNvPr id="3" name="Image 0" descr="preencoded.png"/>
          <p:cNvPicPr>
            <a:picLocks noChangeAspect="1"/>
          </p:cNvPicPr>
          <p:nvPr/>
        </p:nvPicPr>
        <p:blipFill>
          <a:blip r:embed="rId3"/>
          <a:stretch>
            <a:fillRect/>
          </a:stretch>
        </p:blipFill>
        <p:spPr>
          <a:xfrm>
            <a:off x="753427" y="1695212"/>
            <a:ext cx="1076325" cy="1722120"/>
          </a:xfrm>
          <a:prstGeom prst="rect">
            <a:avLst/>
          </a:prstGeom>
        </p:spPr>
      </p:pic>
      <p:sp>
        <p:nvSpPr>
          <p:cNvPr id="4" name="Text 1"/>
          <p:cNvSpPr/>
          <p:nvPr/>
        </p:nvSpPr>
        <p:spPr>
          <a:xfrm>
            <a:off x="2152650" y="2056781"/>
            <a:ext cx="3075861" cy="336352"/>
          </a:xfrm>
          <a:prstGeom prst="rect">
            <a:avLst/>
          </a:prstGeom>
          <a:noFill/>
          <a:ln/>
        </p:spPr>
        <p:txBody>
          <a:bodyPr wrap="none" lIns="0" tIns="0" rIns="0" bIns="0" rtlCol="0" anchor="t"/>
          <a:lstStyle/>
          <a:p>
            <a:pPr>
              <a:lnSpc>
                <a:spcPts val="2600"/>
              </a:lnSpc>
            </a:pPr>
            <a:r>
              <a:rPr lang="en-US" sz="2100" b="1" dirty="0">
                <a:solidFill>
                  <a:srgbClr val="000000"/>
                </a:solidFill>
                <a:latin typeface="MetricHPE Bold"/>
              </a:rPr>
              <a:t>Data Source Identification</a:t>
            </a:r>
            <a:endParaRPr lang="en-US" dirty="0"/>
          </a:p>
        </p:txBody>
      </p:sp>
      <p:sp>
        <p:nvSpPr>
          <p:cNvPr id="5" name="Text 2"/>
          <p:cNvSpPr/>
          <p:nvPr/>
        </p:nvSpPr>
        <p:spPr>
          <a:xfrm>
            <a:off x="2152650" y="2375892"/>
            <a:ext cx="11724323" cy="688658"/>
          </a:xfrm>
          <a:prstGeom prst="rect">
            <a:avLst/>
          </a:prstGeom>
          <a:noFill/>
          <a:ln/>
        </p:spPr>
        <p:txBody>
          <a:bodyPr wrap="square" lIns="0" tIns="0" rIns="0" bIns="0" rtlCol="0" anchor="t"/>
          <a:lstStyle/>
          <a:p>
            <a:pPr marL="0" indent="0" algn="l">
              <a:lnSpc>
                <a:spcPts val="2700"/>
              </a:lnSpc>
              <a:buNone/>
            </a:pPr>
            <a:endParaRPr lang="en-US" sz="1650" dirty="0">
              <a:latin typeface="MetricHPE"/>
            </a:endParaRPr>
          </a:p>
        </p:txBody>
      </p:sp>
      <p:pic>
        <p:nvPicPr>
          <p:cNvPr id="6" name="Image 1" descr="preencoded.png"/>
          <p:cNvPicPr>
            <a:picLocks noChangeAspect="1"/>
          </p:cNvPicPr>
          <p:nvPr/>
        </p:nvPicPr>
        <p:blipFill>
          <a:blip r:embed="rId4"/>
          <a:stretch>
            <a:fillRect/>
          </a:stretch>
        </p:blipFill>
        <p:spPr>
          <a:xfrm>
            <a:off x="753427" y="3417332"/>
            <a:ext cx="1076325" cy="1722120"/>
          </a:xfrm>
          <a:prstGeom prst="rect">
            <a:avLst/>
          </a:prstGeom>
        </p:spPr>
      </p:pic>
      <p:sp>
        <p:nvSpPr>
          <p:cNvPr id="7" name="Text 3"/>
          <p:cNvSpPr/>
          <p:nvPr/>
        </p:nvSpPr>
        <p:spPr>
          <a:xfrm>
            <a:off x="2152650" y="2718197"/>
            <a:ext cx="3668197" cy="336352"/>
          </a:xfrm>
          <a:prstGeom prst="rect">
            <a:avLst/>
          </a:prstGeom>
          <a:noFill/>
          <a:ln/>
        </p:spPr>
        <p:txBody>
          <a:bodyPr wrap="none" lIns="0" tIns="0" rIns="0" bIns="0" rtlCol="0" anchor="t"/>
          <a:lstStyle/>
          <a:p>
            <a:pPr>
              <a:lnSpc>
                <a:spcPts val="2600"/>
              </a:lnSpc>
            </a:pPr>
            <a:r>
              <a:rPr lang="en-US" sz="1600" dirty="0">
                <a:latin typeface="MetricHPE Bold"/>
              </a:rPr>
              <a:t>Web Scraping / Extraction</a:t>
            </a:r>
            <a:endParaRPr lang="en-US" sz="1600" dirty="0">
              <a:latin typeface="MetricHPE Bold"/>
              <a:ea typeface="MetricHPE Bold"/>
            </a:endParaRPr>
          </a:p>
        </p:txBody>
      </p:sp>
      <p:sp>
        <p:nvSpPr>
          <p:cNvPr id="8" name="Text 4"/>
          <p:cNvSpPr/>
          <p:nvPr/>
        </p:nvSpPr>
        <p:spPr>
          <a:xfrm>
            <a:off x="2152650" y="4098012"/>
            <a:ext cx="11724323" cy="688658"/>
          </a:xfrm>
          <a:prstGeom prst="rect">
            <a:avLst/>
          </a:prstGeom>
          <a:noFill/>
          <a:ln/>
        </p:spPr>
        <p:txBody>
          <a:bodyPr wrap="square" lIns="0" tIns="0" rIns="0" bIns="0" rtlCol="0" anchor="t"/>
          <a:lstStyle/>
          <a:p>
            <a:pPr marL="0" indent="0" algn="l">
              <a:lnSpc>
                <a:spcPts val="2700"/>
              </a:lnSpc>
              <a:buNone/>
            </a:pPr>
            <a:endParaRPr lang="en-US" sz="1650">
              <a:latin typeface="MetricHPE"/>
            </a:endParaRPr>
          </a:p>
        </p:txBody>
      </p:sp>
      <p:pic>
        <p:nvPicPr>
          <p:cNvPr id="9" name="Image 2" descr="preencoded.png"/>
          <p:cNvPicPr>
            <a:picLocks noChangeAspect="1"/>
          </p:cNvPicPr>
          <p:nvPr/>
        </p:nvPicPr>
        <p:blipFill>
          <a:blip r:embed="rId5"/>
          <a:stretch>
            <a:fillRect/>
          </a:stretch>
        </p:blipFill>
        <p:spPr>
          <a:xfrm>
            <a:off x="753427" y="5139452"/>
            <a:ext cx="1076325" cy="2499003"/>
          </a:xfrm>
          <a:prstGeom prst="rect">
            <a:avLst/>
          </a:prstGeom>
        </p:spPr>
      </p:pic>
      <p:sp>
        <p:nvSpPr>
          <p:cNvPr id="10" name="Text 5"/>
          <p:cNvSpPr/>
          <p:nvPr/>
        </p:nvSpPr>
        <p:spPr>
          <a:xfrm>
            <a:off x="2196541" y="4118448"/>
            <a:ext cx="3627239" cy="336352"/>
          </a:xfrm>
          <a:prstGeom prst="rect">
            <a:avLst/>
          </a:prstGeom>
          <a:noFill/>
          <a:ln/>
        </p:spPr>
        <p:txBody>
          <a:bodyPr wrap="none" lIns="0" tIns="0" rIns="0" bIns="0" rtlCol="0" anchor="t"/>
          <a:lstStyle/>
          <a:p>
            <a:pPr marL="0" indent="0" algn="l">
              <a:lnSpc>
                <a:spcPts val="2600"/>
              </a:lnSpc>
              <a:buNone/>
            </a:pPr>
            <a:r>
              <a:rPr lang="en-US" sz="2100" b="1" dirty="0">
                <a:solidFill>
                  <a:srgbClr val="000000"/>
                </a:solidFill>
                <a:latin typeface="MetricHPE Bold"/>
              </a:rPr>
              <a:t>Chunking</a:t>
            </a:r>
            <a:endParaRPr lang="en-US" dirty="0"/>
          </a:p>
        </p:txBody>
      </p:sp>
      <p:sp>
        <p:nvSpPr>
          <p:cNvPr id="11" name="Text 6"/>
          <p:cNvSpPr/>
          <p:nvPr/>
        </p:nvSpPr>
        <p:spPr>
          <a:xfrm>
            <a:off x="2152650" y="5820132"/>
            <a:ext cx="11724323" cy="344329"/>
          </a:xfrm>
          <a:prstGeom prst="rect">
            <a:avLst/>
          </a:prstGeom>
          <a:noFill/>
          <a:ln/>
        </p:spPr>
        <p:txBody>
          <a:bodyPr wrap="none" lIns="0" tIns="0" rIns="0" bIns="0" rtlCol="0" anchor="t"/>
          <a:lstStyle/>
          <a:p>
            <a:pPr algn="l">
              <a:lnSpc>
                <a:spcPts val="2700"/>
              </a:lnSpc>
              <a:buSzPct val="100000"/>
            </a:pPr>
            <a:endParaRPr lang="en-US" sz="1650" dirty="0">
              <a:latin typeface="MetricHPE"/>
            </a:endParaRPr>
          </a:p>
        </p:txBody>
      </p:sp>
      <p:sp>
        <p:nvSpPr>
          <p:cNvPr id="12" name="Text 7"/>
          <p:cNvSpPr/>
          <p:nvPr/>
        </p:nvSpPr>
        <p:spPr>
          <a:xfrm>
            <a:off x="2152650" y="6239708"/>
            <a:ext cx="11724323" cy="344329"/>
          </a:xfrm>
          <a:prstGeom prst="rect">
            <a:avLst/>
          </a:prstGeom>
          <a:noFill/>
          <a:ln/>
        </p:spPr>
        <p:txBody>
          <a:bodyPr wrap="none" lIns="0" tIns="0" rIns="0" bIns="0" rtlCol="0" anchor="t"/>
          <a:lstStyle/>
          <a:p>
            <a:pPr algn="l">
              <a:lnSpc>
                <a:spcPts val="2700"/>
              </a:lnSpc>
              <a:buSzPct val="100000"/>
            </a:pPr>
            <a:endParaRPr lang="en-US" sz="1650" dirty="0">
              <a:latin typeface="MetricHPE"/>
            </a:endParaRPr>
          </a:p>
        </p:txBody>
      </p:sp>
      <p:sp>
        <p:nvSpPr>
          <p:cNvPr id="13" name="Text 8"/>
          <p:cNvSpPr/>
          <p:nvPr/>
        </p:nvSpPr>
        <p:spPr>
          <a:xfrm>
            <a:off x="2152650" y="6659285"/>
            <a:ext cx="11724323" cy="344329"/>
          </a:xfrm>
          <a:prstGeom prst="rect">
            <a:avLst/>
          </a:prstGeom>
          <a:noFill/>
          <a:ln/>
        </p:spPr>
        <p:txBody>
          <a:bodyPr wrap="none" lIns="0" tIns="0" rIns="0" bIns="0" rtlCol="0" anchor="t"/>
          <a:lstStyle/>
          <a:p>
            <a:pPr algn="l">
              <a:lnSpc>
                <a:spcPts val="2700"/>
              </a:lnSpc>
              <a:buSzPct val="100000"/>
            </a:pPr>
            <a:endParaRPr lang="en-US" sz="1650" dirty="0">
              <a:latin typeface="MetricHPE"/>
            </a:endParaRPr>
          </a:p>
        </p:txBody>
      </p:sp>
      <p:sp>
        <p:nvSpPr>
          <p:cNvPr id="14" name="Text 9"/>
          <p:cNvSpPr/>
          <p:nvPr/>
        </p:nvSpPr>
        <p:spPr>
          <a:xfrm>
            <a:off x="2152650" y="7078861"/>
            <a:ext cx="11724323" cy="344329"/>
          </a:xfrm>
          <a:prstGeom prst="rect">
            <a:avLst/>
          </a:prstGeom>
          <a:noFill/>
          <a:ln/>
        </p:spPr>
        <p:txBody>
          <a:bodyPr wrap="none" lIns="0" tIns="0" rIns="0" bIns="0" rtlCol="0" anchor="t"/>
          <a:lstStyle/>
          <a:p>
            <a:pPr algn="l">
              <a:lnSpc>
                <a:spcPts val="2700"/>
              </a:lnSpc>
              <a:buSzPct val="100000"/>
            </a:pPr>
            <a:endParaRPr lang="en-US" sz="1650" dirty="0">
              <a:latin typeface="MetricHPE"/>
            </a:endParaRPr>
          </a:p>
        </p:txBody>
      </p:sp>
      <p:sp>
        <p:nvSpPr>
          <p:cNvPr id="15" name="Text 5">
            <a:extLst>
              <a:ext uri="{FF2B5EF4-FFF2-40B4-BE49-F238E27FC236}">
                <a16:creationId xmlns:a16="http://schemas.microsoft.com/office/drawing/2014/main" id="{21E96E22-1DC6-486A-3A93-2D0C5815BB91}"/>
              </a:ext>
            </a:extLst>
          </p:cNvPr>
          <p:cNvSpPr/>
          <p:nvPr/>
        </p:nvSpPr>
        <p:spPr>
          <a:xfrm>
            <a:off x="2196541" y="6247171"/>
            <a:ext cx="3627239" cy="336352"/>
          </a:xfrm>
          <a:prstGeom prst="rect">
            <a:avLst/>
          </a:prstGeom>
          <a:noFill/>
          <a:ln/>
        </p:spPr>
        <p:txBody>
          <a:bodyPr wrap="none" lIns="0" tIns="0" rIns="0" bIns="0" rtlCol="0" anchor="t"/>
          <a:lstStyle/>
          <a:p>
            <a:pPr>
              <a:lnSpc>
                <a:spcPts val="2600"/>
              </a:lnSpc>
            </a:pPr>
            <a:r>
              <a:rPr lang="en-US" sz="2100" b="1" dirty="0">
                <a:solidFill>
                  <a:srgbClr val="000000"/>
                </a:solidFill>
                <a:latin typeface="MetricHPE Bold"/>
              </a:rPr>
              <a:t>Embedding Preparation</a:t>
            </a:r>
            <a:endParaRPr lang="en-US" dirty="0" err="1"/>
          </a:p>
        </p:txBody>
      </p:sp>
      <p:sp>
        <p:nvSpPr>
          <p:cNvPr id="17" name="Text 0">
            <a:extLst>
              <a:ext uri="{FF2B5EF4-FFF2-40B4-BE49-F238E27FC236}">
                <a16:creationId xmlns:a16="http://schemas.microsoft.com/office/drawing/2014/main" id="{A289019B-69E8-6AB2-0F34-B36F241C2CB2}"/>
              </a:ext>
            </a:extLst>
          </p:cNvPr>
          <p:cNvSpPr/>
          <p:nvPr/>
        </p:nvSpPr>
        <p:spPr>
          <a:xfrm>
            <a:off x="749899" y="555650"/>
            <a:ext cx="5670590" cy="708779"/>
          </a:xfrm>
          <a:prstGeom prst="rect">
            <a:avLst/>
          </a:prstGeom>
          <a:noFill/>
          <a:ln/>
        </p:spPr>
        <p:txBody>
          <a:bodyPr wrap="none" lIns="0" tIns="0" rIns="0" bIns="0" rtlCol="0" anchor="t"/>
          <a:lstStyle/>
          <a:p>
            <a:pPr>
              <a:lnSpc>
                <a:spcPts val="5550"/>
              </a:lnSpc>
            </a:pPr>
            <a:r>
              <a:rPr lang="en-US" sz="3400" b="1" dirty="0">
                <a:latin typeface="MetricHPE Bold"/>
              </a:rPr>
              <a:t>Data Processing Pipeline</a:t>
            </a:r>
          </a:p>
        </p:txBody>
      </p:sp>
    </p:spTree>
    <p:extLst>
      <p:ext uri="{BB962C8B-B14F-4D97-AF65-F5344CB8AC3E}">
        <p14:creationId xmlns:p14="http://schemas.microsoft.com/office/powerpoint/2010/main" val="3557971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688419"/>
            <a:ext cx="5670590" cy="708779"/>
          </a:xfrm>
          <a:prstGeom prst="rect">
            <a:avLst/>
          </a:prstGeom>
          <a:noFill/>
          <a:ln/>
        </p:spPr>
        <p:txBody>
          <a:bodyPr wrap="none" lIns="0" tIns="0" rIns="0" bIns="0" rtlCol="0" anchor="t"/>
          <a:lstStyle/>
          <a:p>
            <a:pPr marL="0" indent="0">
              <a:lnSpc>
                <a:spcPts val="5550"/>
              </a:lnSpc>
              <a:buNone/>
            </a:pPr>
            <a:r>
              <a:rPr lang="en-US" sz="4450" b="1" dirty="0">
                <a:solidFill>
                  <a:srgbClr val="000000"/>
                </a:solidFill>
                <a:latin typeface="MetricHPE Bold" pitchFamily="34" charset="0"/>
                <a:ea typeface="MetricHPE Bold" pitchFamily="34" charset="-122"/>
                <a:cs typeface="MetricHPE Bold" pitchFamily="34" charset="-120"/>
              </a:rPr>
              <a:t>Chunking</a:t>
            </a:r>
            <a:endParaRPr lang="en-US" sz="4450" dirty="0"/>
          </a:p>
        </p:txBody>
      </p:sp>
      <p:sp>
        <p:nvSpPr>
          <p:cNvPr id="3" name="Text 1"/>
          <p:cNvSpPr/>
          <p:nvPr/>
        </p:nvSpPr>
        <p:spPr>
          <a:xfrm>
            <a:off x="793790" y="1737360"/>
            <a:ext cx="13042821" cy="725805"/>
          </a:xfrm>
          <a:prstGeom prst="rect">
            <a:avLst/>
          </a:prstGeom>
          <a:noFill/>
          <a:ln/>
        </p:spPr>
        <p:txBody>
          <a:bodyPr wrap="square" lIns="0" tIns="0" rIns="0" bIns="0" rtlCol="0" anchor="t"/>
          <a:lstStyle/>
          <a:p>
            <a:pPr marL="0" indent="0">
              <a:lnSpc>
                <a:spcPts val="2850"/>
              </a:lnSpc>
              <a:buNone/>
            </a:pPr>
            <a:r>
              <a:rPr lang="en-US" sz="1750" dirty="0">
                <a:solidFill>
                  <a:srgbClr val="000000"/>
                </a:solidFill>
                <a:latin typeface="MetricHPE" pitchFamily="34" charset="0"/>
                <a:ea typeface="MetricHPE" pitchFamily="34" charset="-122"/>
                <a:cs typeface="MetricHPE" pitchFamily="34" charset="-120"/>
              </a:rPr>
              <a:t>Chunking involves dividing text or data into smaller, context-preserving pieces. This is crucial for managing large inputs, ensuring meaningful segments for processing, and enabling better understanding when generating embeddings.</a:t>
            </a:r>
            <a:endParaRPr lang="en-US" sz="1750" dirty="0"/>
          </a:p>
        </p:txBody>
      </p:sp>
      <p:sp>
        <p:nvSpPr>
          <p:cNvPr id="4" name="Text 2"/>
          <p:cNvSpPr/>
          <p:nvPr/>
        </p:nvSpPr>
        <p:spPr>
          <a:xfrm>
            <a:off x="793790" y="2718316"/>
            <a:ext cx="13042821" cy="362903"/>
          </a:xfrm>
          <a:prstGeom prst="rect">
            <a:avLst/>
          </a:prstGeom>
          <a:noFill/>
          <a:ln/>
        </p:spPr>
        <p:txBody>
          <a:bodyPr wrap="none" lIns="0" tIns="0" rIns="0" bIns="0" rtlCol="0" anchor="t"/>
          <a:lstStyle/>
          <a:p>
            <a:pPr marL="0" indent="0">
              <a:lnSpc>
                <a:spcPts val="2850"/>
              </a:lnSpc>
              <a:buNone/>
            </a:pPr>
            <a:r>
              <a:rPr lang="en-US" sz="1750" dirty="0">
                <a:solidFill>
                  <a:srgbClr val="000000"/>
                </a:solidFill>
                <a:latin typeface="MetricHPE" pitchFamily="34" charset="0"/>
                <a:ea typeface="MetricHPE" pitchFamily="34" charset="-122"/>
                <a:cs typeface="MetricHPE" pitchFamily="34" charset="-120"/>
              </a:rPr>
              <a:t>Chunking would look something like :</a:t>
            </a:r>
            <a:endParaRPr lang="en-US" sz="1750" dirty="0"/>
          </a:p>
        </p:txBody>
      </p:sp>
      <p:pic>
        <p:nvPicPr>
          <p:cNvPr id="5" name="Image 0" descr="preencoded.png"/>
          <p:cNvPicPr>
            <a:picLocks noChangeAspect="1"/>
          </p:cNvPicPr>
          <p:nvPr/>
        </p:nvPicPr>
        <p:blipFill>
          <a:blip r:embed="rId3"/>
          <a:stretch>
            <a:fillRect/>
          </a:stretch>
        </p:blipFill>
        <p:spPr>
          <a:xfrm>
            <a:off x="793790" y="3336369"/>
            <a:ext cx="6521410" cy="907256"/>
          </a:xfrm>
          <a:prstGeom prst="rect">
            <a:avLst/>
          </a:prstGeom>
        </p:spPr>
      </p:pic>
      <p:sp>
        <p:nvSpPr>
          <p:cNvPr id="6" name="Text 3"/>
          <p:cNvSpPr/>
          <p:nvPr/>
        </p:nvSpPr>
        <p:spPr>
          <a:xfrm>
            <a:off x="1020604" y="4583787"/>
            <a:ext cx="6067782" cy="1451372"/>
          </a:xfrm>
          <a:prstGeom prst="rect">
            <a:avLst/>
          </a:prstGeom>
          <a:noFill/>
          <a:ln/>
        </p:spPr>
        <p:txBody>
          <a:bodyPr wrap="square" lIns="0" tIns="0" rIns="0" bIns="0" rtlCol="0" anchor="t"/>
          <a:lstStyle/>
          <a:p>
            <a:pPr marL="0" indent="0" algn="ctr">
              <a:lnSpc>
                <a:spcPts val="2250"/>
              </a:lnSpc>
              <a:buNone/>
            </a:pPr>
            <a:r>
              <a:rPr lang="en-US" sz="1400" dirty="0">
                <a:solidFill>
                  <a:srgbClr val="000000"/>
                </a:solidFill>
                <a:latin typeface="MetricHPE" pitchFamily="34" charset="0"/>
                <a:ea typeface="MetricHPE" pitchFamily="34" charset="-122"/>
                <a:cs typeface="MetricHPE" pitchFamily="34" charset="-120"/>
              </a:rPr>
              <a:t>"Artificial intelligence, a rapidly evolving field, is transforming various industries, including healthcare, finance, and education, by automating complex tasks, improving decision-making through data-driven insights, and enabling entirely new capabilities such as personalized learning and predictive analytics, which were once considered beyond the scope of traditional technology."</a:t>
            </a:r>
            <a:endParaRPr lang="en-US" sz="1400" dirty="0"/>
          </a:p>
        </p:txBody>
      </p:sp>
      <p:pic>
        <p:nvPicPr>
          <p:cNvPr id="7" name="Image 1" descr="preencoded.png"/>
          <p:cNvPicPr>
            <a:picLocks noChangeAspect="1"/>
          </p:cNvPicPr>
          <p:nvPr/>
        </p:nvPicPr>
        <p:blipFill>
          <a:blip r:embed="rId4"/>
          <a:stretch>
            <a:fillRect/>
          </a:stretch>
        </p:blipFill>
        <p:spPr>
          <a:xfrm>
            <a:off x="7315200" y="3336369"/>
            <a:ext cx="6521410" cy="907256"/>
          </a:xfrm>
          <a:prstGeom prst="rect">
            <a:avLst/>
          </a:prstGeom>
        </p:spPr>
      </p:pic>
      <p:sp>
        <p:nvSpPr>
          <p:cNvPr id="8" name="Text 4"/>
          <p:cNvSpPr/>
          <p:nvPr/>
        </p:nvSpPr>
        <p:spPr>
          <a:xfrm>
            <a:off x="7542014" y="4583787"/>
            <a:ext cx="6067782" cy="580549"/>
          </a:xfrm>
          <a:prstGeom prst="rect">
            <a:avLst/>
          </a:prstGeom>
          <a:noFill/>
          <a:ln/>
        </p:spPr>
        <p:txBody>
          <a:bodyPr wrap="square" lIns="0" tIns="0" rIns="0" bIns="0" rtlCol="0" anchor="t"/>
          <a:lstStyle/>
          <a:p>
            <a:pPr marL="0" indent="0" algn="l">
              <a:lnSpc>
                <a:spcPts val="2250"/>
              </a:lnSpc>
              <a:buNone/>
            </a:pPr>
            <a:r>
              <a:rPr lang="en-US" sz="1400" dirty="0">
                <a:solidFill>
                  <a:srgbClr val="000000"/>
                </a:solidFill>
                <a:latin typeface="MetricHPE" pitchFamily="34" charset="0"/>
                <a:ea typeface="MetricHPE" pitchFamily="34" charset="-122"/>
                <a:cs typeface="MetricHPE" pitchFamily="34" charset="-120"/>
              </a:rPr>
              <a:t>"Artificial intelligence, a rapidly evolving field, is transforming various industries, including healthcare, finance, and education."</a:t>
            </a:r>
            <a:endParaRPr lang="en-US" sz="1400" dirty="0"/>
          </a:p>
        </p:txBody>
      </p:sp>
      <p:sp>
        <p:nvSpPr>
          <p:cNvPr id="9" name="Text 5"/>
          <p:cNvSpPr/>
          <p:nvPr/>
        </p:nvSpPr>
        <p:spPr>
          <a:xfrm>
            <a:off x="7542014" y="5300424"/>
            <a:ext cx="6067782" cy="580549"/>
          </a:xfrm>
          <a:prstGeom prst="rect">
            <a:avLst/>
          </a:prstGeom>
          <a:noFill/>
          <a:ln/>
        </p:spPr>
        <p:txBody>
          <a:bodyPr wrap="square" lIns="0" tIns="0" rIns="0" bIns="0" rtlCol="0" anchor="t"/>
          <a:lstStyle/>
          <a:p>
            <a:pPr marL="0" indent="0" algn="l">
              <a:lnSpc>
                <a:spcPts val="2250"/>
              </a:lnSpc>
              <a:buNone/>
            </a:pPr>
            <a:r>
              <a:rPr lang="en-US" sz="1400" dirty="0">
                <a:solidFill>
                  <a:srgbClr val="000000"/>
                </a:solidFill>
                <a:latin typeface="MetricHPE" pitchFamily="34" charset="0"/>
                <a:ea typeface="MetricHPE" pitchFamily="34" charset="-122"/>
                <a:cs typeface="MetricHPE" pitchFamily="34" charset="-120"/>
              </a:rPr>
              <a:t>"By automating complex tasks and improving decision-making through data-driven insights."</a:t>
            </a:r>
            <a:endParaRPr lang="en-US" sz="1400" dirty="0"/>
          </a:p>
        </p:txBody>
      </p:sp>
      <p:sp>
        <p:nvSpPr>
          <p:cNvPr id="10" name="Text 6"/>
          <p:cNvSpPr/>
          <p:nvPr/>
        </p:nvSpPr>
        <p:spPr>
          <a:xfrm>
            <a:off x="7542014" y="6017062"/>
            <a:ext cx="6067782" cy="580549"/>
          </a:xfrm>
          <a:prstGeom prst="rect">
            <a:avLst/>
          </a:prstGeom>
          <a:noFill/>
          <a:ln/>
        </p:spPr>
        <p:txBody>
          <a:bodyPr wrap="square" lIns="0" tIns="0" rIns="0" bIns="0" rtlCol="0" anchor="t"/>
          <a:lstStyle/>
          <a:p>
            <a:pPr marL="0" indent="0" algn="l">
              <a:lnSpc>
                <a:spcPts val="2250"/>
              </a:lnSpc>
              <a:buNone/>
            </a:pPr>
            <a:r>
              <a:rPr lang="en-US" sz="1400" dirty="0">
                <a:solidFill>
                  <a:srgbClr val="000000"/>
                </a:solidFill>
                <a:latin typeface="MetricHPE" pitchFamily="34" charset="0"/>
                <a:ea typeface="MetricHPE" pitchFamily="34" charset="-122"/>
                <a:cs typeface="MetricHPE" pitchFamily="34" charset="-120"/>
              </a:rPr>
              <a:t>"Enabling entirely new capabilities such as personalized learning and predictive analytics."</a:t>
            </a:r>
            <a:endParaRPr lang="en-US" sz="1400" dirty="0"/>
          </a:p>
        </p:txBody>
      </p:sp>
      <p:sp>
        <p:nvSpPr>
          <p:cNvPr id="11" name="Text 7"/>
          <p:cNvSpPr/>
          <p:nvPr/>
        </p:nvSpPr>
        <p:spPr>
          <a:xfrm>
            <a:off x="7542014" y="6733699"/>
            <a:ext cx="6067782" cy="580549"/>
          </a:xfrm>
          <a:prstGeom prst="rect">
            <a:avLst/>
          </a:prstGeom>
          <a:noFill/>
          <a:ln/>
        </p:spPr>
        <p:txBody>
          <a:bodyPr wrap="square" lIns="0" tIns="0" rIns="0" bIns="0" rtlCol="0" anchor="t"/>
          <a:lstStyle/>
          <a:p>
            <a:pPr marL="0" indent="0" algn="l">
              <a:lnSpc>
                <a:spcPts val="2250"/>
              </a:lnSpc>
              <a:buNone/>
            </a:pPr>
            <a:r>
              <a:rPr lang="en-US" sz="1400" dirty="0">
                <a:solidFill>
                  <a:srgbClr val="000000"/>
                </a:solidFill>
                <a:latin typeface="MetricHPE" pitchFamily="34" charset="0"/>
                <a:ea typeface="MetricHPE" pitchFamily="34" charset="-122"/>
                <a:cs typeface="MetricHPE" pitchFamily="34" charset="-120"/>
              </a:rPr>
              <a:t>"These advancements were once considered beyond the scope of traditional technology."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651867"/>
            <a:ext cx="5670590" cy="708779"/>
          </a:xfrm>
          <a:prstGeom prst="rect">
            <a:avLst/>
          </a:prstGeom>
          <a:noFill/>
          <a:ln/>
        </p:spPr>
        <p:txBody>
          <a:bodyPr wrap="none" lIns="0" tIns="0" rIns="0" bIns="0" rtlCol="0" anchor="t"/>
          <a:lstStyle/>
          <a:p>
            <a:pPr marL="0" indent="0">
              <a:lnSpc>
                <a:spcPts val="5550"/>
              </a:lnSpc>
              <a:buNone/>
            </a:pPr>
            <a:r>
              <a:rPr lang="en-US" sz="4450" b="1" dirty="0">
                <a:solidFill>
                  <a:srgbClr val="000000"/>
                </a:solidFill>
                <a:latin typeface="MetricHPE Bold" pitchFamily="34" charset="0"/>
                <a:ea typeface="MetricHPE Bold" pitchFamily="34" charset="-122"/>
                <a:cs typeface="MetricHPE Bold" pitchFamily="34" charset="-120"/>
              </a:rPr>
              <a:t>Vector Embeddings</a:t>
            </a:r>
            <a:endParaRPr lang="en-US" sz="4450" dirty="0"/>
          </a:p>
        </p:txBody>
      </p:sp>
      <p:sp>
        <p:nvSpPr>
          <p:cNvPr id="3" name="Text 1"/>
          <p:cNvSpPr/>
          <p:nvPr/>
        </p:nvSpPr>
        <p:spPr>
          <a:xfrm>
            <a:off x="793790" y="1814274"/>
            <a:ext cx="13042821" cy="1088708"/>
          </a:xfrm>
          <a:prstGeom prst="rect">
            <a:avLst/>
          </a:prstGeom>
          <a:noFill/>
          <a:ln/>
        </p:spPr>
        <p:txBody>
          <a:bodyPr wrap="square" lIns="0" tIns="0" rIns="0" bIns="0" rtlCol="0" anchor="t"/>
          <a:lstStyle/>
          <a:p>
            <a:pPr marL="0" indent="0">
              <a:lnSpc>
                <a:spcPts val="2850"/>
              </a:lnSpc>
              <a:buNone/>
            </a:pPr>
            <a:r>
              <a:rPr lang="en-US" sz="1750" b="1" dirty="0">
                <a:solidFill>
                  <a:srgbClr val="000000"/>
                </a:solidFill>
                <a:latin typeface="MetricHPE" pitchFamily="34" charset="0"/>
                <a:ea typeface="MetricHPE" pitchFamily="34" charset="-122"/>
                <a:cs typeface="MetricHPE" pitchFamily="34" charset="-120"/>
              </a:rPr>
              <a:t>Vector embeddings</a:t>
            </a:r>
            <a:r>
              <a:rPr lang="en-US" sz="1750" dirty="0">
                <a:solidFill>
                  <a:srgbClr val="000000"/>
                </a:solidFill>
                <a:latin typeface="MetricHPE" pitchFamily="34" charset="0"/>
                <a:ea typeface="MetricHPE" pitchFamily="34" charset="-122"/>
                <a:cs typeface="MetricHPE" pitchFamily="34" charset="-120"/>
              </a:rPr>
              <a:t> are numerical representations of data (such as text, images, or audio) in a high-dimensional space. They encode the semantic meaning or key features of the data, allowing models to process and compare data efficiently. Each data point is mapped to a vector (a list of numbers), where similar data points are positioned closer together in the vector space.</a:t>
            </a:r>
            <a:endParaRPr lang="en-US" sz="1750" dirty="0"/>
          </a:p>
        </p:txBody>
      </p:sp>
      <p:sp>
        <p:nvSpPr>
          <p:cNvPr id="4" name="Text 2"/>
          <p:cNvSpPr/>
          <p:nvPr/>
        </p:nvSpPr>
        <p:spPr>
          <a:xfrm>
            <a:off x="793790" y="3158133"/>
            <a:ext cx="13042821" cy="362903"/>
          </a:xfrm>
          <a:prstGeom prst="rect">
            <a:avLst/>
          </a:prstGeom>
          <a:noFill/>
          <a:ln/>
        </p:spPr>
        <p:txBody>
          <a:bodyPr wrap="none" lIns="0" tIns="0" rIns="0" bIns="0" rtlCol="0" anchor="t"/>
          <a:lstStyle/>
          <a:p>
            <a:pPr marL="0" indent="0">
              <a:lnSpc>
                <a:spcPts val="2850"/>
              </a:lnSpc>
              <a:buNone/>
            </a:pPr>
            <a:r>
              <a:rPr lang="en-US" sz="1750" dirty="0">
                <a:solidFill>
                  <a:srgbClr val="000000"/>
                </a:solidFill>
                <a:latin typeface="MetricHPE" pitchFamily="34" charset="0"/>
                <a:ea typeface="MetricHPE" pitchFamily="34" charset="-122"/>
                <a:cs typeface="MetricHPE" pitchFamily="34" charset="-120"/>
              </a:rPr>
              <a:t>Each chunk can be converted into a high-dimensional vector embedding.</a:t>
            </a:r>
            <a:endParaRPr lang="en-US" sz="1750" dirty="0"/>
          </a:p>
        </p:txBody>
      </p:sp>
      <p:sp>
        <p:nvSpPr>
          <p:cNvPr id="5" name="Shape 3"/>
          <p:cNvSpPr/>
          <p:nvPr/>
        </p:nvSpPr>
        <p:spPr>
          <a:xfrm>
            <a:off x="793790" y="3776186"/>
            <a:ext cx="13042821" cy="3801427"/>
          </a:xfrm>
          <a:prstGeom prst="roundRect">
            <a:avLst>
              <a:gd name="adj" fmla="val 2506"/>
            </a:avLst>
          </a:prstGeom>
          <a:noFill/>
          <a:ln w="7620">
            <a:solidFill>
              <a:srgbClr val="000000">
                <a:alpha val="8000"/>
              </a:srgbClr>
            </a:solidFill>
            <a:prstDash val="solid"/>
          </a:ln>
        </p:spPr>
      </p:sp>
      <p:sp>
        <p:nvSpPr>
          <p:cNvPr id="6" name="Shape 4"/>
          <p:cNvSpPr/>
          <p:nvPr/>
        </p:nvSpPr>
        <p:spPr>
          <a:xfrm>
            <a:off x="801410" y="3783806"/>
            <a:ext cx="13027581" cy="650319"/>
          </a:xfrm>
          <a:prstGeom prst="rect">
            <a:avLst/>
          </a:prstGeom>
          <a:solidFill>
            <a:srgbClr val="FFFFFF">
              <a:alpha val="4000"/>
            </a:srgbClr>
          </a:solidFill>
          <a:ln/>
        </p:spPr>
      </p:sp>
      <p:sp>
        <p:nvSpPr>
          <p:cNvPr id="7" name="Text 5"/>
          <p:cNvSpPr/>
          <p:nvPr/>
        </p:nvSpPr>
        <p:spPr>
          <a:xfrm>
            <a:off x="1028224" y="3927515"/>
            <a:ext cx="6056352" cy="362903"/>
          </a:xfrm>
          <a:prstGeom prst="rect">
            <a:avLst/>
          </a:prstGeom>
          <a:noFill/>
          <a:ln/>
        </p:spPr>
        <p:txBody>
          <a:bodyPr wrap="none" lIns="0" tIns="0" rIns="0" bIns="0" rtlCol="0" anchor="t"/>
          <a:lstStyle/>
          <a:p>
            <a:pPr marL="0" indent="0">
              <a:lnSpc>
                <a:spcPts val="2850"/>
              </a:lnSpc>
              <a:buNone/>
            </a:pPr>
            <a:r>
              <a:rPr lang="en-US" sz="1750" b="1" dirty="0">
                <a:solidFill>
                  <a:srgbClr val="000000"/>
                </a:solidFill>
                <a:latin typeface="MetricHPE" pitchFamily="34" charset="0"/>
                <a:ea typeface="MetricHPE" pitchFamily="34" charset="-122"/>
                <a:cs typeface="MetricHPE" pitchFamily="34" charset="-120"/>
              </a:rPr>
              <a:t>Chunk of text</a:t>
            </a:r>
            <a:endParaRPr lang="en-US" sz="1750" dirty="0"/>
          </a:p>
        </p:txBody>
      </p:sp>
      <p:sp>
        <p:nvSpPr>
          <p:cNvPr id="8" name="Text 6"/>
          <p:cNvSpPr/>
          <p:nvPr/>
        </p:nvSpPr>
        <p:spPr>
          <a:xfrm>
            <a:off x="7545824" y="3927515"/>
            <a:ext cx="6056352" cy="362903"/>
          </a:xfrm>
          <a:prstGeom prst="rect">
            <a:avLst/>
          </a:prstGeom>
          <a:noFill/>
          <a:ln/>
        </p:spPr>
        <p:txBody>
          <a:bodyPr wrap="none" lIns="0" tIns="0" rIns="0" bIns="0" rtlCol="0" anchor="t"/>
          <a:lstStyle/>
          <a:p>
            <a:pPr marL="0" indent="0">
              <a:lnSpc>
                <a:spcPts val="2850"/>
              </a:lnSpc>
              <a:buNone/>
            </a:pPr>
            <a:r>
              <a:rPr lang="en-US" sz="1750" b="1" dirty="0">
                <a:solidFill>
                  <a:srgbClr val="000000"/>
                </a:solidFill>
                <a:latin typeface="MetricHPE" pitchFamily="34" charset="0"/>
                <a:ea typeface="MetricHPE" pitchFamily="34" charset="-122"/>
                <a:cs typeface="MetricHPE" pitchFamily="34" charset="-120"/>
              </a:rPr>
              <a:t>Vector Embedding</a:t>
            </a:r>
            <a:endParaRPr lang="en-US" sz="1750" dirty="0"/>
          </a:p>
        </p:txBody>
      </p:sp>
      <p:sp>
        <p:nvSpPr>
          <p:cNvPr id="9" name="Shape 7"/>
          <p:cNvSpPr/>
          <p:nvPr/>
        </p:nvSpPr>
        <p:spPr>
          <a:xfrm>
            <a:off x="801410" y="4434126"/>
            <a:ext cx="13027581" cy="3135868"/>
          </a:xfrm>
          <a:prstGeom prst="rect">
            <a:avLst/>
          </a:prstGeom>
          <a:solidFill>
            <a:srgbClr val="000000">
              <a:alpha val="4000"/>
            </a:srgbClr>
          </a:solidFill>
          <a:ln/>
        </p:spPr>
      </p:sp>
      <p:sp>
        <p:nvSpPr>
          <p:cNvPr id="10" name="Text 8"/>
          <p:cNvSpPr/>
          <p:nvPr/>
        </p:nvSpPr>
        <p:spPr>
          <a:xfrm>
            <a:off x="1028224" y="4577834"/>
            <a:ext cx="6056352" cy="580549"/>
          </a:xfrm>
          <a:prstGeom prst="rect">
            <a:avLst/>
          </a:prstGeom>
          <a:noFill/>
          <a:ln/>
        </p:spPr>
        <p:txBody>
          <a:bodyPr wrap="square" lIns="0" tIns="0" rIns="0" bIns="0" rtlCol="0" anchor="t"/>
          <a:lstStyle/>
          <a:p>
            <a:pPr marL="0" indent="0">
              <a:lnSpc>
                <a:spcPts val="2250"/>
              </a:lnSpc>
              <a:buNone/>
            </a:pPr>
            <a:r>
              <a:rPr lang="en-US" sz="1400" dirty="0">
                <a:solidFill>
                  <a:srgbClr val="000000"/>
                </a:solidFill>
                <a:latin typeface="MetricHPE" pitchFamily="34" charset="0"/>
                <a:ea typeface="MetricHPE" pitchFamily="34" charset="-122"/>
                <a:cs typeface="MetricHPE" pitchFamily="34" charset="-120"/>
              </a:rPr>
              <a:t>"Artificial intelligence, a rapidly evolving field, is transforming various industries, including healthcare, finance, and education."</a:t>
            </a:r>
            <a:endParaRPr lang="en-US" sz="1400" dirty="0"/>
          </a:p>
        </p:txBody>
      </p:sp>
      <p:sp>
        <p:nvSpPr>
          <p:cNvPr id="11" name="Text 9"/>
          <p:cNvSpPr/>
          <p:nvPr/>
        </p:nvSpPr>
        <p:spPr>
          <a:xfrm>
            <a:off x="1028224" y="5294471"/>
            <a:ext cx="6056352" cy="580549"/>
          </a:xfrm>
          <a:prstGeom prst="rect">
            <a:avLst/>
          </a:prstGeom>
          <a:noFill/>
          <a:ln/>
        </p:spPr>
        <p:txBody>
          <a:bodyPr wrap="square" lIns="0" tIns="0" rIns="0" bIns="0" rtlCol="0" anchor="t"/>
          <a:lstStyle/>
          <a:p>
            <a:pPr marL="0" indent="0">
              <a:lnSpc>
                <a:spcPts val="2250"/>
              </a:lnSpc>
              <a:buNone/>
            </a:pPr>
            <a:r>
              <a:rPr lang="en-US" sz="1400" dirty="0">
                <a:solidFill>
                  <a:srgbClr val="000000"/>
                </a:solidFill>
                <a:latin typeface="MetricHPE" pitchFamily="34" charset="0"/>
                <a:ea typeface="MetricHPE" pitchFamily="34" charset="-122"/>
                <a:cs typeface="MetricHPE" pitchFamily="34" charset="-120"/>
              </a:rPr>
              <a:t>"By automating complex tasks and improving decision-making through data-driven insights."</a:t>
            </a:r>
            <a:endParaRPr lang="en-US" sz="1400" dirty="0"/>
          </a:p>
        </p:txBody>
      </p:sp>
      <p:sp>
        <p:nvSpPr>
          <p:cNvPr id="12" name="Text 10"/>
          <p:cNvSpPr/>
          <p:nvPr/>
        </p:nvSpPr>
        <p:spPr>
          <a:xfrm>
            <a:off x="1028224" y="6011108"/>
            <a:ext cx="6056352" cy="580549"/>
          </a:xfrm>
          <a:prstGeom prst="rect">
            <a:avLst/>
          </a:prstGeom>
          <a:noFill/>
          <a:ln/>
        </p:spPr>
        <p:txBody>
          <a:bodyPr wrap="square" lIns="0" tIns="0" rIns="0" bIns="0" rtlCol="0" anchor="t"/>
          <a:lstStyle/>
          <a:p>
            <a:pPr marL="0" indent="0">
              <a:lnSpc>
                <a:spcPts val="2250"/>
              </a:lnSpc>
              <a:buNone/>
            </a:pPr>
            <a:r>
              <a:rPr lang="en-US" sz="1400" dirty="0">
                <a:solidFill>
                  <a:srgbClr val="000000"/>
                </a:solidFill>
                <a:latin typeface="MetricHPE" pitchFamily="34" charset="0"/>
                <a:ea typeface="MetricHPE" pitchFamily="34" charset="-122"/>
                <a:cs typeface="MetricHPE" pitchFamily="34" charset="-120"/>
              </a:rPr>
              <a:t>"Enabling entirely new capabilities such as personalized learning and predictive analytics."</a:t>
            </a:r>
            <a:endParaRPr lang="en-US" sz="1400" dirty="0"/>
          </a:p>
        </p:txBody>
      </p:sp>
      <p:sp>
        <p:nvSpPr>
          <p:cNvPr id="13" name="Text 11"/>
          <p:cNvSpPr/>
          <p:nvPr/>
        </p:nvSpPr>
        <p:spPr>
          <a:xfrm>
            <a:off x="1028224" y="6727746"/>
            <a:ext cx="6056352" cy="580549"/>
          </a:xfrm>
          <a:prstGeom prst="rect">
            <a:avLst/>
          </a:prstGeom>
          <a:noFill/>
          <a:ln/>
        </p:spPr>
        <p:txBody>
          <a:bodyPr wrap="square" lIns="0" tIns="0" rIns="0" bIns="0" rtlCol="0" anchor="t"/>
          <a:lstStyle/>
          <a:p>
            <a:pPr marL="0" indent="0">
              <a:lnSpc>
                <a:spcPts val="2250"/>
              </a:lnSpc>
              <a:buNone/>
            </a:pPr>
            <a:r>
              <a:rPr lang="en-US" sz="1400" dirty="0">
                <a:solidFill>
                  <a:srgbClr val="000000"/>
                </a:solidFill>
                <a:latin typeface="MetricHPE" pitchFamily="34" charset="0"/>
                <a:ea typeface="MetricHPE" pitchFamily="34" charset="-122"/>
                <a:cs typeface="MetricHPE" pitchFamily="34" charset="-120"/>
              </a:rPr>
              <a:t>"These advancements were once considered beyond the scope of traditional technology."</a:t>
            </a:r>
            <a:endParaRPr lang="en-US" sz="1400" dirty="0"/>
          </a:p>
        </p:txBody>
      </p:sp>
      <p:sp>
        <p:nvSpPr>
          <p:cNvPr id="14" name="Text 12"/>
          <p:cNvSpPr/>
          <p:nvPr/>
        </p:nvSpPr>
        <p:spPr>
          <a:xfrm>
            <a:off x="7545824" y="4577834"/>
            <a:ext cx="6056352" cy="290274"/>
          </a:xfrm>
          <a:prstGeom prst="rect">
            <a:avLst/>
          </a:prstGeom>
          <a:noFill/>
          <a:ln/>
        </p:spPr>
        <p:txBody>
          <a:bodyPr wrap="none" lIns="0" tIns="0" rIns="0" bIns="0" rtlCol="0" anchor="t"/>
          <a:lstStyle/>
          <a:p>
            <a:pPr marL="0" indent="0">
              <a:lnSpc>
                <a:spcPts val="2250"/>
              </a:lnSpc>
              <a:buNone/>
            </a:pPr>
            <a:r>
              <a:rPr lang="en-US" sz="1400" dirty="0">
                <a:solidFill>
                  <a:srgbClr val="000000"/>
                </a:solidFill>
                <a:latin typeface="MetricHPE" pitchFamily="34" charset="0"/>
                <a:ea typeface="MetricHPE" pitchFamily="34" charset="-122"/>
                <a:cs typeface="MetricHPE" pitchFamily="34" charset="-120"/>
              </a:rPr>
              <a:t>[0.25, -0.78,..., 1.03, 0.57]</a:t>
            </a:r>
            <a:endParaRPr lang="en-US" sz="1400" dirty="0"/>
          </a:p>
        </p:txBody>
      </p:sp>
      <p:sp>
        <p:nvSpPr>
          <p:cNvPr id="15" name="Text 13"/>
          <p:cNvSpPr/>
          <p:nvPr/>
        </p:nvSpPr>
        <p:spPr>
          <a:xfrm>
            <a:off x="7545824" y="5004197"/>
            <a:ext cx="6056352" cy="290274"/>
          </a:xfrm>
          <a:prstGeom prst="rect">
            <a:avLst/>
          </a:prstGeom>
          <a:noFill/>
          <a:ln/>
        </p:spPr>
        <p:txBody>
          <a:bodyPr wrap="none" lIns="0" tIns="0" rIns="0" bIns="0" rtlCol="0" anchor="t"/>
          <a:lstStyle/>
          <a:p>
            <a:pPr marL="0" indent="0">
              <a:lnSpc>
                <a:spcPts val="2250"/>
              </a:lnSpc>
              <a:buNone/>
            </a:pPr>
            <a:endParaRPr lang="en-US" sz="1400" dirty="0"/>
          </a:p>
        </p:txBody>
      </p:sp>
      <p:sp>
        <p:nvSpPr>
          <p:cNvPr id="16" name="Text 14"/>
          <p:cNvSpPr/>
          <p:nvPr/>
        </p:nvSpPr>
        <p:spPr>
          <a:xfrm>
            <a:off x="7545824" y="5430560"/>
            <a:ext cx="6056352" cy="290274"/>
          </a:xfrm>
          <a:prstGeom prst="rect">
            <a:avLst/>
          </a:prstGeom>
          <a:noFill/>
          <a:ln/>
        </p:spPr>
        <p:txBody>
          <a:bodyPr wrap="none" lIns="0" tIns="0" rIns="0" bIns="0" rtlCol="0" anchor="t"/>
          <a:lstStyle/>
          <a:p>
            <a:pPr marL="0" indent="0">
              <a:lnSpc>
                <a:spcPts val="2250"/>
              </a:lnSpc>
              <a:buNone/>
            </a:pPr>
            <a:r>
              <a:rPr lang="en-US" sz="1400" dirty="0">
                <a:solidFill>
                  <a:srgbClr val="000000"/>
                </a:solidFill>
                <a:latin typeface="MetricHPE" pitchFamily="34" charset="0"/>
                <a:ea typeface="MetricHPE" pitchFamily="34" charset="-122"/>
                <a:cs typeface="MetricHPE" pitchFamily="34" charset="-120"/>
              </a:rPr>
              <a:t>[0.48, -0.67,...,0.95, 0.63]</a:t>
            </a:r>
            <a:endParaRPr lang="en-US" sz="1400" dirty="0"/>
          </a:p>
        </p:txBody>
      </p:sp>
      <p:sp>
        <p:nvSpPr>
          <p:cNvPr id="17" name="Text 15"/>
          <p:cNvSpPr/>
          <p:nvPr/>
        </p:nvSpPr>
        <p:spPr>
          <a:xfrm>
            <a:off x="7545824" y="5856923"/>
            <a:ext cx="6056352" cy="290274"/>
          </a:xfrm>
          <a:prstGeom prst="rect">
            <a:avLst/>
          </a:prstGeom>
          <a:noFill/>
          <a:ln/>
        </p:spPr>
        <p:txBody>
          <a:bodyPr wrap="none" lIns="0" tIns="0" rIns="0" bIns="0" rtlCol="0" anchor="t"/>
          <a:lstStyle/>
          <a:p>
            <a:pPr marL="0" indent="0">
              <a:lnSpc>
                <a:spcPts val="2250"/>
              </a:lnSpc>
              <a:buNone/>
            </a:pPr>
            <a:endParaRPr lang="en-US" sz="1400" dirty="0"/>
          </a:p>
        </p:txBody>
      </p:sp>
      <p:sp>
        <p:nvSpPr>
          <p:cNvPr id="18" name="Text 16"/>
          <p:cNvSpPr/>
          <p:nvPr/>
        </p:nvSpPr>
        <p:spPr>
          <a:xfrm>
            <a:off x="7545824" y="6283285"/>
            <a:ext cx="6056352" cy="290274"/>
          </a:xfrm>
          <a:prstGeom prst="rect">
            <a:avLst/>
          </a:prstGeom>
          <a:noFill/>
          <a:ln/>
        </p:spPr>
        <p:txBody>
          <a:bodyPr wrap="none" lIns="0" tIns="0" rIns="0" bIns="0" rtlCol="0" anchor="t"/>
          <a:lstStyle/>
          <a:p>
            <a:pPr marL="0" indent="0">
              <a:lnSpc>
                <a:spcPts val="2250"/>
              </a:lnSpc>
              <a:buNone/>
            </a:pPr>
            <a:r>
              <a:rPr lang="en-US" sz="1400" dirty="0">
                <a:solidFill>
                  <a:srgbClr val="000000"/>
                </a:solidFill>
                <a:latin typeface="MetricHPE" pitchFamily="34" charset="0"/>
                <a:ea typeface="MetricHPE" pitchFamily="34" charset="-122"/>
                <a:cs typeface="MetricHPE" pitchFamily="34" charset="-120"/>
              </a:rPr>
              <a:t>[0.34, -0.56,…, 0.88, 0.52]</a:t>
            </a:r>
            <a:endParaRPr lang="en-US" sz="1400" dirty="0"/>
          </a:p>
        </p:txBody>
      </p:sp>
      <p:sp>
        <p:nvSpPr>
          <p:cNvPr id="19" name="Text 17"/>
          <p:cNvSpPr/>
          <p:nvPr/>
        </p:nvSpPr>
        <p:spPr>
          <a:xfrm>
            <a:off x="7545824" y="6709648"/>
            <a:ext cx="6056352" cy="290274"/>
          </a:xfrm>
          <a:prstGeom prst="rect">
            <a:avLst/>
          </a:prstGeom>
          <a:noFill/>
          <a:ln/>
        </p:spPr>
        <p:txBody>
          <a:bodyPr wrap="none" lIns="0" tIns="0" rIns="0" bIns="0" rtlCol="0" anchor="t"/>
          <a:lstStyle/>
          <a:p>
            <a:pPr marL="0" indent="0">
              <a:lnSpc>
                <a:spcPts val="2250"/>
              </a:lnSpc>
              <a:buNone/>
            </a:pPr>
            <a:endParaRPr lang="en-US" sz="1400" dirty="0"/>
          </a:p>
        </p:txBody>
      </p:sp>
      <p:sp>
        <p:nvSpPr>
          <p:cNvPr id="20" name="Text 18"/>
          <p:cNvSpPr/>
          <p:nvPr/>
        </p:nvSpPr>
        <p:spPr>
          <a:xfrm>
            <a:off x="7545824" y="7136011"/>
            <a:ext cx="6056352" cy="290274"/>
          </a:xfrm>
          <a:prstGeom prst="rect">
            <a:avLst/>
          </a:prstGeom>
          <a:noFill/>
          <a:ln/>
        </p:spPr>
        <p:txBody>
          <a:bodyPr wrap="none" lIns="0" tIns="0" rIns="0" bIns="0" rtlCol="0" anchor="t"/>
          <a:lstStyle/>
          <a:p>
            <a:pPr marL="0" indent="0">
              <a:lnSpc>
                <a:spcPts val="2250"/>
              </a:lnSpc>
              <a:buNone/>
            </a:pPr>
            <a:r>
              <a:rPr lang="en-US" sz="1400" dirty="0">
                <a:solidFill>
                  <a:srgbClr val="000000"/>
                </a:solidFill>
                <a:latin typeface="MetricHPE" pitchFamily="34" charset="0"/>
                <a:ea typeface="MetricHPE" pitchFamily="34" charset="-122"/>
                <a:cs typeface="MetricHPE" pitchFamily="34" charset="-120"/>
              </a:rPr>
              <a:t>[0.29, -0.72,…, 1.07, 0.49]</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39140" y="749975"/>
            <a:ext cx="7050405" cy="659844"/>
          </a:xfrm>
          <a:prstGeom prst="rect">
            <a:avLst/>
          </a:prstGeom>
          <a:noFill/>
          <a:ln/>
        </p:spPr>
        <p:txBody>
          <a:bodyPr wrap="none" lIns="0" tIns="0" rIns="0" bIns="0" rtlCol="0" anchor="t"/>
          <a:lstStyle/>
          <a:p>
            <a:pPr marL="0" indent="0">
              <a:lnSpc>
                <a:spcPts val="5150"/>
              </a:lnSpc>
              <a:buNone/>
            </a:pPr>
            <a:r>
              <a:rPr lang="en-US" sz="4150" b="1" dirty="0">
                <a:solidFill>
                  <a:srgbClr val="000000"/>
                </a:solidFill>
                <a:latin typeface="MetricHPE Bold" pitchFamily="34" charset="0"/>
                <a:ea typeface="MetricHPE Bold" pitchFamily="34" charset="-122"/>
                <a:cs typeface="MetricHPE Bold" pitchFamily="34" charset="-120"/>
              </a:rPr>
              <a:t>Introduction to Vector Databases</a:t>
            </a:r>
            <a:endParaRPr lang="en-US" sz="4150" dirty="0"/>
          </a:p>
        </p:txBody>
      </p:sp>
      <p:sp>
        <p:nvSpPr>
          <p:cNvPr id="3" name="Text 1"/>
          <p:cNvSpPr/>
          <p:nvPr/>
        </p:nvSpPr>
        <p:spPr>
          <a:xfrm>
            <a:off x="739140" y="1832134"/>
            <a:ext cx="13152120" cy="1013698"/>
          </a:xfrm>
          <a:prstGeom prst="rect">
            <a:avLst/>
          </a:prstGeom>
          <a:noFill/>
          <a:ln/>
        </p:spPr>
        <p:txBody>
          <a:bodyPr wrap="square" lIns="0" tIns="0" rIns="0" bIns="0" rtlCol="0" anchor="t"/>
          <a:lstStyle/>
          <a:p>
            <a:pPr marL="0" indent="0">
              <a:lnSpc>
                <a:spcPts val="2650"/>
              </a:lnSpc>
              <a:buNone/>
            </a:pPr>
            <a:r>
              <a:rPr lang="en-US" sz="1650" b="1" dirty="0">
                <a:solidFill>
                  <a:srgbClr val="000000"/>
                </a:solidFill>
                <a:latin typeface="MetricHPE" pitchFamily="34" charset="0"/>
                <a:ea typeface="MetricHPE" pitchFamily="34" charset="-122"/>
                <a:cs typeface="MetricHPE" pitchFamily="34" charset="-120"/>
              </a:rPr>
              <a:t>Vector databases</a:t>
            </a:r>
            <a:r>
              <a:rPr lang="en-US" sz="1650" dirty="0">
                <a:solidFill>
                  <a:srgbClr val="000000"/>
                </a:solidFill>
                <a:latin typeface="MetricHPE" pitchFamily="34" charset="0"/>
                <a:ea typeface="MetricHPE" pitchFamily="34" charset="-122"/>
                <a:cs typeface="MetricHPE" pitchFamily="34" charset="-120"/>
              </a:rPr>
              <a:t> are specialized databases designed to store, index, and query high-dimensional vector embeddings efficiently. These embeddings represent data such as text, images, or audio in numerical form, capturing their semantic meaning or features. Vector databases enable fast similarity search, clustering, and retrieval based on the proximity of these vectors in the embedding space.</a:t>
            </a:r>
            <a:endParaRPr lang="en-US" sz="1650" dirty="0"/>
          </a:p>
        </p:txBody>
      </p:sp>
      <p:sp>
        <p:nvSpPr>
          <p:cNvPr id="4" name="Text 2"/>
          <p:cNvSpPr/>
          <p:nvPr/>
        </p:nvSpPr>
        <p:spPr>
          <a:xfrm>
            <a:off x="739140" y="3083362"/>
            <a:ext cx="13152120" cy="337899"/>
          </a:xfrm>
          <a:prstGeom prst="rect">
            <a:avLst/>
          </a:prstGeom>
          <a:noFill/>
          <a:ln/>
        </p:spPr>
        <p:txBody>
          <a:bodyPr wrap="none" lIns="0" tIns="0" rIns="0" bIns="0" rtlCol="0" anchor="t"/>
          <a:lstStyle/>
          <a:p>
            <a:pPr marL="0" indent="0">
              <a:lnSpc>
                <a:spcPts val="2650"/>
              </a:lnSpc>
              <a:buNone/>
            </a:pPr>
            <a:r>
              <a:rPr lang="en-US" sz="1650" dirty="0">
                <a:solidFill>
                  <a:srgbClr val="000000"/>
                </a:solidFill>
                <a:latin typeface="MetricHPE" pitchFamily="34" charset="0"/>
                <a:ea typeface="MetricHPE" pitchFamily="34" charset="-122"/>
                <a:cs typeface="MetricHPE" pitchFamily="34" charset="-120"/>
              </a:rPr>
              <a:t>Some key usages of Vector DBs:</a:t>
            </a:r>
            <a:endParaRPr lang="en-US" sz="1650" dirty="0"/>
          </a:p>
        </p:txBody>
      </p:sp>
      <p:sp>
        <p:nvSpPr>
          <p:cNvPr id="5" name="Shape 3"/>
          <p:cNvSpPr/>
          <p:nvPr/>
        </p:nvSpPr>
        <p:spPr>
          <a:xfrm>
            <a:off x="739140" y="3658791"/>
            <a:ext cx="6470571" cy="1973818"/>
          </a:xfrm>
          <a:prstGeom prst="roundRect">
            <a:avLst>
              <a:gd name="adj" fmla="val 4494"/>
            </a:avLst>
          </a:prstGeom>
          <a:solidFill>
            <a:srgbClr val="CCFFF3"/>
          </a:solidFill>
          <a:ln w="7620">
            <a:solidFill>
              <a:srgbClr val="B2E5D9"/>
            </a:solidFill>
            <a:prstDash val="solid"/>
          </a:ln>
        </p:spPr>
      </p:sp>
      <p:sp>
        <p:nvSpPr>
          <p:cNvPr id="6" name="Text 4"/>
          <p:cNvSpPr/>
          <p:nvPr/>
        </p:nvSpPr>
        <p:spPr>
          <a:xfrm>
            <a:off x="957858" y="3877508"/>
            <a:ext cx="3167658" cy="396002"/>
          </a:xfrm>
          <a:prstGeom prst="rect">
            <a:avLst/>
          </a:prstGeom>
          <a:noFill/>
          <a:ln/>
        </p:spPr>
        <p:txBody>
          <a:bodyPr wrap="none" lIns="0" tIns="0" rIns="0" bIns="0" rtlCol="0" anchor="t"/>
          <a:lstStyle/>
          <a:p>
            <a:pPr marL="0" indent="0">
              <a:lnSpc>
                <a:spcPts val="3100"/>
              </a:lnSpc>
              <a:buNone/>
            </a:pPr>
            <a:r>
              <a:rPr lang="en-US" sz="2450" b="1" dirty="0">
                <a:solidFill>
                  <a:srgbClr val="000000"/>
                </a:solidFill>
                <a:latin typeface="MetricHPE Bold" pitchFamily="34" charset="0"/>
                <a:ea typeface="MetricHPE Bold" pitchFamily="34" charset="-122"/>
                <a:cs typeface="MetricHPE Bold" pitchFamily="34" charset="-120"/>
              </a:rPr>
              <a:t>Data Storage</a:t>
            </a:r>
            <a:endParaRPr lang="en-US" sz="2450" dirty="0"/>
          </a:p>
        </p:txBody>
      </p:sp>
      <p:sp>
        <p:nvSpPr>
          <p:cNvPr id="7" name="Text 5"/>
          <p:cNvSpPr/>
          <p:nvPr/>
        </p:nvSpPr>
        <p:spPr>
          <a:xfrm>
            <a:off x="957858" y="4400193"/>
            <a:ext cx="6033135" cy="675799"/>
          </a:xfrm>
          <a:prstGeom prst="rect">
            <a:avLst/>
          </a:prstGeom>
          <a:noFill/>
          <a:ln/>
        </p:spPr>
        <p:txBody>
          <a:bodyPr wrap="square" lIns="0" tIns="0" rIns="0" bIns="0" rtlCol="0" anchor="t"/>
          <a:lstStyle/>
          <a:p>
            <a:pPr marL="0" indent="0">
              <a:lnSpc>
                <a:spcPts val="2650"/>
              </a:lnSpc>
              <a:buNone/>
            </a:pPr>
            <a:r>
              <a:rPr lang="en-US" sz="1650" dirty="0">
                <a:solidFill>
                  <a:srgbClr val="000000"/>
                </a:solidFill>
                <a:latin typeface="MetricHPE" pitchFamily="34" charset="0"/>
                <a:ea typeface="MetricHPE" pitchFamily="34" charset="-122"/>
                <a:cs typeface="MetricHPE" pitchFamily="34" charset="-120"/>
              </a:rPr>
              <a:t>Vector embeddings are stored as multi-dimensional vectors alongside metadata (e.g., text, labels, or IDs).</a:t>
            </a:r>
            <a:endParaRPr lang="en-US" sz="1650" dirty="0"/>
          </a:p>
        </p:txBody>
      </p:sp>
      <p:sp>
        <p:nvSpPr>
          <p:cNvPr id="8" name="Shape 6"/>
          <p:cNvSpPr/>
          <p:nvPr/>
        </p:nvSpPr>
        <p:spPr>
          <a:xfrm>
            <a:off x="7420808" y="3658791"/>
            <a:ext cx="6470571" cy="1973818"/>
          </a:xfrm>
          <a:prstGeom prst="roundRect">
            <a:avLst>
              <a:gd name="adj" fmla="val 4494"/>
            </a:avLst>
          </a:prstGeom>
          <a:solidFill>
            <a:srgbClr val="CCFFF3"/>
          </a:solidFill>
          <a:ln w="7620">
            <a:solidFill>
              <a:srgbClr val="B2E5D9"/>
            </a:solidFill>
            <a:prstDash val="solid"/>
          </a:ln>
        </p:spPr>
      </p:sp>
      <p:sp>
        <p:nvSpPr>
          <p:cNvPr id="9" name="Text 7"/>
          <p:cNvSpPr/>
          <p:nvPr/>
        </p:nvSpPr>
        <p:spPr>
          <a:xfrm>
            <a:off x="7639526" y="3877508"/>
            <a:ext cx="3167658" cy="396002"/>
          </a:xfrm>
          <a:prstGeom prst="rect">
            <a:avLst/>
          </a:prstGeom>
          <a:noFill/>
          <a:ln/>
        </p:spPr>
        <p:txBody>
          <a:bodyPr wrap="none" lIns="0" tIns="0" rIns="0" bIns="0" rtlCol="0" anchor="t"/>
          <a:lstStyle/>
          <a:p>
            <a:pPr marL="0" indent="0">
              <a:lnSpc>
                <a:spcPts val="3100"/>
              </a:lnSpc>
              <a:buNone/>
            </a:pPr>
            <a:r>
              <a:rPr lang="en-US" sz="2450" b="1" dirty="0">
                <a:solidFill>
                  <a:srgbClr val="000000"/>
                </a:solidFill>
                <a:latin typeface="MetricHPE Bold" pitchFamily="34" charset="0"/>
                <a:ea typeface="MetricHPE Bold" pitchFamily="34" charset="-122"/>
                <a:cs typeface="MetricHPE Bold" pitchFamily="34" charset="-120"/>
              </a:rPr>
              <a:t>Indexing</a:t>
            </a:r>
            <a:endParaRPr lang="en-US" sz="2450" dirty="0"/>
          </a:p>
        </p:txBody>
      </p:sp>
      <p:sp>
        <p:nvSpPr>
          <p:cNvPr id="10" name="Text 8"/>
          <p:cNvSpPr/>
          <p:nvPr/>
        </p:nvSpPr>
        <p:spPr>
          <a:xfrm>
            <a:off x="7639526" y="4400193"/>
            <a:ext cx="6033135" cy="1013698"/>
          </a:xfrm>
          <a:prstGeom prst="rect">
            <a:avLst/>
          </a:prstGeom>
          <a:noFill/>
          <a:ln/>
        </p:spPr>
        <p:txBody>
          <a:bodyPr wrap="square" lIns="0" tIns="0" rIns="0" bIns="0" rtlCol="0" anchor="t"/>
          <a:lstStyle/>
          <a:p>
            <a:pPr marL="0" indent="0">
              <a:lnSpc>
                <a:spcPts val="2650"/>
              </a:lnSpc>
              <a:buNone/>
            </a:pPr>
            <a:r>
              <a:rPr lang="en-US" sz="1650" dirty="0">
                <a:solidFill>
                  <a:srgbClr val="000000"/>
                </a:solidFill>
                <a:latin typeface="MetricHPE" pitchFamily="34" charset="0"/>
                <a:ea typeface="MetricHPE" pitchFamily="34" charset="-122"/>
                <a:cs typeface="MetricHPE" pitchFamily="34" charset="-120"/>
              </a:rPr>
              <a:t>Advanced indexing techniques, such as </a:t>
            </a:r>
            <a:r>
              <a:rPr lang="en-US" sz="1650" b="1" dirty="0">
                <a:solidFill>
                  <a:srgbClr val="000000"/>
                </a:solidFill>
                <a:latin typeface="MetricHPE" pitchFamily="34" charset="0"/>
                <a:ea typeface="MetricHPE" pitchFamily="34" charset="-122"/>
                <a:cs typeface="MetricHPE" pitchFamily="34" charset="-120"/>
              </a:rPr>
              <a:t>k-d trees</a:t>
            </a:r>
            <a:r>
              <a:rPr lang="en-US" sz="1650" dirty="0">
                <a:solidFill>
                  <a:srgbClr val="000000"/>
                </a:solidFill>
                <a:latin typeface="MetricHPE" pitchFamily="34" charset="0"/>
                <a:ea typeface="MetricHPE" pitchFamily="34" charset="-122"/>
                <a:cs typeface="MetricHPE" pitchFamily="34" charset="-120"/>
              </a:rPr>
              <a:t>, </a:t>
            </a:r>
            <a:r>
              <a:rPr lang="en-US" sz="1650" b="1" dirty="0">
                <a:solidFill>
                  <a:srgbClr val="000000"/>
                </a:solidFill>
                <a:latin typeface="MetricHPE" pitchFamily="34" charset="0"/>
                <a:ea typeface="MetricHPE" pitchFamily="34" charset="-122"/>
                <a:cs typeface="MetricHPE" pitchFamily="34" charset="-120"/>
              </a:rPr>
              <a:t>HNSW (Hierarchical Navigable Small World)</a:t>
            </a:r>
            <a:r>
              <a:rPr lang="en-US" sz="1650" dirty="0">
                <a:solidFill>
                  <a:srgbClr val="000000"/>
                </a:solidFill>
                <a:latin typeface="MetricHPE" pitchFamily="34" charset="0"/>
                <a:ea typeface="MetricHPE" pitchFamily="34" charset="-122"/>
                <a:cs typeface="MetricHPE" pitchFamily="34" charset="-120"/>
              </a:rPr>
              <a:t> graphs, or </a:t>
            </a:r>
            <a:r>
              <a:rPr lang="en-US" sz="1650" b="1" dirty="0">
                <a:solidFill>
                  <a:srgbClr val="000000"/>
                </a:solidFill>
                <a:latin typeface="MetricHPE" pitchFamily="34" charset="0"/>
                <a:ea typeface="MetricHPE" pitchFamily="34" charset="-122"/>
                <a:cs typeface="MetricHPE" pitchFamily="34" charset="-120"/>
              </a:rPr>
              <a:t>product quantization</a:t>
            </a:r>
            <a:r>
              <a:rPr lang="en-US" sz="1650" dirty="0">
                <a:solidFill>
                  <a:srgbClr val="000000"/>
                </a:solidFill>
                <a:latin typeface="MetricHPE" pitchFamily="34" charset="0"/>
                <a:ea typeface="MetricHPE" pitchFamily="34" charset="-122"/>
                <a:cs typeface="MetricHPE" pitchFamily="34" charset="-120"/>
              </a:rPr>
              <a:t>, organize the vectors for fast retrieval.</a:t>
            </a:r>
            <a:endParaRPr lang="en-US" sz="1650" dirty="0"/>
          </a:p>
        </p:txBody>
      </p:sp>
      <p:sp>
        <p:nvSpPr>
          <p:cNvPr id="11" name="Shape 9"/>
          <p:cNvSpPr/>
          <p:nvPr/>
        </p:nvSpPr>
        <p:spPr>
          <a:xfrm>
            <a:off x="739140" y="5843707"/>
            <a:ext cx="6470571" cy="1635919"/>
          </a:xfrm>
          <a:prstGeom prst="roundRect">
            <a:avLst>
              <a:gd name="adj" fmla="val 5422"/>
            </a:avLst>
          </a:prstGeom>
          <a:solidFill>
            <a:srgbClr val="CCFFF3"/>
          </a:solidFill>
          <a:ln w="7620">
            <a:solidFill>
              <a:srgbClr val="B2E5D9"/>
            </a:solidFill>
            <a:prstDash val="solid"/>
          </a:ln>
        </p:spPr>
      </p:sp>
      <p:sp>
        <p:nvSpPr>
          <p:cNvPr id="12" name="Text 10"/>
          <p:cNvSpPr/>
          <p:nvPr/>
        </p:nvSpPr>
        <p:spPr>
          <a:xfrm>
            <a:off x="957858" y="6062424"/>
            <a:ext cx="3167658" cy="396002"/>
          </a:xfrm>
          <a:prstGeom prst="rect">
            <a:avLst/>
          </a:prstGeom>
          <a:noFill/>
          <a:ln/>
        </p:spPr>
        <p:txBody>
          <a:bodyPr wrap="none" lIns="0" tIns="0" rIns="0" bIns="0" rtlCol="0" anchor="t"/>
          <a:lstStyle/>
          <a:p>
            <a:pPr marL="0" indent="0">
              <a:lnSpc>
                <a:spcPts val="3100"/>
              </a:lnSpc>
              <a:buNone/>
            </a:pPr>
            <a:r>
              <a:rPr lang="en-US" sz="2450" b="1" dirty="0">
                <a:solidFill>
                  <a:srgbClr val="000000"/>
                </a:solidFill>
                <a:latin typeface="MetricHPE Bold" pitchFamily="34" charset="0"/>
                <a:ea typeface="MetricHPE Bold" pitchFamily="34" charset="-122"/>
                <a:cs typeface="MetricHPE Bold" pitchFamily="34" charset="-120"/>
              </a:rPr>
              <a:t>Similarity Search</a:t>
            </a:r>
            <a:endParaRPr lang="en-US" sz="2450" dirty="0"/>
          </a:p>
        </p:txBody>
      </p:sp>
      <p:sp>
        <p:nvSpPr>
          <p:cNvPr id="13" name="Text 11"/>
          <p:cNvSpPr/>
          <p:nvPr/>
        </p:nvSpPr>
        <p:spPr>
          <a:xfrm>
            <a:off x="957858" y="6585109"/>
            <a:ext cx="6033135" cy="675799"/>
          </a:xfrm>
          <a:prstGeom prst="rect">
            <a:avLst/>
          </a:prstGeom>
          <a:noFill/>
          <a:ln/>
        </p:spPr>
        <p:txBody>
          <a:bodyPr wrap="square" lIns="0" tIns="0" rIns="0" bIns="0" rtlCol="0" anchor="t"/>
          <a:lstStyle/>
          <a:p>
            <a:pPr marL="0" indent="0">
              <a:lnSpc>
                <a:spcPts val="2650"/>
              </a:lnSpc>
              <a:buNone/>
            </a:pPr>
            <a:r>
              <a:rPr lang="en-US" sz="1650" dirty="0">
                <a:solidFill>
                  <a:srgbClr val="000000"/>
                </a:solidFill>
                <a:latin typeface="MetricHPE" pitchFamily="34" charset="0"/>
                <a:ea typeface="MetricHPE" pitchFamily="34" charset="-122"/>
                <a:cs typeface="MetricHPE" pitchFamily="34" charset="-120"/>
              </a:rPr>
              <a:t>Queries are processed by comparing the proximity of embeddings using distance metrics like cosine similarity, Euclidean distance, or dot product.</a:t>
            </a:r>
            <a:endParaRPr lang="en-US" sz="1650" dirty="0"/>
          </a:p>
        </p:txBody>
      </p:sp>
      <p:sp>
        <p:nvSpPr>
          <p:cNvPr id="14" name="Shape 12"/>
          <p:cNvSpPr/>
          <p:nvPr/>
        </p:nvSpPr>
        <p:spPr>
          <a:xfrm>
            <a:off x="7420808" y="5843707"/>
            <a:ext cx="6470571" cy="1635919"/>
          </a:xfrm>
          <a:prstGeom prst="roundRect">
            <a:avLst>
              <a:gd name="adj" fmla="val 5422"/>
            </a:avLst>
          </a:prstGeom>
          <a:solidFill>
            <a:srgbClr val="CCFFF3"/>
          </a:solidFill>
          <a:ln w="7620">
            <a:solidFill>
              <a:srgbClr val="B2E5D9"/>
            </a:solidFill>
            <a:prstDash val="solid"/>
          </a:ln>
        </p:spPr>
      </p:sp>
      <p:sp>
        <p:nvSpPr>
          <p:cNvPr id="15" name="Text 13"/>
          <p:cNvSpPr/>
          <p:nvPr/>
        </p:nvSpPr>
        <p:spPr>
          <a:xfrm>
            <a:off x="7639526" y="6062424"/>
            <a:ext cx="3167658" cy="396002"/>
          </a:xfrm>
          <a:prstGeom prst="rect">
            <a:avLst/>
          </a:prstGeom>
          <a:noFill/>
          <a:ln/>
        </p:spPr>
        <p:txBody>
          <a:bodyPr wrap="none" lIns="0" tIns="0" rIns="0" bIns="0" rtlCol="0" anchor="t"/>
          <a:lstStyle/>
          <a:p>
            <a:pPr marL="0" indent="0">
              <a:lnSpc>
                <a:spcPts val="3100"/>
              </a:lnSpc>
              <a:buNone/>
            </a:pPr>
            <a:r>
              <a:rPr lang="en-US" sz="2450" b="1" dirty="0">
                <a:solidFill>
                  <a:srgbClr val="000000"/>
                </a:solidFill>
                <a:latin typeface="MetricHPE Bold" pitchFamily="34" charset="0"/>
                <a:ea typeface="MetricHPE Bold" pitchFamily="34" charset="-122"/>
                <a:cs typeface="MetricHPE Bold" pitchFamily="34" charset="-120"/>
              </a:rPr>
              <a:t>Integration</a:t>
            </a:r>
            <a:endParaRPr lang="en-US" sz="2450" dirty="0"/>
          </a:p>
        </p:txBody>
      </p:sp>
      <p:sp>
        <p:nvSpPr>
          <p:cNvPr id="16" name="Text 14"/>
          <p:cNvSpPr/>
          <p:nvPr/>
        </p:nvSpPr>
        <p:spPr>
          <a:xfrm>
            <a:off x="7639526" y="6585109"/>
            <a:ext cx="6033135" cy="675799"/>
          </a:xfrm>
          <a:prstGeom prst="rect">
            <a:avLst/>
          </a:prstGeom>
          <a:noFill/>
          <a:ln/>
        </p:spPr>
        <p:txBody>
          <a:bodyPr wrap="square" lIns="0" tIns="0" rIns="0" bIns="0" rtlCol="0" anchor="t"/>
          <a:lstStyle/>
          <a:p>
            <a:pPr marL="0" indent="0">
              <a:lnSpc>
                <a:spcPts val="2650"/>
              </a:lnSpc>
              <a:buNone/>
            </a:pPr>
            <a:r>
              <a:rPr lang="en-US" sz="1650" dirty="0">
                <a:solidFill>
                  <a:srgbClr val="000000"/>
                </a:solidFill>
                <a:latin typeface="MetricHPE" pitchFamily="34" charset="0"/>
                <a:ea typeface="MetricHPE" pitchFamily="34" charset="-122"/>
                <a:cs typeface="MetricHPE" pitchFamily="34" charset="-120"/>
              </a:rPr>
              <a:t>Vector databases integrate with machine learning pipelines, enabling real-time search and analysis.</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482685"/>
            <a:ext cx="5918121" cy="708779"/>
          </a:xfrm>
          <a:prstGeom prst="rect">
            <a:avLst/>
          </a:prstGeom>
          <a:noFill/>
          <a:ln/>
        </p:spPr>
        <p:txBody>
          <a:bodyPr wrap="none" lIns="0" tIns="0" rIns="0" bIns="0" rtlCol="0" anchor="t"/>
          <a:lstStyle/>
          <a:p>
            <a:pPr marL="0" indent="0">
              <a:lnSpc>
                <a:spcPts val="5550"/>
              </a:lnSpc>
              <a:buNone/>
            </a:pPr>
            <a:r>
              <a:rPr lang="en-US" sz="4450" b="1" dirty="0">
                <a:solidFill>
                  <a:srgbClr val="000000"/>
                </a:solidFill>
                <a:latin typeface="MetricHPE Bold" pitchFamily="34" charset="0"/>
                <a:ea typeface="MetricHPE Bold" pitchFamily="34" charset="-122"/>
                <a:cs typeface="MetricHPE Bold" pitchFamily="34" charset="-120"/>
              </a:rPr>
              <a:t>Popular Vector Databases</a:t>
            </a:r>
            <a:endParaRPr lang="en-US" sz="4450" dirty="0"/>
          </a:p>
        </p:txBody>
      </p:sp>
      <p:sp>
        <p:nvSpPr>
          <p:cNvPr id="3" name="Shape 1"/>
          <p:cNvSpPr/>
          <p:nvPr/>
        </p:nvSpPr>
        <p:spPr>
          <a:xfrm>
            <a:off x="793790" y="2645093"/>
            <a:ext cx="6408063" cy="1756053"/>
          </a:xfrm>
          <a:prstGeom prst="roundRect">
            <a:avLst>
              <a:gd name="adj" fmla="val 5425"/>
            </a:avLst>
          </a:prstGeom>
          <a:solidFill>
            <a:srgbClr val="CCFFF3"/>
          </a:solidFill>
          <a:ln w="7620">
            <a:solidFill>
              <a:srgbClr val="B2E5D9"/>
            </a:solidFill>
            <a:prstDash val="solid"/>
          </a:ln>
        </p:spPr>
      </p:sp>
      <p:sp>
        <p:nvSpPr>
          <p:cNvPr id="4" name="Text 2"/>
          <p:cNvSpPr/>
          <p:nvPr/>
        </p:nvSpPr>
        <p:spPr>
          <a:xfrm>
            <a:off x="1028224" y="2879527"/>
            <a:ext cx="3402330" cy="425291"/>
          </a:xfrm>
          <a:prstGeom prst="rect">
            <a:avLst/>
          </a:prstGeom>
          <a:noFill/>
          <a:ln/>
        </p:spPr>
        <p:txBody>
          <a:bodyPr wrap="none" lIns="0" tIns="0" rIns="0" bIns="0" rtlCol="0" anchor="t"/>
          <a:lstStyle/>
          <a:p>
            <a:pPr marL="0" indent="0">
              <a:lnSpc>
                <a:spcPts val="3300"/>
              </a:lnSpc>
              <a:buNone/>
            </a:pPr>
            <a:r>
              <a:rPr lang="en-US" sz="2650" b="1" dirty="0">
                <a:solidFill>
                  <a:srgbClr val="000000"/>
                </a:solidFill>
                <a:latin typeface="MetricHPE Bold" pitchFamily="34" charset="0"/>
                <a:ea typeface="MetricHPE Bold" pitchFamily="34" charset="-122"/>
                <a:cs typeface="MetricHPE Bold" pitchFamily="34" charset="-120"/>
              </a:rPr>
              <a:t>Pinecone</a:t>
            </a:r>
            <a:endParaRPr lang="en-US" sz="2650" dirty="0"/>
          </a:p>
        </p:txBody>
      </p:sp>
      <p:sp>
        <p:nvSpPr>
          <p:cNvPr id="5" name="Text 3"/>
          <p:cNvSpPr/>
          <p:nvPr/>
        </p:nvSpPr>
        <p:spPr>
          <a:xfrm>
            <a:off x="1028224" y="3440906"/>
            <a:ext cx="5939195" cy="725805"/>
          </a:xfrm>
          <a:prstGeom prst="rect">
            <a:avLst/>
          </a:prstGeom>
          <a:noFill/>
          <a:ln/>
        </p:spPr>
        <p:txBody>
          <a:bodyPr wrap="square" lIns="0" tIns="0" rIns="0" bIns="0" rtlCol="0" anchor="t"/>
          <a:lstStyle/>
          <a:p>
            <a:pPr marL="0" indent="0">
              <a:lnSpc>
                <a:spcPts val="2850"/>
              </a:lnSpc>
              <a:buNone/>
            </a:pPr>
            <a:r>
              <a:rPr lang="en-US" sz="1750" dirty="0">
                <a:solidFill>
                  <a:srgbClr val="000000"/>
                </a:solidFill>
                <a:latin typeface="MetricHPE" pitchFamily="34" charset="0"/>
                <a:ea typeface="MetricHPE" pitchFamily="34" charset="-122"/>
                <a:cs typeface="MetricHPE" pitchFamily="34" charset="-120"/>
              </a:rPr>
              <a:t>A fully managed vector database offering low-latency vector search and seamless integration with AI models.</a:t>
            </a:r>
            <a:endParaRPr lang="en-US" sz="1750" dirty="0"/>
          </a:p>
        </p:txBody>
      </p:sp>
      <p:sp>
        <p:nvSpPr>
          <p:cNvPr id="6" name="Shape 4"/>
          <p:cNvSpPr/>
          <p:nvPr/>
        </p:nvSpPr>
        <p:spPr>
          <a:xfrm>
            <a:off x="7428667" y="2645093"/>
            <a:ext cx="6408063" cy="1756053"/>
          </a:xfrm>
          <a:prstGeom prst="roundRect">
            <a:avLst>
              <a:gd name="adj" fmla="val 5425"/>
            </a:avLst>
          </a:prstGeom>
          <a:solidFill>
            <a:srgbClr val="CCFFF3"/>
          </a:solidFill>
          <a:ln w="7620">
            <a:solidFill>
              <a:srgbClr val="B2E5D9"/>
            </a:solidFill>
            <a:prstDash val="solid"/>
          </a:ln>
        </p:spPr>
      </p:sp>
      <p:sp>
        <p:nvSpPr>
          <p:cNvPr id="7" name="Text 5"/>
          <p:cNvSpPr/>
          <p:nvPr/>
        </p:nvSpPr>
        <p:spPr>
          <a:xfrm>
            <a:off x="7663101" y="2879527"/>
            <a:ext cx="3402330" cy="425291"/>
          </a:xfrm>
          <a:prstGeom prst="rect">
            <a:avLst/>
          </a:prstGeom>
          <a:noFill/>
          <a:ln/>
        </p:spPr>
        <p:txBody>
          <a:bodyPr wrap="none" lIns="0" tIns="0" rIns="0" bIns="0" rtlCol="0" anchor="t"/>
          <a:lstStyle/>
          <a:p>
            <a:pPr marL="0" indent="0">
              <a:lnSpc>
                <a:spcPts val="3300"/>
              </a:lnSpc>
              <a:buNone/>
            </a:pPr>
            <a:r>
              <a:rPr lang="en-US" sz="2650" b="1" dirty="0">
                <a:solidFill>
                  <a:srgbClr val="000000"/>
                </a:solidFill>
                <a:latin typeface="MetricHPE Bold" pitchFamily="34" charset="0"/>
                <a:ea typeface="MetricHPE Bold" pitchFamily="34" charset="-122"/>
                <a:cs typeface="MetricHPE Bold" pitchFamily="34" charset="-120"/>
              </a:rPr>
              <a:t>Milvus</a:t>
            </a:r>
            <a:endParaRPr lang="en-US" sz="2650" dirty="0"/>
          </a:p>
        </p:txBody>
      </p:sp>
      <p:sp>
        <p:nvSpPr>
          <p:cNvPr id="8" name="Text 6"/>
          <p:cNvSpPr/>
          <p:nvPr/>
        </p:nvSpPr>
        <p:spPr>
          <a:xfrm>
            <a:off x="7663101" y="3440906"/>
            <a:ext cx="5939195" cy="725805"/>
          </a:xfrm>
          <a:prstGeom prst="rect">
            <a:avLst/>
          </a:prstGeom>
          <a:noFill/>
          <a:ln/>
        </p:spPr>
        <p:txBody>
          <a:bodyPr wrap="square" lIns="0" tIns="0" rIns="0" bIns="0" rtlCol="0" anchor="t"/>
          <a:lstStyle/>
          <a:p>
            <a:pPr marL="0" indent="0">
              <a:lnSpc>
                <a:spcPts val="2850"/>
              </a:lnSpc>
              <a:buNone/>
            </a:pPr>
            <a:r>
              <a:rPr lang="en-US" sz="1750" dirty="0">
                <a:solidFill>
                  <a:srgbClr val="000000"/>
                </a:solidFill>
                <a:latin typeface="MetricHPE" pitchFamily="34" charset="0"/>
                <a:ea typeface="MetricHPE" pitchFamily="34" charset="-122"/>
                <a:cs typeface="MetricHPE" pitchFamily="34" charset="-120"/>
              </a:rPr>
              <a:t>An open-source vector database designed for scalable similarity search, capable of handling large-scale vector data efficiently</a:t>
            </a:r>
            <a:endParaRPr lang="en-US" sz="1750" dirty="0"/>
          </a:p>
        </p:txBody>
      </p:sp>
      <p:sp>
        <p:nvSpPr>
          <p:cNvPr id="9" name="Shape 7"/>
          <p:cNvSpPr/>
          <p:nvPr/>
        </p:nvSpPr>
        <p:spPr>
          <a:xfrm>
            <a:off x="793790" y="4627959"/>
            <a:ext cx="6408063" cy="2118955"/>
          </a:xfrm>
          <a:prstGeom prst="roundRect">
            <a:avLst>
              <a:gd name="adj" fmla="val 4496"/>
            </a:avLst>
          </a:prstGeom>
          <a:solidFill>
            <a:srgbClr val="CCFFF3"/>
          </a:solidFill>
          <a:ln w="7620">
            <a:solidFill>
              <a:srgbClr val="B2E5D9"/>
            </a:solidFill>
            <a:prstDash val="solid"/>
          </a:ln>
        </p:spPr>
      </p:sp>
      <p:sp>
        <p:nvSpPr>
          <p:cNvPr id="10" name="Text 8"/>
          <p:cNvSpPr/>
          <p:nvPr/>
        </p:nvSpPr>
        <p:spPr>
          <a:xfrm>
            <a:off x="1028224" y="4862393"/>
            <a:ext cx="3402330" cy="425291"/>
          </a:xfrm>
          <a:prstGeom prst="rect">
            <a:avLst/>
          </a:prstGeom>
          <a:noFill/>
          <a:ln/>
        </p:spPr>
        <p:txBody>
          <a:bodyPr wrap="none" lIns="0" tIns="0" rIns="0" bIns="0" rtlCol="0" anchor="t"/>
          <a:lstStyle/>
          <a:p>
            <a:pPr marL="0" indent="0">
              <a:lnSpc>
                <a:spcPts val="3300"/>
              </a:lnSpc>
              <a:buNone/>
            </a:pPr>
            <a:r>
              <a:rPr lang="en-US" sz="2650" b="1" dirty="0">
                <a:solidFill>
                  <a:srgbClr val="000000"/>
                </a:solidFill>
                <a:latin typeface="MetricHPE Bold" pitchFamily="34" charset="0"/>
                <a:ea typeface="MetricHPE Bold" pitchFamily="34" charset="-122"/>
                <a:cs typeface="MetricHPE Bold" pitchFamily="34" charset="-120"/>
              </a:rPr>
              <a:t>Weaviate</a:t>
            </a:r>
            <a:endParaRPr lang="en-US" sz="2650" dirty="0"/>
          </a:p>
        </p:txBody>
      </p:sp>
      <p:sp>
        <p:nvSpPr>
          <p:cNvPr id="11" name="Text 9"/>
          <p:cNvSpPr/>
          <p:nvPr/>
        </p:nvSpPr>
        <p:spPr>
          <a:xfrm>
            <a:off x="1028224" y="5423773"/>
            <a:ext cx="5939195" cy="1088708"/>
          </a:xfrm>
          <a:prstGeom prst="rect">
            <a:avLst/>
          </a:prstGeom>
          <a:noFill/>
          <a:ln/>
        </p:spPr>
        <p:txBody>
          <a:bodyPr wrap="square" lIns="0" tIns="0" rIns="0" bIns="0" rtlCol="0" anchor="t"/>
          <a:lstStyle/>
          <a:p>
            <a:pPr marL="0" indent="0">
              <a:lnSpc>
                <a:spcPts val="2850"/>
              </a:lnSpc>
              <a:buNone/>
            </a:pPr>
            <a:r>
              <a:rPr lang="en-US" sz="1750" dirty="0">
                <a:solidFill>
                  <a:srgbClr val="000000"/>
                </a:solidFill>
                <a:latin typeface="MetricHPE" pitchFamily="34" charset="0"/>
                <a:ea typeface="MetricHPE" pitchFamily="34" charset="-122"/>
                <a:cs typeface="MetricHPE" pitchFamily="34" charset="-120"/>
              </a:rPr>
              <a:t>An open-source vector database that stores data objects and vector embeddings, supporting modules integrating with platforms like OpenAI and Hugging Face</a:t>
            </a:r>
            <a:endParaRPr lang="en-US" sz="1750" dirty="0"/>
          </a:p>
        </p:txBody>
      </p:sp>
      <p:sp>
        <p:nvSpPr>
          <p:cNvPr id="12" name="Shape 10"/>
          <p:cNvSpPr/>
          <p:nvPr/>
        </p:nvSpPr>
        <p:spPr>
          <a:xfrm>
            <a:off x="7428667" y="4627959"/>
            <a:ext cx="6408063" cy="2118955"/>
          </a:xfrm>
          <a:prstGeom prst="roundRect">
            <a:avLst>
              <a:gd name="adj" fmla="val 4496"/>
            </a:avLst>
          </a:prstGeom>
          <a:solidFill>
            <a:srgbClr val="CCFFF3"/>
          </a:solidFill>
          <a:ln w="7620">
            <a:solidFill>
              <a:srgbClr val="B2E5D9"/>
            </a:solidFill>
            <a:prstDash val="solid"/>
          </a:ln>
        </p:spPr>
      </p:sp>
      <p:sp>
        <p:nvSpPr>
          <p:cNvPr id="13" name="Text 11"/>
          <p:cNvSpPr/>
          <p:nvPr/>
        </p:nvSpPr>
        <p:spPr>
          <a:xfrm>
            <a:off x="7663101" y="4862393"/>
            <a:ext cx="3402330" cy="425291"/>
          </a:xfrm>
          <a:prstGeom prst="rect">
            <a:avLst/>
          </a:prstGeom>
          <a:noFill/>
          <a:ln/>
        </p:spPr>
        <p:txBody>
          <a:bodyPr wrap="none" lIns="0" tIns="0" rIns="0" bIns="0" rtlCol="0" anchor="t"/>
          <a:lstStyle/>
          <a:p>
            <a:pPr marL="0" indent="0">
              <a:lnSpc>
                <a:spcPts val="3300"/>
              </a:lnSpc>
              <a:buNone/>
            </a:pPr>
            <a:r>
              <a:rPr lang="en-US" sz="2650" b="1" dirty="0">
                <a:solidFill>
                  <a:srgbClr val="000000"/>
                </a:solidFill>
                <a:latin typeface="MetricHPE Bold" pitchFamily="34" charset="0"/>
                <a:ea typeface="MetricHPE Bold" pitchFamily="34" charset="-122"/>
                <a:cs typeface="MetricHPE Bold" pitchFamily="34" charset="-120"/>
              </a:rPr>
              <a:t>Chroma</a:t>
            </a:r>
            <a:endParaRPr lang="en-US" sz="2650" dirty="0"/>
          </a:p>
        </p:txBody>
      </p:sp>
      <p:sp>
        <p:nvSpPr>
          <p:cNvPr id="14" name="Text 12"/>
          <p:cNvSpPr/>
          <p:nvPr/>
        </p:nvSpPr>
        <p:spPr>
          <a:xfrm>
            <a:off x="7663101" y="5423773"/>
            <a:ext cx="5939195" cy="1088708"/>
          </a:xfrm>
          <a:prstGeom prst="rect">
            <a:avLst/>
          </a:prstGeom>
          <a:noFill/>
          <a:ln/>
        </p:spPr>
        <p:txBody>
          <a:bodyPr wrap="square" lIns="0" tIns="0" rIns="0" bIns="0" rtlCol="0" anchor="t"/>
          <a:lstStyle/>
          <a:p>
            <a:pPr marL="0" indent="0">
              <a:lnSpc>
                <a:spcPts val="2850"/>
              </a:lnSpc>
              <a:buNone/>
            </a:pPr>
            <a:r>
              <a:rPr lang="en-US" sz="1750" dirty="0">
                <a:solidFill>
                  <a:srgbClr val="000000"/>
                </a:solidFill>
                <a:latin typeface="MetricHPE" pitchFamily="34" charset="0"/>
                <a:ea typeface="MetricHPE" pitchFamily="34" charset="-122"/>
                <a:cs typeface="MetricHPE" pitchFamily="34" charset="-120"/>
              </a:rPr>
              <a:t>An open-source embedding database designed to simplify the development of LLM applications, providing functionalities like queries, filtering, and density estimates.</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407914"/>
            <a:ext cx="5670590" cy="708779"/>
          </a:xfrm>
          <a:prstGeom prst="rect">
            <a:avLst/>
          </a:prstGeom>
          <a:noFill/>
          <a:ln/>
        </p:spPr>
        <p:txBody>
          <a:bodyPr wrap="none" lIns="0" tIns="0" rIns="0" bIns="0" rtlCol="0" anchor="t"/>
          <a:lstStyle/>
          <a:p>
            <a:pPr marL="0" indent="0">
              <a:lnSpc>
                <a:spcPts val="5550"/>
              </a:lnSpc>
              <a:buNone/>
            </a:pPr>
            <a:r>
              <a:rPr lang="en-US" sz="4450" b="1" dirty="0">
                <a:solidFill>
                  <a:srgbClr val="000000"/>
                </a:solidFill>
                <a:latin typeface="MetricHPE Bold" pitchFamily="34" charset="0"/>
                <a:ea typeface="MetricHPE Bold" pitchFamily="34" charset="-122"/>
                <a:cs typeface="MetricHPE Bold" pitchFamily="34" charset="-120"/>
              </a:rPr>
              <a:t>Chroma</a:t>
            </a:r>
            <a:endParaRPr lang="en-US" sz="4450" dirty="0"/>
          </a:p>
        </p:txBody>
      </p:sp>
      <p:sp>
        <p:nvSpPr>
          <p:cNvPr id="3" name="Text 1"/>
          <p:cNvSpPr/>
          <p:nvPr/>
        </p:nvSpPr>
        <p:spPr>
          <a:xfrm>
            <a:off x="793790" y="2570321"/>
            <a:ext cx="13042821" cy="1088708"/>
          </a:xfrm>
          <a:prstGeom prst="rect">
            <a:avLst/>
          </a:prstGeom>
          <a:noFill/>
          <a:ln/>
        </p:spPr>
        <p:txBody>
          <a:bodyPr wrap="square" lIns="0" tIns="0" rIns="0" bIns="0" rtlCol="0" anchor="t"/>
          <a:lstStyle/>
          <a:p>
            <a:pPr marL="0" indent="0">
              <a:lnSpc>
                <a:spcPts val="2850"/>
              </a:lnSpc>
              <a:buNone/>
            </a:pPr>
            <a:r>
              <a:rPr lang="en-US" sz="1750" dirty="0">
                <a:solidFill>
                  <a:srgbClr val="000000"/>
                </a:solidFill>
                <a:latin typeface="MetricHPE" pitchFamily="34" charset="0"/>
                <a:ea typeface="MetricHPE" pitchFamily="34" charset="-122"/>
                <a:cs typeface="MetricHPE" pitchFamily="34" charset="-120"/>
              </a:rPr>
              <a:t>Chroma is an open-source AI-native vector database designed to store, index, and query high-dimensional embeddings efficiently. It facilitates the development of applications that require semantic search, recommendation systems, and large language model (LLM) integrations by providing robust tools for managing embeddings and their associated metadata.</a:t>
            </a:r>
            <a:endParaRPr lang="en-US" sz="1750" dirty="0"/>
          </a:p>
        </p:txBody>
      </p:sp>
      <p:sp>
        <p:nvSpPr>
          <p:cNvPr id="4" name="Text 2"/>
          <p:cNvSpPr/>
          <p:nvPr/>
        </p:nvSpPr>
        <p:spPr>
          <a:xfrm>
            <a:off x="793790" y="3914180"/>
            <a:ext cx="13042821" cy="362903"/>
          </a:xfrm>
          <a:prstGeom prst="rect">
            <a:avLst/>
          </a:prstGeom>
          <a:noFill/>
          <a:ln/>
        </p:spPr>
        <p:txBody>
          <a:bodyPr wrap="none" lIns="0" tIns="0" rIns="0" bIns="0" rtlCol="0" anchor="t"/>
          <a:lstStyle/>
          <a:p>
            <a:pPr marL="0" indent="0">
              <a:lnSpc>
                <a:spcPts val="2850"/>
              </a:lnSpc>
              <a:buNone/>
            </a:pPr>
            <a:r>
              <a:rPr lang="en-US" sz="1750" dirty="0">
                <a:solidFill>
                  <a:srgbClr val="000000"/>
                </a:solidFill>
                <a:latin typeface="MetricHPE" pitchFamily="34" charset="0"/>
                <a:ea typeface="MetricHPE" pitchFamily="34" charset="-122"/>
                <a:cs typeface="MetricHPE" pitchFamily="34" charset="-120"/>
              </a:rPr>
              <a:t>Chroma is used in many LLM applications because of it's seamless integration with popular LLM frameworks like LangChain and LlamaIndex. </a:t>
            </a:r>
            <a:endParaRPr lang="en-US" sz="1750" dirty="0"/>
          </a:p>
        </p:txBody>
      </p:sp>
      <p:pic>
        <p:nvPicPr>
          <p:cNvPr id="5" name="Image 0" descr="preencoded.png"/>
          <p:cNvPicPr>
            <a:picLocks noChangeAspect="1"/>
          </p:cNvPicPr>
          <p:nvPr/>
        </p:nvPicPr>
        <p:blipFill>
          <a:blip r:embed="rId3"/>
          <a:stretch>
            <a:fillRect/>
          </a:stretch>
        </p:blipFill>
        <p:spPr>
          <a:xfrm>
            <a:off x="5683329" y="4532233"/>
            <a:ext cx="3263741" cy="228945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639729"/>
            <a:ext cx="5670590" cy="708779"/>
          </a:xfrm>
          <a:prstGeom prst="rect">
            <a:avLst/>
          </a:prstGeom>
          <a:noFill/>
          <a:ln/>
        </p:spPr>
        <p:txBody>
          <a:bodyPr wrap="none" lIns="0" tIns="0" rIns="0" bIns="0" rtlCol="0" anchor="t"/>
          <a:lstStyle/>
          <a:p>
            <a:pPr marL="0" indent="0">
              <a:lnSpc>
                <a:spcPts val="5550"/>
              </a:lnSpc>
              <a:buNone/>
            </a:pPr>
            <a:r>
              <a:rPr lang="en-US" sz="4450" b="1" dirty="0">
                <a:solidFill>
                  <a:srgbClr val="000000"/>
                </a:solidFill>
                <a:latin typeface="MetricHPE Bold" pitchFamily="34" charset="0"/>
                <a:ea typeface="MetricHPE Bold" pitchFamily="34" charset="-122"/>
                <a:cs typeface="MetricHPE Bold" pitchFamily="34" charset="-120"/>
              </a:rPr>
              <a:t>Similarity Search</a:t>
            </a:r>
            <a:endParaRPr lang="en-US" sz="4450" dirty="0"/>
          </a:p>
        </p:txBody>
      </p:sp>
      <p:sp>
        <p:nvSpPr>
          <p:cNvPr id="3" name="Text 1"/>
          <p:cNvSpPr/>
          <p:nvPr/>
        </p:nvSpPr>
        <p:spPr>
          <a:xfrm>
            <a:off x="793790" y="2802136"/>
            <a:ext cx="13042821" cy="1088708"/>
          </a:xfrm>
          <a:prstGeom prst="rect">
            <a:avLst/>
          </a:prstGeom>
          <a:noFill/>
          <a:ln/>
        </p:spPr>
        <p:txBody>
          <a:bodyPr wrap="square" lIns="0" tIns="0" rIns="0" bIns="0" rtlCol="0" anchor="t"/>
          <a:lstStyle/>
          <a:p>
            <a:pPr marL="0" indent="0">
              <a:lnSpc>
                <a:spcPts val="2850"/>
              </a:lnSpc>
              <a:buNone/>
            </a:pPr>
            <a:r>
              <a:rPr lang="en-US" sz="1750" b="1" dirty="0">
                <a:solidFill>
                  <a:srgbClr val="000000"/>
                </a:solidFill>
                <a:latin typeface="MetricHPE" pitchFamily="34" charset="0"/>
                <a:ea typeface="MetricHPE" pitchFamily="34" charset="-122"/>
                <a:cs typeface="MetricHPE" pitchFamily="34" charset="-120"/>
              </a:rPr>
              <a:t>Similarity search</a:t>
            </a:r>
            <a:r>
              <a:rPr lang="en-US" sz="1750" dirty="0">
                <a:solidFill>
                  <a:srgbClr val="000000"/>
                </a:solidFill>
                <a:latin typeface="MetricHPE" pitchFamily="34" charset="0"/>
                <a:ea typeface="MetricHPE" pitchFamily="34" charset="-122"/>
                <a:cs typeface="MetricHPE" pitchFamily="34" charset="-120"/>
              </a:rPr>
              <a:t> is a technique used to retrieve items from a dataset that are most similar to a given query item based on specific characteristics or features. Instead of relying on exact matches, it finds items that share commonalities, such as semantic meaning, visual patterns, or structural similarities.</a:t>
            </a:r>
            <a:endParaRPr lang="en-US" sz="1750" dirty="0"/>
          </a:p>
        </p:txBody>
      </p:sp>
      <p:pic>
        <p:nvPicPr>
          <p:cNvPr id="4" name="Image 0" descr="preencoded.png"/>
          <p:cNvPicPr>
            <a:picLocks noChangeAspect="1"/>
          </p:cNvPicPr>
          <p:nvPr/>
        </p:nvPicPr>
        <p:blipFill>
          <a:blip r:embed="rId3"/>
          <a:stretch>
            <a:fillRect/>
          </a:stretch>
        </p:blipFill>
        <p:spPr>
          <a:xfrm>
            <a:off x="3685937" y="4145994"/>
            <a:ext cx="566976" cy="566976"/>
          </a:xfrm>
          <a:prstGeom prst="rect">
            <a:avLst/>
          </a:prstGeom>
        </p:spPr>
      </p:pic>
      <p:sp>
        <p:nvSpPr>
          <p:cNvPr id="5" name="Text 2"/>
          <p:cNvSpPr/>
          <p:nvPr/>
        </p:nvSpPr>
        <p:spPr>
          <a:xfrm>
            <a:off x="2268260" y="4939784"/>
            <a:ext cx="3402330" cy="425291"/>
          </a:xfrm>
          <a:prstGeom prst="rect">
            <a:avLst/>
          </a:prstGeom>
          <a:noFill/>
          <a:ln/>
        </p:spPr>
        <p:txBody>
          <a:bodyPr wrap="none" lIns="0" tIns="0" rIns="0" bIns="0" rtlCol="0" anchor="t"/>
          <a:lstStyle/>
          <a:p>
            <a:pPr marL="0" indent="0" algn="ctr">
              <a:lnSpc>
                <a:spcPts val="3300"/>
              </a:lnSpc>
              <a:buNone/>
            </a:pPr>
            <a:r>
              <a:rPr lang="en-US" sz="2650" b="1" dirty="0">
                <a:solidFill>
                  <a:srgbClr val="000000"/>
                </a:solidFill>
                <a:latin typeface="MetricHPE Bold" pitchFamily="34" charset="0"/>
                <a:ea typeface="MetricHPE Bold" pitchFamily="34" charset="-122"/>
                <a:cs typeface="MetricHPE Bold" pitchFamily="34" charset="-120"/>
              </a:rPr>
              <a:t>Vector Representation</a:t>
            </a:r>
            <a:endParaRPr lang="en-US" sz="2650" dirty="0"/>
          </a:p>
        </p:txBody>
      </p:sp>
      <p:sp>
        <p:nvSpPr>
          <p:cNvPr id="6" name="Text 3"/>
          <p:cNvSpPr/>
          <p:nvPr/>
        </p:nvSpPr>
        <p:spPr>
          <a:xfrm>
            <a:off x="793790" y="5501164"/>
            <a:ext cx="6351270" cy="725805"/>
          </a:xfrm>
          <a:prstGeom prst="rect">
            <a:avLst/>
          </a:prstGeom>
          <a:noFill/>
          <a:ln/>
        </p:spPr>
        <p:txBody>
          <a:bodyPr wrap="square" lIns="0" tIns="0" rIns="0" bIns="0" rtlCol="0" anchor="t"/>
          <a:lstStyle/>
          <a:p>
            <a:pPr marL="0" indent="0" algn="ctr">
              <a:lnSpc>
                <a:spcPts val="2850"/>
              </a:lnSpc>
              <a:buNone/>
            </a:pPr>
            <a:r>
              <a:rPr lang="en-US" sz="1750" dirty="0">
                <a:solidFill>
                  <a:srgbClr val="000000"/>
                </a:solidFill>
                <a:latin typeface="MetricHPE" pitchFamily="34" charset="0"/>
                <a:ea typeface="MetricHPE" pitchFamily="34" charset="-122"/>
                <a:cs typeface="MetricHPE" pitchFamily="34" charset="-120"/>
              </a:rPr>
              <a:t>Items are converted into high-dimensional vectors that capture their essential features or meanings.</a:t>
            </a:r>
            <a:endParaRPr lang="en-US" sz="1750" dirty="0"/>
          </a:p>
        </p:txBody>
      </p:sp>
      <p:pic>
        <p:nvPicPr>
          <p:cNvPr id="7" name="Image 1" descr="preencoded.png"/>
          <p:cNvPicPr>
            <a:picLocks noChangeAspect="1"/>
          </p:cNvPicPr>
          <p:nvPr/>
        </p:nvPicPr>
        <p:blipFill>
          <a:blip r:embed="rId4"/>
          <a:stretch>
            <a:fillRect/>
          </a:stretch>
        </p:blipFill>
        <p:spPr>
          <a:xfrm>
            <a:off x="10377368" y="4145994"/>
            <a:ext cx="566976" cy="566976"/>
          </a:xfrm>
          <a:prstGeom prst="rect">
            <a:avLst/>
          </a:prstGeom>
        </p:spPr>
      </p:pic>
      <p:sp>
        <p:nvSpPr>
          <p:cNvPr id="8" name="Text 4"/>
          <p:cNvSpPr/>
          <p:nvPr/>
        </p:nvSpPr>
        <p:spPr>
          <a:xfrm>
            <a:off x="8959691" y="4939784"/>
            <a:ext cx="3402330" cy="425291"/>
          </a:xfrm>
          <a:prstGeom prst="rect">
            <a:avLst/>
          </a:prstGeom>
          <a:noFill/>
          <a:ln/>
        </p:spPr>
        <p:txBody>
          <a:bodyPr wrap="none" lIns="0" tIns="0" rIns="0" bIns="0" rtlCol="0" anchor="t"/>
          <a:lstStyle/>
          <a:p>
            <a:pPr marL="0" indent="0" algn="ctr">
              <a:lnSpc>
                <a:spcPts val="3300"/>
              </a:lnSpc>
              <a:buNone/>
            </a:pPr>
            <a:r>
              <a:rPr lang="en-US" sz="2650" b="1" dirty="0">
                <a:solidFill>
                  <a:srgbClr val="000000"/>
                </a:solidFill>
                <a:latin typeface="MetricHPE Bold" pitchFamily="34" charset="0"/>
                <a:ea typeface="MetricHPE Bold" pitchFamily="34" charset="-122"/>
                <a:cs typeface="MetricHPE Bold" pitchFamily="34" charset="-120"/>
              </a:rPr>
              <a:t>Distance Metrics</a:t>
            </a:r>
            <a:endParaRPr lang="en-US" sz="2650" dirty="0"/>
          </a:p>
        </p:txBody>
      </p:sp>
      <p:sp>
        <p:nvSpPr>
          <p:cNvPr id="9" name="Text 5"/>
          <p:cNvSpPr/>
          <p:nvPr/>
        </p:nvSpPr>
        <p:spPr>
          <a:xfrm>
            <a:off x="7485221" y="5501164"/>
            <a:ext cx="6351389" cy="1088708"/>
          </a:xfrm>
          <a:prstGeom prst="rect">
            <a:avLst/>
          </a:prstGeom>
          <a:noFill/>
          <a:ln/>
        </p:spPr>
        <p:txBody>
          <a:bodyPr wrap="square" lIns="0" tIns="0" rIns="0" bIns="0" rtlCol="0" anchor="t"/>
          <a:lstStyle/>
          <a:p>
            <a:pPr marL="0" indent="0" algn="ctr">
              <a:lnSpc>
                <a:spcPts val="2850"/>
              </a:lnSpc>
              <a:buNone/>
            </a:pPr>
            <a:r>
              <a:rPr lang="en-US" sz="1750" dirty="0">
                <a:solidFill>
                  <a:srgbClr val="000000"/>
                </a:solidFill>
                <a:latin typeface="MetricHPE" pitchFamily="34" charset="0"/>
                <a:ea typeface="MetricHPE" pitchFamily="34" charset="-122"/>
                <a:cs typeface="MetricHPE" pitchFamily="34" charset="-120"/>
              </a:rPr>
              <a:t>Metrics like </a:t>
            </a:r>
            <a:r>
              <a:rPr lang="en-US" sz="1750" b="1" dirty="0">
                <a:solidFill>
                  <a:srgbClr val="000000"/>
                </a:solidFill>
                <a:latin typeface="MetricHPE" pitchFamily="34" charset="0"/>
                <a:ea typeface="MetricHPE" pitchFamily="34" charset="-122"/>
                <a:cs typeface="MetricHPE" pitchFamily="34" charset="-120"/>
              </a:rPr>
              <a:t>cosine similarity</a:t>
            </a:r>
            <a:r>
              <a:rPr lang="en-US" sz="1750" dirty="0">
                <a:solidFill>
                  <a:srgbClr val="000000"/>
                </a:solidFill>
                <a:latin typeface="MetricHPE" pitchFamily="34" charset="0"/>
                <a:ea typeface="MetricHPE" pitchFamily="34" charset="-122"/>
                <a:cs typeface="MetricHPE" pitchFamily="34" charset="-120"/>
              </a:rPr>
              <a:t>, </a:t>
            </a:r>
            <a:r>
              <a:rPr lang="en-US" sz="1750" b="1" dirty="0">
                <a:solidFill>
                  <a:srgbClr val="000000"/>
                </a:solidFill>
                <a:latin typeface="MetricHPE" pitchFamily="34" charset="0"/>
                <a:ea typeface="MetricHPE" pitchFamily="34" charset="-122"/>
                <a:cs typeface="MetricHPE" pitchFamily="34" charset="-120"/>
              </a:rPr>
              <a:t>Euclidean distance</a:t>
            </a:r>
            <a:r>
              <a:rPr lang="en-US" sz="1750" dirty="0">
                <a:solidFill>
                  <a:srgbClr val="000000"/>
                </a:solidFill>
                <a:latin typeface="MetricHPE" pitchFamily="34" charset="0"/>
                <a:ea typeface="MetricHPE" pitchFamily="34" charset="-122"/>
                <a:cs typeface="MetricHPE" pitchFamily="34" charset="-120"/>
              </a:rPr>
              <a:t>, or </a:t>
            </a:r>
            <a:r>
              <a:rPr lang="en-US" sz="1750" b="1" dirty="0">
                <a:solidFill>
                  <a:srgbClr val="000000"/>
                </a:solidFill>
                <a:latin typeface="MetricHPE" pitchFamily="34" charset="0"/>
                <a:ea typeface="MetricHPE" pitchFamily="34" charset="-122"/>
                <a:cs typeface="MetricHPE" pitchFamily="34" charset="-120"/>
              </a:rPr>
              <a:t>dot product</a:t>
            </a:r>
            <a:r>
              <a:rPr lang="en-US" sz="1750" dirty="0">
                <a:solidFill>
                  <a:srgbClr val="000000"/>
                </a:solidFill>
                <a:latin typeface="MetricHPE" pitchFamily="34" charset="0"/>
                <a:ea typeface="MetricHPE" pitchFamily="34" charset="-122"/>
                <a:cs typeface="MetricHPE" pitchFamily="34" charset="-120"/>
              </a:rPr>
              <a:t> are used to measure how close or similar two vectors are in the embedding space.</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875943"/>
            <a:ext cx="7590711" cy="708779"/>
          </a:xfrm>
          <a:prstGeom prst="rect">
            <a:avLst/>
          </a:prstGeom>
          <a:noFill/>
          <a:ln/>
        </p:spPr>
        <p:txBody>
          <a:bodyPr wrap="none" lIns="0" tIns="0" rIns="0" bIns="0" rtlCol="0" anchor="t"/>
          <a:lstStyle/>
          <a:p>
            <a:pPr marL="0" indent="0">
              <a:lnSpc>
                <a:spcPts val="5550"/>
              </a:lnSpc>
              <a:buNone/>
            </a:pPr>
            <a:r>
              <a:rPr lang="en-US" sz="4450" b="1" dirty="0">
                <a:solidFill>
                  <a:srgbClr val="000000"/>
                </a:solidFill>
                <a:latin typeface="MetricHPE Bold" pitchFamily="34" charset="0"/>
                <a:ea typeface="MetricHPE Bold" pitchFamily="34" charset="-122"/>
                <a:cs typeface="MetricHPE Bold" pitchFamily="34" charset="-120"/>
              </a:rPr>
              <a:t>Applications of Vector Databases</a:t>
            </a:r>
            <a:endParaRPr lang="en-US" sz="4450" dirty="0"/>
          </a:p>
        </p:txBody>
      </p:sp>
      <p:sp>
        <p:nvSpPr>
          <p:cNvPr id="3" name="Shape 1"/>
          <p:cNvSpPr/>
          <p:nvPr/>
        </p:nvSpPr>
        <p:spPr>
          <a:xfrm>
            <a:off x="793790" y="2038350"/>
            <a:ext cx="6408063" cy="2544247"/>
          </a:xfrm>
          <a:prstGeom prst="roundRect">
            <a:avLst>
              <a:gd name="adj" fmla="val 3744"/>
            </a:avLst>
          </a:prstGeom>
          <a:solidFill>
            <a:srgbClr val="CCFFF3"/>
          </a:solidFill>
          <a:ln w="7620">
            <a:solidFill>
              <a:srgbClr val="B2E5D9"/>
            </a:solidFill>
            <a:prstDash val="solid"/>
          </a:ln>
        </p:spPr>
      </p:sp>
      <p:sp>
        <p:nvSpPr>
          <p:cNvPr id="4" name="Text 2"/>
          <p:cNvSpPr/>
          <p:nvPr/>
        </p:nvSpPr>
        <p:spPr>
          <a:xfrm>
            <a:off x="1028224" y="2272784"/>
            <a:ext cx="5939195" cy="850583"/>
          </a:xfrm>
          <a:prstGeom prst="rect">
            <a:avLst/>
          </a:prstGeom>
          <a:noFill/>
          <a:ln/>
        </p:spPr>
        <p:txBody>
          <a:bodyPr wrap="square" lIns="0" tIns="0" rIns="0" bIns="0" rtlCol="0" anchor="t"/>
          <a:lstStyle/>
          <a:p>
            <a:pPr marL="0" indent="0">
              <a:lnSpc>
                <a:spcPts val="3300"/>
              </a:lnSpc>
              <a:buNone/>
            </a:pPr>
            <a:r>
              <a:rPr lang="en-US" sz="2650" b="1" dirty="0">
                <a:solidFill>
                  <a:srgbClr val="000000"/>
                </a:solidFill>
                <a:latin typeface="MetricHPE Bold" pitchFamily="34" charset="0"/>
                <a:ea typeface="MetricHPE Bold" pitchFamily="34" charset="-122"/>
                <a:cs typeface="MetricHPE Bold" pitchFamily="34" charset="-120"/>
              </a:rPr>
              <a:t>Semantic Search for Retrieval-Augmented Generation (RAG)</a:t>
            </a:r>
            <a:endParaRPr lang="en-US" sz="2650" dirty="0"/>
          </a:p>
        </p:txBody>
      </p:sp>
      <p:sp>
        <p:nvSpPr>
          <p:cNvPr id="5" name="Text 3"/>
          <p:cNvSpPr/>
          <p:nvPr/>
        </p:nvSpPr>
        <p:spPr>
          <a:xfrm>
            <a:off x="1028224" y="3259455"/>
            <a:ext cx="5939195" cy="1088708"/>
          </a:xfrm>
          <a:prstGeom prst="rect">
            <a:avLst/>
          </a:prstGeom>
          <a:noFill/>
          <a:ln/>
        </p:spPr>
        <p:txBody>
          <a:bodyPr wrap="square" lIns="0" tIns="0" rIns="0" bIns="0" rtlCol="0" anchor="t"/>
          <a:lstStyle/>
          <a:p>
            <a:pPr marL="0" indent="0">
              <a:lnSpc>
                <a:spcPts val="2850"/>
              </a:lnSpc>
              <a:buNone/>
            </a:pPr>
            <a:r>
              <a:rPr lang="en-US" sz="1750" dirty="0">
                <a:solidFill>
                  <a:srgbClr val="000000"/>
                </a:solidFill>
                <a:latin typeface="MetricHPE" pitchFamily="34" charset="0"/>
                <a:ea typeface="MetricHPE" pitchFamily="34" charset="-122"/>
                <a:cs typeface="MetricHPE" pitchFamily="34" charset="-120"/>
              </a:rPr>
              <a:t>Vector databases store embeddings of large document corpora, enabling semantic search to retrieve contextually relevant information for generative models.</a:t>
            </a:r>
            <a:endParaRPr lang="en-US" sz="1750" dirty="0"/>
          </a:p>
        </p:txBody>
      </p:sp>
      <p:sp>
        <p:nvSpPr>
          <p:cNvPr id="6" name="Shape 4"/>
          <p:cNvSpPr/>
          <p:nvPr/>
        </p:nvSpPr>
        <p:spPr>
          <a:xfrm>
            <a:off x="7428667" y="2038350"/>
            <a:ext cx="6408063" cy="2544247"/>
          </a:xfrm>
          <a:prstGeom prst="roundRect">
            <a:avLst>
              <a:gd name="adj" fmla="val 3744"/>
            </a:avLst>
          </a:prstGeom>
          <a:solidFill>
            <a:srgbClr val="CCFFF3"/>
          </a:solidFill>
          <a:ln w="7620">
            <a:solidFill>
              <a:srgbClr val="B2E5D9"/>
            </a:solidFill>
            <a:prstDash val="solid"/>
          </a:ln>
        </p:spPr>
      </p:sp>
      <p:sp>
        <p:nvSpPr>
          <p:cNvPr id="7" name="Text 5"/>
          <p:cNvSpPr/>
          <p:nvPr/>
        </p:nvSpPr>
        <p:spPr>
          <a:xfrm>
            <a:off x="7663101" y="2272784"/>
            <a:ext cx="4801076" cy="425291"/>
          </a:xfrm>
          <a:prstGeom prst="rect">
            <a:avLst/>
          </a:prstGeom>
          <a:noFill/>
          <a:ln/>
        </p:spPr>
        <p:txBody>
          <a:bodyPr wrap="none" lIns="0" tIns="0" rIns="0" bIns="0" rtlCol="0" anchor="t"/>
          <a:lstStyle/>
          <a:p>
            <a:pPr marL="0" indent="0">
              <a:lnSpc>
                <a:spcPts val="3300"/>
              </a:lnSpc>
              <a:buNone/>
            </a:pPr>
            <a:r>
              <a:rPr lang="en-US" sz="2650" b="1" dirty="0">
                <a:solidFill>
                  <a:srgbClr val="000000"/>
                </a:solidFill>
                <a:latin typeface="MetricHPE Bold" pitchFamily="34" charset="0"/>
                <a:ea typeface="MetricHPE Bold" pitchFamily="34" charset="-122"/>
                <a:cs typeface="MetricHPE Bold" pitchFamily="34" charset="-120"/>
              </a:rPr>
              <a:t>Content Recommendation Systems</a:t>
            </a:r>
            <a:endParaRPr lang="en-US" sz="2650" dirty="0"/>
          </a:p>
        </p:txBody>
      </p:sp>
      <p:sp>
        <p:nvSpPr>
          <p:cNvPr id="8" name="Text 6"/>
          <p:cNvSpPr/>
          <p:nvPr/>
        </p:nvSpPr>
        <p:spPr>
          <a:xfrm>
            <a:off x="7663101" y="2834164"/>
            <a:ext cx="5939195" cy="725805"/>
          </a:xfrm>
          <a:prstGeom prst="rect">
            <a:avLst/>
          </a:prstGeom>
          <a:noFill/>
          <a:ln/>
        </p:spPr>
        <p:txBody>
          <a:bodyPr wrap="square" lIns="0" tIns="0" rIns="0" bIns="0" rtlCol="0" anchor="t"/>
          <a:lstStyle/>
          <a:p>
            <a:pPr marL="0" indent="0">
              <a:lnSpc>
                <a:spcPts val="2850"/>
              </a:lnSpc>
              <a:buNone/>
            </a:pPr>
            <a:r>
              <a:rPr lang="en-US" sz="1750" dirty="0">
                <a:solidFill>
                  <a:srgbClr val="000000"/>
                </a:solidFill>
                <a:latin typeface="MetricHPE" pitchFamily="34" charset="0"/>
                <a:ea typeface="MetricHPE" pitchFamily="34" charset="-122"/>
                <a:cs typeface="MetricHPE" pitchFamily="34" charset="-120"/>
              </a:rPr>
              <a:t>Use vector embeddings to match user preferences with relevant generative content like text, images, or videos.</a:t>
            </a:r>
            <a:endParaRPr lang="en-US" sz="1750" dirty="0"/>
          </a:p>
        </p:txBody>
      </p:sp>
      <p:sp>
        <p:nvSpPr>
          <p:cNvPr id="9" name="Shape 7"/>
          <p:cNvSpPr/>
          <p:nvPr/>
        </p:nvSpPr>
        <p:spPr>
          <a:xfrm>
            <a:off x="793790" y="4809411"/>
            <a:ext cx="6408063" cy="2544247"/>
          </a:xfrm>
          <a:prstGeom prst="roundRect">
            <a:avLst>
              <a:gd name="adj" fmla="val 3744"/>
            </a:avLst>
          </a:prstGeom>
          <a:solidFill>
            <a:srgbClr val="CCFFF3"/>
          </a:solidFill>
          <a:ln w="7620">
            <a:solidFill>
              <a:srgbClr val="B2E5D9"/>
            </a:solidFill>
            <a:prstDash val="solid"/>
          </a:ln>
        </p:spPr>
      </p:sp>
      <p:sp>
        <p:nvSpPr>
          <p:cNvPr id="10" name="Text 8"/>
          <p:cNvSpPr/>
          <p:nvPr/>
        </p:nvSpPr>
        <p:spPr>
          <a:xfrm>
            <a:off x="1028224" y="5043845"/>
            <a:ext cx="5939195" cy="850583"/>
          </a:xfrm>
          <a:prstGeom prst="rect">
            <a:avLst/>
          </a:prstGeom>
          <a:noFill/>
          <a:ln/>
        </p:spPr>
        <p:txBody>
          <a:bodyPr wrap="square" lIns="0" tIns="0" rIns="0" bIns="0" rtlCol="0" anchor="t"/>
          <a:lstStyle/>
          <a:p>
            <a:pPr marL="0" indent="0">
              <a:lnSpc>
                <a:spcPts val="3300"/>
              </a:lnSpc>
              <a:buNone/>
            </a:pPr>
            <a:r>
              <a:rPr lang="en-US" sz="2650" b="1" dirty="0">
                <a:solidFill>
                  <a:srgbClr val="000000"/>
                </a:solidFill>
                <a:latin typeface="MetricHPE Bold" pitchFamily="34" charset="0"/>
                <a:ea typeface="MetricHPE Bold" pitchFamily="34" charset="-122"/>
                <a:cs typeface="MetricHPE Bold" pitchFamily="34" charset="-120"/>
              </a:rPr>
              <a:t>Image-to-Text and Text-to-Image Generative Models</a:t>
            </a:r>
            <a:endParaRPr lang="en-US" sz="2650" dirty="0"/>
          </a:p>
        </p:txBody>
      </p:sp>
      <p:sp>
        <p:nvSpPr>
          <p:cNvPr id="11" name="Text 9"/>
          <p:cNvSpPr/>
          <p:nvPr/>
        </p:nvSpPr>
        <p:spPr>
          <a:xfrm>
            <a:off x="1028224" y="6030516"/>
            <a:ext cx="5939195" cy="725805"/>
          </a:xfrm>
          <a:prstGeom prst="rect">
            <a:avLst/>
          </a:prstGeom>
          <a:noFill/>
          <a:ln/>
        </p:spPr>
        <p:txBody>
          <a:bodyPr wrap="square" lIns="0" tIns="0" rIns="0" bIns="0" rtlCol="0" anchor="t"/>
          <a:lstStyle/>
          <a:p>
            <a:pPr marL="0" indent="0">
              <a:lnSpc>
                <a:spcPts val="2850"/>
              </a:lnSpc>
              <a:buNone/>
            </a:pPr>
            <a:r>
              <a:rPr lang="en-US" sz="1750" dirty="0">
                <a:solidFill>
                  <a:srgbClr val="000000"/>
                </a:solidFill>
                <a:latin typeface="MetricHPE" pitchFamily="34" charset="0"/>
                <a:ea typeface="MetricHPE" pitchFamily="34" charset="-122"/>
                <a:cs typeface="MetricHPE" pitchFamily="34" charset="-120"/>
              </a:rPr>
              <a:t>Store embeddings of images or text descriptions for fast similarity searches to generate or retrieve AI-generated counterparts.</a:t>
            </a:r>
            <a:endParaRPr lang="en-US" sz="1750" dirty="0"/>
          </a:p>
        </p:txBody>
      </p:sp>
      <p:sp>
        <p:nvSpPr>
          <p:cNvPr id="12" name="Shape 10"/>
          <p:cNvSpPr/>
          <p:nvPr/>
        </p:nvSpPr>
        <p:spPr>
          <a:xfrm>
            <a:off x="7428667" y="4809411"/>
            <a:ext cx="6408063" cy="2544247"/>
          </a:xfrm>
          <a:prstGeom prst="roundRect">
            <a:avLst>
              <a:gd name="adj" fmla="val 3744"/>
            </a:avLst>
          </a:prstGeom>
          <a:solidFill>
            <a:srgbClr val="CCFFF3"/>
          </a:solidFill>
          <a:ln w="7620">
            <a:solidFill>
              <a:srgbClr val="B2E5D9"/>
            </a:solidFill>
            <a:prstDash val="solid"/>
          </a:ln>
        </p:spPr>
      </p:sp>
      <p:sp>
        <p:nvSpPr>
          <p:cNvPr id="13" name="Text 11"/>
          <p:cNvSpPr/>
          <p:nvPr/>
        </p:nvSpPr>
        <p:spPr>
          <a:xfrm>
            <a:off x="7663101" y="5043845"/>
            <a:ext cx="5939195" cy="850583"/>
          </a:xfrm>
          <a:prstGeom prst="rect">
            <a:avLst/>
          </a:prstGeom>
          <a:noFill/>
          <a:ln/>
        </p:spPr>
        <p:txBody>
          <a:bodyPr wrap="square" lIns="0" tIns="0" rIns="0" bIns="0" rtlCol="0" anchor="t"/>
          <a:lstStyle/>
          <a:p>
            <a:pPr marL="0" indent="0">
              <a:lnSpc>
                <a:spcPts val="3300"/>
              </a:lnSpc>
              <a:buNone/>
            </a:pPr>
            <a:r>
              <a:rPr lang="en-US" sz="2650" b="1" dirty="0">
                <a:solidFill>
                  <a:srgbClr val="000000"/>
                </a:solidFill>
                <a:latin typeface="MetricHPE Bold" pitchFamily="34" charset="0"/>
                <a:ea typeface="MetricHPE Bold" pitchFamily="34" charset="-122"/>
                <a:cs typeface="MetricHPE Bold" pitchFamily="34" charset="-120"/>
              </a:rPr>
              <a:t>Personalized Learning Experiences in EdTech</a:t>
            </a:r>
            <a:endParaRPr lang="en-US" sz="2650" dirty="0"/>
          </a:p>
        </p:txBody>
      </p:sp>
      <p:sp>
        <p:nvSpPr>
          <p:cNvPr id="14" name="Text 12"/>
          <p:cNvSpPr/>
          <p:nvPr/>
        </p:nvSpPr>
        <p:spPr>
          <a:xfrm>
            <a:off x="7663101" y="6030516"/>
            <a:ext cx="5939195" cy="1088708"/>
          </a:xfrm>
          <a:prstGeom prst="rect">
            <a:avLst/>
          </a:prstGeom>
          <a:noFill/>
          <a:ln/>
        </p:spPr>
        <p:txBody>
          <a:bodyPr wrap="square" lIns="0" tIns="0" rIns="0" bIns="0" rtlCol="0" anchor="t"/>
          <a:lstStyle/>
          <a:p>
            <a:pPr marL="0" indent="0">
              <a:lnSpc>
                <a:spcPts val="2850"/>
              </a:lnSpc>
              <a:buNone/>
            </a:pPr>
            <a:r>
              <a:rPr lang="en-US" sz="1750" dirty="0">
                <a:solidFill>
                  <a:srgbClr val="000000"/>
                </a:solidFill>
                <a:latin typeface="MetricHPE" pitchFamily="34" charset="0"/>
                <a:ea typeface="MetricHPE" pitchFamily="34" charset="-122"/>
                <a:cs typeface="MetricHPE" pitchFamily="34" charset="-120"/>
              </a:rPr>
              <a:t>Embeddings in vector databases enable generative models to create personalized quizzes, explanations, or study material based on a student’s past performance or queries.</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9003323" y="316523"/>
            <a:ext cx="5064370" cy="7596554"/>
          </a:xfrm>
          <a:prstGeom prst="rect">
            <a:avLst/>
          </a:prstGeom>
          <a:solidFill>
            <a:srgbClr val="36A881"/>
          </a:solidFill>
          <a:ln/>
        </p:spPr>
        <p:txBody>
          <a:bodyPr/>
          <a:lstStyle>
            <a:defPPr>
              <a:defRPr lang="en-US"/>
            </a:defPPr>
            <a:lvl1pPr marL="0" algn="l" defTabSz="957925" rtl="0" eaLnBrk="1" latinLnBrk="0" hangingPunct="1">
              <a:defRPr sz="1885" kern="1200">
                <a:solidFill>
                  <a:schemeClr val="tx1"/>
                </a:solidFill>
                <a:latin typeface="+mn-lt"/>
                <a:ea typeface="+mn-ea"/>
                <a:cs typeface="+mn-cs"/>
              </a:defRPr>
            </a:lvl1pPr>
            <a:lvl2pPr marL="478963" algn="l" defTabSz="957925" rtl="0" eaLnBrk="1" latinLnBrk="0" hangingPunct="1">
              <a:defRPr sz="1885" kern="1200">
                <a:solidFill>
                  <a:schemeClr val="tx1"/>
                </a:solidFill>
                <a:latin typeface="+mn-lt"/>
                <a:ea typeface="+mn-ea"/>
                <a:cs typeface="+mn-cs"/>
              </a:defRPr>
            </a:lvl2pPr>
            <a:lvl3pPr marL="957925" algn="l" defTabSz="957925" rtl="0" eaLnBrk="1" latinLnBrk="0" hangingPunct="1">
              <a:defRPr sz="1885" kern="1200">
                <a:solidFill>
                  <a:schemeClr val="tx1"/>
                </a:solidFill>
                <a:latin typeface="+mn-lt"/>
                <a:ea typeface="+mn-ea"/>
                <a:cs typeface="+mn-cs"/>
              </a:defRPr>
            </a:lvl3pPr>
            <a:lvl4pPr marL="1436888" algn="l" defTabSz="957925" rtl="0" eaLnBrk="1" latinLnBrk="0" hangingPunct="1">
              <a:defRPr sz="1885" kern="1200">
                <a:solidFill>
                  <a:schemeClr val="tx1"/>
                </a:solidFill>
                <a:latin typeface="+mn-lt"/>
                <a:ea typeface="+mn-ea"/>
                <a:cs typeface="+mn-cs"/>
              </a:defRPr>
            </a:lvl4pPr>
            <a:lvl5pPr marL="1915850" algn="l" defTabSz="957925" rtl="0" eaLnBrk="1" latinLnBrk="0" hangingPunct="1">
              <a:defRPr sz="1885" kern="1200">
                <a:solidFill>
                  <a:schemeClr val="tx1"/>
                </a:solidFill>
                <a:latin typeface="+mn-lt"/>
                <a:ea typeface="+mn-ea"/>
                <a:cs typeface="+mn-cs"/>
              </a:defRPr>
            </a:lvl5pPr>
            <a:lvl6pPr marL="2394814" algn="l" defTabSz="957925" rtl="0" eaLnBrk="1" latinLnBrk="0" hangingPunct="1">
              <a:defRPr sz="1885" kern="1200">
                <a:solidFill>
                  <a:schemeClr val="tx1"/>
                </a:solidFill>
                <a:latin typeface="+mn-lt"/>
                <a:ea typeface="+mn-ea"/>
                <a:cs typeface="+mn-cs"/>
              </a:defRPr>
            </a:lvl6pPr>
            <a:lvl7pPr marL="2873777" algn="l" defTabSz="957925" rtl="0" eaLnBrk="1" latinLnBrk="0" hangingPunct="1">
              <a:defRPr sz="1885" kern="1200">
                <a:solidFill>
                  <a:schemeClr val="tx1"/>
                </a:solidFill>
                <a:latin typeface="+mn-lt"/>
                <a:ea typeface="+mn-ea"/>
                <a:cs typeface="+mn-cs"/>
              </a:defRPr>
            </a:lvl7pPr>
            <a:lvl8pPr marL="3352739" algn="l" defTabSz="957925" rtl="0" eaLnBrk="1" latinLnBrk="0" hangingPunct="1">
              <a:defRPr sz="1885" kern="1200">
                <a:solidFill>
                  <a:schemeClr val="tx1"/>
                </a:solidFill>
                <a:latin typeface="+mn-lt"/>
                <a:ea typeface="+mn-ea"/>
                <a:cs typeface="+mn-cs"/>
              </a:defRPr>
            </a:lvl8pPr>
            <a:lvl9pPr marL="3831702" algn="l" defTabSz="957925" rtl="0" eaLnBrk="1" latinLnBrk="0" hangingPunct="1">
              <a:defRPr sz="1885" kern="1200">
                <a:solidFill>
                  <a:schemeClr val="tx1"/>
                </a:solidFill>
                <a:latin typeface="+mn-lt"/>
                <a:ea typeface="+mn-ea"/>
                <a:cs typeface="+mn-cs"/>
              </a:defRPr>
            </a:lvl9pPr>
          </a:lstStyle>
          <a:p>
            <a:endParaRPr lang="en-US" sz="1662"/>
          </a:p>
        </p:txBody>
      </p:sp>
      <p:sp>
        <p:nvSpPr>
          <p:cNvPr id="3" name="Text 1"/>
          <p:cNvSpPr/>
          <p:nvPr/>
        </p:nvSpPr>
        <p:spPr>
          <a:xfrm>
            <a:off x="562708" y="2921078"/>
            <a:ext cx="5234392" cy="654258"/>
          </a:xfrm>
          <a:prstGeom prst="rect">
            <a:avLst/>
          </a:prstGeom>
          <a:noFill/>
          <a:ln/>
        </p:spPr>
        <p:txBody>
          <a:bodyPr wrap="none" lIns="0" tIns="0" rIns="0" bIns="0" rtlCol="0" anchor="t"/>
          <a:lstStyle>
            <a:defPPr>
              <a:defRPr lang="en-US"/>
            </a:defPPr>
            <a:lvl1pPr marL="0" algn="l" defTabSz="957925" rtl="0" eaLnBrk="1" latinLnBrk="0" hangingPunct="1">
              <a:defRPr sz="1885" kern="1200">
                <a:solidFill>
                  <a:schemeClr val="tx1"/>
                </a:solidFill>
                <a:latin typeface="+mn-lt"/>
                <a:ea typeface="+mn-ea"/>
                <a:cs typeface="+mn-cs"/>
              </a:defRPr>
            </a:lvl1pPr>
            <a:lvl2pPr marL="478963" algn="l" defTabSz="957925" rtl="0" eaLnBrk="1" latinLnBrk="0" hangingPunct="1">
              <a:defRPr sz="1885" kern="1200">
                <a:solidFill>
                  <a:schemeClr val="tx1"/>
                </a:solidFill>
                <a:latin typeface="+mn-lt"/>
                <a:ea typeface="+mn-ea"/>
                <a:cs typeface="+mn-cs"/>
              </a:defRPr>
            </a:lvl2pPr>
            <a:lvl3pPr marL="957925" algn="l" defTabSz="957925" rtl="0" eaLnBrk="1" latinLnBrk="0" hangingPunct="1">
              <a:defRPr sz="1885" kern="1200">
                <a:solidFill>
                  <a:schemeClr val="tx1"/>
                </a:solidFill>
                <a:latin typeface="+mn-lt"/>
                <a:ea typeface="+mn-ea"/>
                <a:cs typeface="+mn-cs"/>
              </a:defRPr>
            </a:lvl3pPr>
            <a:lvl4pPr marL="1436888" algn="l" defTabSz="957925" rtl="0" eaLnBrk="1" latinLnBrk="0" hangingPunct="1">
              <a:defRPr sz="1885" kern="1200">
                <a:solidFill>
                  <a:schemeClr val="tx1"/>
                </a:solidFill>
                <a:latin typeface="+mn-lt"/>
                <a:ea typeface="+mn-ea"/>
                <a:cs typeface="+mn-cs"/>
              </a:defRPr>
            </a:lvl4pPr>
            <a:lvl5pPr marL="1915850" algn="l" defTabSz="957925" rtl="0" eaLnBrk="1" latinLnBrk="0" hangingPunct="1">
              <a:defRPr sz="1885" kern="1200">
                <a:solidFill>
                  <a:schemeClr val="tx1"/>
                </a:solidFill>
                <a:latin typeface="+mn-lt"/>
                <a:ea typeface="+mn-ea"/>
                <a:cs typeface="+mn-cs"/>
              </a:defRPr>
            </a:lvl5pPr>
            <a:lvl6pPr marL="2394814" algn="l" defTabSz="957925" rtl="0" eaLnBrk="1" latinLnBrk="0" hangingPunct="1">
              <a:defRPr sz="1885" kern="1200">
                <a:solidFill>
                  <a:schemeClr val="tx1"/>
                </a:solidFill>
                <a:latin typeface="+mn-lt"/>
                <a:ea typeface="+mn-ea"/>
                <a:cs typeface="+mn-cs"/>
              </a:defRPr>
            </a:lvl6pPr>
            <a:lvl7pPr marL="2873777" algn="l" defTabSz="957925" rtl="0" eaLnBrk="1" latinLnBrk="0" hangingPunct="1">
              <a:defRPr sz="1885" kern="1200">
                <a:solidFill>
                  <a:schemeClr val="tx1"/>
                </a:solidFill>
                <a:latin typeface="+mn-lt"/>
                <a:ea typeface="+mn-ea"/>
                <a:cs typeface="+mn-cs"/>
              </a:defRPr>
            </a:lvl7pPr>
            <a:lvl8pPr marL="3352739" algn="l" defTabSz="957925" rtl="0" eaLnBrk="1" latinLnBrk="0" hangingPunct="1">
              <a:defRPr sz="1885" kern="1200">
                <a:solidFill>
                  <a:schemeClr val="tx1"/>
                </a:solidFill>
                <a:latin typeface="+mn-lt"/>
                <a:ea typeface="+mn-ea"/>
                <a:cs typeface="+mn-cs"/>
              </a:defRPr>
            </a:lvl8pPr>
            <a:lvl9pPr marL="3831702" algn="l" defTabSz="957925" rtl="0" eaLnBrk="1" latinLnBrk="0" hangingPunct="1">
              <a:defRPr sz="1885" kern="1200">
                <a:solidFill>
                  <a:schemeClr val="tx1"/>
                </a:solidFill>
                <a:latin typeface="+mn-lt"/>
                <a:ea typeface="+mn-ea"/>
                <a:cs typeface="+mn-cs"/>
              </a:defRPr>
            </a:lvl9pPr>
          </a:lstStyle>
          <a:p>
            <a:pPr>
              <a:lnSpc>
                <a:spcPts val="5124"/>
              </a:lnSpc>
            </a:pPr>
            <a:r>
              <a:rPr lang="en-US" sz="4080" b="1" dirty="0">
                <a:solidFill>
                  <a:srgbClr val="000000"/>
                </a:solidFill>
                <a:latin typeface="MetricHPE Bold"/>
                <a:ea typeface="MetricHPE Bold"/>
              </a:rPr>
              <a:t>LAB</a:t>
            </a:r>
          </a:p>
          <a:p>
            <a:pPr>
              <a:lnSpc>
                <a:spcPts val="5124"/>
              </a:lnSpc>
            </a:pPr>
            <a:r>
              <a:rPr lang="en-US" sz="4050" dirty="0">
                <a:ea typeface="+mn-lt"/>
                <a:cs typeface="+mn-lt"/>
              </a:rPr>
              <a:t>CRUD Operations on Vector Databases</a:t>
            </a:r>
            <a:endParaRPr lang="en-US" dirty="0"/>
          </a:p>
        </p:txBody>
      </p:sp>
      <p:sp>
        <p:nvSpPr>
          <p:cNvPr id="4" name="Text 2"/>
          <p:cNvSpPr/>
          <p:nvPr/>
        </p:nvSpPr>
        <p:spPr>
          <a:xfrm>
            <a:off x="562708" y="1706172"/>
            <a:ext cx="6975157" cy="1339949"/>
          </a:xfrm>
          <a:prstGeom prst="rect">
            <a:avLst/>
          </a:prstGeom>
          <a:noFill/>
          <a:ln/>
        </p:spPr>
        <p:txBody>
          <a:bodyPr wrap="square" lIns="0" tIns="0" rIns="0" bIns="0" rtlCol="0" anchor="t"/>
          <a:lstStyle>
            <a:defPPr>
              <a:defRPr lang="en-US"/>
            </a:defPPr>
            <a:lvl1pPr marL="0" algn="l" defTabSz="957925" rtl="0" eaLnBrk="1" latinLnBrk="0" hangingPunct="1">
              <a:defRPr sz="1885" kern="1200">
                <a:solidFill>
                  <a:schemeClr val="tx1"/>
                </a:solidFill>
                <a:latin typeface="+mn-lt"/>
                <a:ea typeface="+mn-ea"/>
                <a:cs typeface="+mn-cs"/>
              </a:defRPr>
            </a:lvl1pPr>
            <a:lvl2pPr marL="478963" algn="l" defTabSz="957925" rtl="0" eaLnBrk="1" latinLnBrk="0" hangingPunct="1">
              <a:defRPr sz="1885" kern="1200">
                <a:solidFill>
                  <a:schemeClr val="tx1"/>
                </a:solidFill>
                <a:latin typeface="+mn-lt"/>
                <a:ea typeface="+mn-ea"/>
                <a:cs typeface="+mn-cs"/>
              </a:defRPr>
            </a:lvl2pPr>
            <a:lvl3pPr marL="957925" algn="l" defTabSz="957925" rtl="0" eaLnBrk="1" latinLnBrk="0" hangingPunct="1">
              <a:defRPr sz="1885" kern="1200">
                <a:solidFill>
                  <a:schemeClr val="tx1"/>
                </a:solidFill>
                <a:latin typeface="+mn-lt"/>
                <a:ea typeface="+mn-ea"/>
                <a:cs typeface="+mn-cs"/>
              </a:defRPr>
            </a:lvl3pPr>
            <a:lvl4pPr marL="1436888" algn="l" defTabSz="957925" rtl="0" eaLnBrk="1" latinLnBrk="0" hangingPunct="1">
              <a:defRPr sz="1885" kern="1200">
                <a:solidFill>
                  <a:schemeClr val="tx1"/>
                </a:solidFill>
                <a:latin typeface="+mn-lt"/>
                <a:ea typeface="+mn-ea"/>
                <a:cs typeface="+mn-cs"/>
              </a:defRPr>
            </a:lvl4pPr>
            <a:lvl5pPr marL="1915850" algn="l" defTabSz="957925" rtl="0" eaLnBrk="1" latinLnBrk="0" hangingPunct="1">
              <a:defRPr sz="1885" kern="1200">
                <a:solidFill>
                  <a:schemeClr val="tx1"/>
                </a:solidFill>
                <a:latin typeface="+mn-lt"/>
                <a:ea typeface="+mn-ea"/>
                <a:cs typeface="+mn-cs"/>
              </a:defRPr>
            </a:lvl5pPr>
            <a:lvl6pPr marL="2394814" algn="l" defTabSz="957925" rtl="0" eaLnBrk="1" latinLnBrk="0" hangingPunct="1">
              <a:defRPr sz="1885" kern="1200">
                <a:solidFill>
                  <a:schemeClr val="tx1"/>
                </a:solidFill>
                <a:latin typeface="+mn-lt"/>
                <a:ea typeface="+mn-ea"/>
                <a:cs typeface="+mn-cs"/>
              </a:defRPr>
            </a:lvl6pPr>
            <a:lvl7pPr marL="2873777" algn="l" defTabSz="957925" rtl="0" eaLnBrk="1" latinLnBrk="0" hangingPunct="1">
              <a:defRPr sz="1885" kern="1200">
                <a:solidFill>
                  <a:schemeClr val="tx1"/>
                </a:solidFill>
                <a:latin typeface="+mn-lt"/>
                <a:ea typeface="+mn-ea"/>
                <a:cs typeface="+mn-cs"/>
              </a:defRPr>
            </a:lvl7pPr>
            <a:lvl8pPr marL="3352739" algn="l" defTabSz="957925" rtl="0" eaLnBrk="1" latinLnBrk="0" hangingPunct="1">
              <a:defRPr sz="1885" kern="1200">
                <a:solidFill>
                  <a:schemeClr val="tx1"/>
                </a:solidFill>
                <a:latin typeface="+mn-lt"/>
                <a:ea typeface="+mn-ea"/>
                <a:cs typeface="+mn-cs"/>
              </a:defRPr>
            </a:lvl8pPr>
            <a:lvl9pPr marL="3831702" algn="l" defTabSz="957925" rtl="0" eaLnBrk="1" latinLnBrk="0" hangingPunct="1">
              <a:defRPr sz="1885" kern="1200">
                <a:solidFill>
                  <a:schemeClr val="tx1"/>
                </a:solidFill>
                <a:latin typeface="+mn-lt"/>
                <a:ea typeface="+mn-ea"/>
                <a:cs typeface="+mn-cs"/>
              </a:defRPr>
            </a:lvl9pPr>
          </a:lstStyle>
          <a:p>
            <a:pPr>
              <a:lnSpc>
                <a:spcPts val="2632"/>
              </a:lnSpc>
            </a:pPr>
            <a:endParaRPr lang="en-US" sz="2160" dirty="0"/>
          </a:p>
        </p:txBody>
      </p:sp>
      <p:sp>
        <p:nvSpPr>
          <p:cNvPr id="5" name="Text 3"/>
          <p:cNvSpPr/>
          <p:nvPr/>
        </p:nvSpPr>
        <p:spPr>
          <a:xfrm>
            <a:off x="1295439" y="3577042"/>
            <a:ext cx="6975157" cy="334987"/>
          </a:xfrm>
          <a:prstGeom prst="rect">
            <a:avLst/>
          </a:prstGeom>
          <a:noFill/>
          <a:ln/>
        </p:spPr>
        <p:txBody>
          <a:bodyPr wrap="none" lIns="0" tIns="0" rIns="0" bIns="0" rtlCol="0" anchor="t"/>
          <a:lstStyle>
            <a:defPPr>
              <a:defRPr lang="en-US"/>
            </a:defPPr>
            <a:lvl1pPr marL="0" algn="l" defTabSz="957925" rtl="0" eaLnBrk="1" latinLnBrk="0" hangingPunct="1">
              <a:defRPr sz="1885" kern="1200">
                <a:solidFill>
                  <a:schemeClr val="tx1"/>
                </a:solidFill>
                <a:latin typeface="+mn-lt"/>
                <a:ea typeface="+mn-ea"/>
                <a:cs typeface="+mn-cs"/>
              </a:defRPr>
            </a:lvl1pPr>
            <a:lvl2pPr marL="478963" algn="l" defTabSz="957925" rtl="0" eaLnBrk="1" latinLnBrk="0" hangingPunct="1">
              <a:defRPr sz="1885" kern="1200">
                <a:solidFill>
                  <a:schemeClr val="tx1"/>
                </a:solidFill>
                <a:latin typeface="+mn-lt"/>
                <a:ea typeface="+mn-ea"/>
                <a:cs typeface="+mn-cs"/>
              </a:defRPr>
            </a:lvl2pPr>
            <a:lvl3pPr marL="957925" algn="l" defTabSz="957925" rtl="0" eaLnBrk="1" latinLnBrk="0" hangingPunct="1">
              <a:defRPr sz="1885" kern="1200">
                <a:solidFill>
                  <a:schemeClr val="tx1"/>
                </a:solidFill>
                <a:latin typeface="+mn-lt"/>
                <a:ea typeface="+mn-ea"/>
                <a:cs typeface="+mn-cs"/>
              </a:defRPr>
            </a:lvl3pPr>
            <a:lvl4pPr marL="1436888" algn="l" defTabSz="957925" rtl="0" eaLnBrk="1" latinLnBrk="0" hangingPunct="1">
              <a:defRPr sz="1885" kern="1200">
                <a:solidFill>
                  <a:schemeClr val="tx1"/>
                </a:solidFill>
                <a:latin typeface="+mn-lt"/>
                <a:ea typeface="+mn-ea"/>
                <a:cs typeface="+mn-cs"/>
              </a:defRPr>
            </a:lvl4pPr>
            <a:lvl5pPr marL="1915850" algn="l" defTabSz="957925" rtl="0" eaLnBrk="1" latinLnBrk="0" hangingPunct="1">
              <a:defRPr sz="1885" kern="1200">
                <a:solidFill>
                  <a:schemeClr val="tx1"/>
                </a:solidFill>
                <a:latin typeface="+mn-lt"/>
                <a:ea typeface="+mn-ea"/>
                <a:cs typeface="+mn-cs"/>
              </a:defRPr>
            </a:lvl5pPr>
            <a:lvl6pPr marL="2394814" algn="l" defTabSz="957925" rtl="0" eaLnBrk="1" latinLnBrk="0" hangingPunct="1">
              <a:defRPr sz="1885" kern="1200">
                <a:solidFill>
                  <a:schemeClr val="tx1"/>
                </a:solidFill>
                <a:latin typeface="+mn-lt"/>
                <a:ea typeface="+mn-ea"/>
                <a:cs typeface="+mn-cs"/>
              </a:defRPr>
            </a:lvl6pPr>
            <a:lvl7pPr marL="2873777" algn="l" defTabSz="957925" rtl="0" eaLnBrk="1" latinLnBrk="0" hangingPunct="1">
              <a:defRPr sz="1885" kern="1200">
                <a:solidFill>
                  <a:schemeClr val="tx1"/>
                </a:solidFill>
                <a:latin typeface="+mn-lt"/>
                <a:ea typeface="+mn-ea"/>
                <a:cs typeface="+mn-cs"/>
              </a:defRPr>
            </a:lvl7pPr>
            <a:lvl8pPr marL="3352739" algn="l" defTabSz="957925" rtl="0" eaLnBrk="1" latinLnBrk="0" hangingPunct="1">
              <a:defRPr sz="1885" kern="1200">
                <a:solidFill>
                  <a:schemeClr val="tx1"/>
                </a:solidFill>
                <a:latin typeface="+mn-lt"/>
                <a:ea typeface="+mn-ea"/>
                <a:cs typeface="+mn-cs"/>
              </a:defRPr>
            </a:lvl8pPr>
            <a:lvl9pPr marL="3831702" algn="l" defTabSz="957925" rtl="0" eaLnBrk="1" latinLnBrk="0" hangingPunct="1">
              <a:defRPr sz="1885" kern="1200">
                <a:solidFill>
                  <a:schemeClr val="tx1"/>
                </a:solidFill>
                <a:latin typeface="+mn-lt"/>
                <a:ea typeface="+mn-ea"/>
                <a:cs typeface="+mn-cs"/>
              </a:defRPr>
            </a:lvl9pPr>
          </a:lstStyle>
          <a:p>
            <a:pPr>
              <a:lnSpc>
                <a:spcPts val="2632"/>
              </a:lnSpc>
            </a:pPr>
            <a:endParaRPr lang="en-US" sz="1615" dirty="0"/>
          </a:p>
        </p:txBody>
      </p:sp>
      <p:sp>
        <p:nvSpPr>
          <p:cNvPr id="7" name="Text 4"/>
          <p:cNvSpPr/>
          <p:nvPr/>
        </p:nvSpPr>
        <p:spPr>
          <a:xfrm>
            <a:off x="1295439" y="6290679"/>
            <a:ext cx="6975157" cy="334987"/>
          </a:xfrm>
          <a:prstGeom prst="rect">
            <a:avLst/>
          </a:prstGeom>
          <a:noFill/>
          <a:ln/>
        </p:spPr>
        <p:txBody>
          <a:bodyPr wrap="none" lIns="0" tIns="0" rIns="0" bIns="0" rtlCol="0" anchor="t"/>
          <a:lstStyle>
            <a:defPPr>
              <a:defRPr lang="en-US"/>
            </a:defPPr>
            <a:lvl1pPr marL="0" algn="l" defTabSz="957925" rtl="0" eaLnBrk="1" latinLnBrk="0" hangingPunct="1">
              <a:defRPr sz="1885" kern="1200">
                <a:solidFill>
                  <a:schemeClr val="tx1"/>
                </a:solidFill>
                <a:latin typeface="+mn-lt"/>
                <a:ea typeface="+mn-ea"/>
                <a:cs typeface="+mn-cs"/>
              </a:defRPr>
            </a:lvl1pPr>
            <a:lvl2pPr marL="478963" algn="l" defTabSz="957925" rtl="0" eaLnBrk="1" latinLnBrk="0" hangingPunct="1">
              <a:defRPr sz="1885" kern="1200">
                <a:solidFill>
                  <a:schemeClr val="tx1"/>
                </a:solidFill>
                <a:latin typeface="+mn-lt"/>
                <a:ea typeface="+mn-ea"/>
                <a:cs typeface="+mn-cs"/>
              </a:defRPr>
            </a:lvl2pPr>
            <a:lvl3pPr marL="957925" algn="l" defTabSz="957925" rtl="0" eaLnBrk="1" latinLnBrk="0" hangingPunct="1">
              <a:defRPr sz="1885" kern="1200">
                <a:solidFill>
                  <a:schemeClr val="tx1"/>
                </a:solidFill>
                <a:latin typeface="+mn-lt"/>
                <a:ea typeface="+mn-ea"/>
                <a:cs typeface="+mn-cs"/>
              </a:defRPr>
            </a:lvl3pPr>
            <a:lvl4pPr marL="1436888" algn="l" defTabSz="957925" rtl="0" eaLnBrk="1" latinLnBrk="0" hangingPunct="1">
              <a:defRPr sz="1885" kern="1200">
                <a:solidFill>
                  <a:schemeClr val="tx1"/>
                </a:solidFill>
                <a:latin typeface="+mn-lt"/>
                <a:ea typeface="+mn-ea"/>
                <a:cs typeface="+mn-cs"/>
              </a:defRPr>
            </a:lvl4pPr>
            <a:lvl5pPr marL="1915850" algn="l" defTabSz="957925" rtl="0" eaLnBrk="1" latinLnBrk="0" hangingPunct="1">
              <a:defRPr sz="1885" kern="1200">
                <a:solidFill>
                  <a:schemeClr val="tx1"/>
                </a:solidFill>
                <a:latin typeface="+mn-lt"/>
                <a:ea typeface="+mn-ea"/>
                <a:cs typeface="+mn-cs"/>
              </a:defRPr>
            </a:lvl5pPr>
            <a:lvl6pPr marL="2394814" algn="l" defTabSz="957925" rtl="0" eaLnBrk="1" latinLnBrk="0" hangingPunct="1">
              <a:defRPr sz="1885" kern="1200">
                <a:solidFill>
                  <a:schemeClr val="tx1"/>
                </a:solidFill>
                <a:latin typeface="+mn-lt"/>
                <a:ea typeface="+mn-ea"/>
                <a:cs typeface="+mn-cs"/>
              </a:defRPr>
            </a:lvl6pPr>
            <a:lvl7pPr marL="2873777" algn="l" defTabSz="957925" rtl="0" eaLnBrk="1" latinLnBrk="0" hangingPunct="1">
              <a:defRPr sz="1885" kern="1200">
                <a:solidFill>
                  <a:schemeClr val="tx1"/>
                </a:solidFill>
                <a:latin typeface="+mn-lt"/>
                <a:ea typeface="+mn-ea"/>
                <a:cs typeface="+mn-cs"/>
              </a:defRPr>
            </a:lvl7pPr>
            <a:lvl8pPr marL="3352739" algn="l" defTabSz="957925" rtl="0" eaLnBrk="1" latinLnBrk="0" hangingPunct="1">
              <a:defRPr sz="1885" kern="1200">
                <a:solidFill>
                  <a:schemeClr val="tx1"/>
                </a:solidFill>
                <a:latin typeface="+mn-lt"/>
                <a:ea typeface="+mn-ea"/>
                <a:cs typeface="+mn-cs"/>
              </a:defRPr>
            </a:lvl8pPr>
            <a:lvl9pPr marL="3831702" algn="l" defTabSz="957925" rtl="0" eaLnBrk="1" latinLnBrk="0" hangingPunct="1">
              <a:defRPr sz="1885" kern="1200">
                <a:solidFill>
                  <a:schemeClr val="tx1"/>
                </a:solidFill>
                <a:latin typeface="+mn-lt"/>
                <a:ea typeface="+mn-ea"/>
                <a:cs typeface="+mn-cs"/>
              </a:defRPr>
            </a:lvl9pPr>
          </a:lstStyle>
          <a:p>
            <a:pPr>
              <a:lnSpc>
                <a:spcPts val="2632"/>
              </a:lnSpc>
            </a:pPr>
            <a:endParaRPr lang="en-US" sz="1615" dirty="0"/>
          </a:p>
        </p:txBody>
      </p:sp>
      <p:sp>
        <p:nvSpPr>
          <p:cNvPr id="8" name="Text 5"/>
          <p:cNvSpPr/>
          <p:nvPr/>
        </p:nvSpPr>
        <p:spPr>
          <a:xfrm>
            <a:off x="1295439" y="6861189"/>
            <a:ext cx="6975157" cy="334987"/>
          </a:xfrm>
          <a:prstGeom prst="rect">
            <a:avLst/>
          </a:prstGeom>
          <a:noFill/>
          <a:ln/>
        </p:spPr>
        <p:txBody>
          <a:bodyPr wrap="none" lIns="0" tIns="0" rIns="0" bIns="0" rtlCol="0" anchor="t"/>
          <a:lstStyle>
            <a:defPPr>
              <a:defRPr lang="en-US"/>
            </a:defPPr>
            <a:lvl1pPr marL="0" algn="l" defTabSz="957925" rtl="0" eaLnBrk="1" latinLnBrk="0" hangingPunct="1">
              <a:defRPr sz="1885" kern="1200">
                <a:solidFill>
                  <a:schemeClr val="tx1"/>
                </a:solidFill>
                <a:latin typeface="+mn-lt"/>
                <a:ea typeface="+mn-ea"/>
                <a:cs typeface="+mn-cs"/>
              </a:defRPr>
            </a:lvl1pPr>
            <a:lvl2pPr marL="478963" algn="l" defTabSz="957925" rtl="0" eaLnBrk="1" latinLnBrk="0" hangingPunct="1">
              <a:defRPr sz="1885" kern="1200">
                <a:solidFill>
                  <a:schemeClr val="tx1"/>
                </a:solidFill>
                <a:latin typeface="+mn-lt"/>
                <a:ea typeface="+mn-ea"/>
                <a:cs typeface="+mn-cs"/>
              </a:defRPr>
            </a:lvl2pPr>
            <a:lvl3pPr marL="957925" algn="l" defTabSz="957925" rtl="0" eaLnBrk="1" latinLnBrk="0" hangingPunct="1">
              <a:defRPr sz="1885" kern="1200">
                <a:solidFill>
                  <a:schemeClr val="tx1"/>
                </a:solidFill>
                <a:latin typeface="+mn-lt"/>
                <a:ea typeface="+mn-ea"/>
                <a:cs typeface="+mn-cs"/>
              </a:defRPr>
            </a:lvl3pPr>
            <a:lvl4pPr marL="1436888" algn="l" defTabSz="957925" rtl="0" eaLnBrk="1" latinLnBrk="0" hangingPunct="1">
              <a:defRPr sz="1885" kern="1200">
                <a:solidFill>
                  <a:schemeClr val="tx1"/>
                </a:solidFill>
                <a:latin typeface="+mn-lt"/>
                <a:ea typeface="+mn-ea"/>
                <a:cs typeface="+mn-cs"/>
              </a:defRPr>
            </a:lvl4pPr>
            <a:lvl5pPr marL="1915850" algn="l" defTabSz="957925" rtl="0" eaLnBrk="1" latinLnBrk="0" hangingPunct="1">
              <a:defRPr sz="1885" kern="1200">
                <a:solidFill>
                  <a:schemeClr val="tx1"/>
                </a:solidFill>
                <a:latin typeface="+mn-lt"/>
                <a:ea typeface="+mn-ea"/>
                <a:cs typeface="+mn-cs"/>
              </a:defRPr>
            </a:lvl5pPr>
            <a:lvl6pPr marL="2394814" algn="l" defTabSz="957925" rtl="0" eaLnBrk="1" latinLnBrk="0" hangingPunct="1">
              <a:defRPr sz="1885" kern="1200">
                <a:solidFill>
                  <a:schemeClr val="tx1"/>
                </a:solidFill>
                <a:latin typeface="+mn-lt"/>
                <a:ea typeface="+mn-ea"/>
                <a:cs typeface="+mn-cs"/>
              </a:defRPr>
            </a:lvl6pPr>
            <a:lvl7pPr marL="2873777" algn="l" defTabSz="957925" rtl="0" eaLnBrk="1" latinLnBrk="0" hangingPunct="1">
              <a:defRPr sz="1885" kern="1200">
                <a:solidFill>
                  <a:schemeClr val="tx1"/>
                </a:solidFill>
                <a:latin typeface="+mn-lt"/>
                <a:ea typeface="+mn-ea"/>
                <a:cs typeface="+mn-cs"/>
              </a:defRPr>
            </a:lvl7pPr>
            <a:lvl8pPr marL="3352739" algn="l" defTabSz="957925" rtl="0" eaLnBrk="1" latinLnBrk="0" hangingPunct="1">
              <a:defRPr sz="1885" kern="1200">
                <a:solidFill>
                  <a:schemeClr val="tx1"/>
                </a:solidFill>
                <a:latin typeface="+mn-lt"/>
                <a:ea typeface="+mn-ea"/>
                <a:cs typeface="+mn-cs"/>
              </a:defRPr>
            </a:lvl8pPr>
            <a:lvl9pPr marL="3831702" algn="l" defTabSz="957925" rtl="0" eaLnBrk="1" latinLnBrk="0" hangingPunct="1">
              <a:defRPr sz="1885" kern="1200">
                <a:solidFill>
                  <a:schemeClr val="tx1"/>
                </a:solidFill>
                <a:latin typeface="+mn-lt"/>
                <a:ea typeface="+mn-ea"/>
                <a:cs typeface="+mn-cs"/>
              </a:defRPr>
            </a:lvl9pPr>
          </a:lstStyle>
          <a:p>
            <a:pPr>
              <a:lnSpc>
                <a:spcPts val="2632"/>
              </a:lnSpc>
            </a:pPr>
            <a:endParaRPr lang="en-US" sz="1615" dirty="0"/>
          </a:p>
        </p:txBody>
      </p:sp>
    </p:spTree>
    <p:extLst>
      <p:ext uri="{BB962C8B-B14F-4D97-AF65-F5344CB8AC3E}">
        <p14:creationId xmlns:p14="http://schemas.microsoft.com/office/powerpoint/2010/main" val="17577169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TEMPLAFYSLIDEID" val="63720124017639799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HPE Standard 16x9 White Template">
  <a:themeElements>
    <a:clrScheme name="HPE">
      <a:dk1>
        <a:sysClr val="windowText" lastClr="000000"/>
      </a:dk1>
      <a:lt1>
        <a:sysClr val="window" lastClr="FFFFFF"/>
      </a:lt1>
      <a:dk2>
        <a:srgbClr val="C6C6C2"/>
      </a:dk2>
      <a:lt2>
        <a:srgbClr val="787871"/>
      </a:lt2>
      <a:accent1>
        <a:srgbClr val="0D5265"/>
      </a:accent1>
      <a:accent2>
        <a:srgbClr val="7FF9E2"/>
      </a:accent2>
      <a:accent3>
        <a:srgbClr val="7630EA"/>
      </a:accent3>
      <a:accent4>
        <a:srgbClr val="C140FF"/>
      </a:accent4>
      <a:accent5>
        <a:srgbClr val="FF8300"/>
      </a:accent5>
      <a:accent6>
        <a:srgbClr val="FEC901"/>
      </a:accent6>
      <a:hlink>
        <a:srgbClr val="000000"/>
      </a:hlink>
      <a:folHlink>
        <a:srgbClr val="000000"/>
      </a:folHlink>
    </a:clrScheme>
    <a:fontScheme name="MetricHPE">
      <a:majorFont>
        <a:latin typeface="MetricHPE"/>
        <a:ea typeface=""/>
        <a:cs typeface=""/>
      </a:majorFont>
      <a:minorFont>
        <a:latin typeface="MetricHP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ltGray">
        <a:noFill/>
        <a:ln w="57150">
          <a:solidFill>
            <a:schemeClr val="accent1"/>
          </a:solidFill>
        </a:ln>
      </a:spPr>
      <a:bodyPr tIns="91440" bIns="91440"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5715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ln w="57150">
          <a:noFill/>
          <a:miter lim="800000"/>
        </a:ln>
      </a:spPr>
      <a:bodyPr wrap="square" lIns="90000" tIns="90000" rIns="90000" bIns="90000" rtlCol="0" anchor="ctr" anchorCtr="0">
        <a:noAutofit/>
      </a:bodyPr>
      <a:lstStyle>
        <a:defPPr marL="0" indent="0" algn="ctr">
          <a:lnSpc>
            <a:spcPct val="90000"/>
          </a:lnSpc>
          <a:spcBef>
            <a:spcPts val="400"/>
          </a:spcBef>
          <a:buFont typeface="MetricHPE" panose="020B0503030202060203" pitchFamily="34" charset="0"/>
          <a:buNone/>
          <a:defRPr dirty="0" err="1" smtClean="0"/>
        </a:defPPr>
      </a:lstStyle>
    </a:txDef>
  </a:objectDefaults>
  <a:extraClrSchemeLst/>
  <a:custClrLst>
    <a:custClr name="HPE Green">
      <a:srgbClr val="01A982"/>
    </a:custClr>
    <a:custClr name="Medium Blue">
      <a:srgbClr val="32DAC8"/>
    </a:custClr>
    <a:custClr name="Light Gray">
      <a:srgbClr val="C6C9CA"/>
    </a:custClr>
    <a:custClr name="Dark Gray">
      <a:srgbClr val="808285"/>
    </a:custClr>
  </a:custClrLst>
  <a:extLst>
    <a:ext uri="{05A4C25C-085E-4340-85A3-A5531E510DB2}">
      <thm15:themeFamily xmlns:thm15="http://schemas.microsoft.com/office/thememl/2012/main" name="HPE Standard 16x9 White Template.pptx" id="{AAF2CD36-BE7C-4F9F-B1DB-31FDF85A2F69}" vid="{E2B6C186-1D44-4ABF-AD5A-782CC18F677B}"/>
    </a:ext>
  </a:extLst>
</a:theme>
</file>

<file path=ppt/theme/theme3.xml><?xml version="1.0" encoding="utf-8"?>
<a:theme xmlns:a="http://schemas.openxmlformats.org/drawingml/2006/main" name="HPE Standard 16x9 White Template">
  <a:themeElements>
    <a:clrScheme name="HPE">
      <a:dk1>
        <a:sysClr val="windowText" lastClr="000000"/>
      </a:dk1>
      <a:lt1>
        <a:sysClr val="window" lastClr="FFFFFF"/>
      </a:lt1>
      <a:dk2>
        <a:srgbClr val="C6C6C2"/>
      </a:dk2>
      <a:lt2>
        <a:srgbClr val="787871"/>
      </a:lt2>
      <a:accent1>
        <a:srgbClr val="0D5265"/>
      </a:accent1>
      <a:accent2>
        <a:srgbClr val="7FF9E2"/>
      </a:accent2>
      <a:accent3>
        <a:srgbClr val="7630EA"/>
      </a:accent3>
      <a:accent4>
        <a:srgbClr val="C140FF"/>
      </a:accent4>
      <a:accent5>
        <a:srgbClr val="FF8300"/>
      </a:accent5>
      <a:accent6>
        <a:srgbClr val="FEC901"/>
      </a:accent6>
      <a:hlink>
        <a:srgbClr val="000000"/>
      </a:hlink>
      <a:folHlink>
        <a:srgbClr val="000000"/>
      </a:folHlink>
    </a:clrScheme>
    <a:fontScheme name="MetricHPE">
      <a:majorFont>
        <a:latin typeface="MetricHPE"/>
        <a:ea typeface=""/>
        <a:cs typeface=""/>
      </a:majorFont>
      <a:minorFont>
        <a:latin typeface="MetricHP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ltGray">
        <a:noFill/>
        <a:ln w="57150">
          <a:solidFill>
            <a:schemeClr val="accent1"/>
          </a:solidFill>
        </a:ln>
      </a:spPr>
      <a:bodyPr tIns="91440" bIns="91440"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5715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ln w="57150">
          <a:noFill/>
          <a:miter lim="800000"/>
        </a:ln>
      </a:spPr>
      <a:bodyPr wrap="square" lIns="90000" tIns="90000" rIns="90000" bIns="90000" rtlCol="0" anchor="ctr" anchorCtr="0">
        <a:noAutofit/>
      </a:bodyPr>
      <a:lstStyle>
        <a:defPPr marL="0" indent="0" algn="ctr">
          <a:lnSpc>
            <a:spcPct val="90000"/>
          </a:lnSpc>
          <a:spcBef>
            <a:spcPts val="400"/>
          </a:spcBef>
          <a:buFont typeface="MetricHPE" panose="020B0503030202060203" pitchFamily="34" charset="0"/>
          <a:buNone/>
          <a:defRPr dirty="0" err="1" smtClean="0"/>
        </a:defPPr>
      </a:lstStyle>
    </a:txDef>
  </a:objectDefaults>
  <a:extraClrSchemeLst/>
  <a:custClrLst>
    <a:custClr name="HPE Green">
      <a:srgbClr val="01A982"/>
    </a:custClr>
    <a:custClr name="Medium Blue">
      <a:srgbClr val="32DAC8"/>
    </a:custClr>
    <a:custClr name="Light Gray">
      <a:srgbClr val="C6C9CA"/>
    </a:custClr>
    <a:custClr name="Dark Gray">
      <a:srgbClr val="808285"/>
    </a:custClr>
  </a:custClrLst>
  <a:extLst>
    <a:ext uri="{05A4C25C-085E-4340-85A3-A5531E510DB2}">
      <thm15:themeFamily xmlns:thm15="http://schemas.microsoft.com/office/thememl/2012/main" name="Presentation2" id="{8CC1A722-3724-3F4E-85B1-7D2D15694105}" vid="{9EF9A247-1E07-4F4C-B091-009E2842ADC9}"/>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11</Slides>
  <Notes>11</Notes>
  <HiddenSlides>0</HiddenSlides>
  <MMClips>0</MMClips>
  <ScaleCrop>false</ScaleCrop>
  <HeadingPairs>
    <vt:vector size="4" baseType="variant">
      <vt:variant>
        <vt:lpstr>Theme</vt:lpstr>
      </vt:variant>
      <vt:variant>
        <vt:i4>3</vt:i4>
      </vt:variant>
      <vt:variant>
        <vt:lpstr>Slide Titles</vt:lpstr>
      </vt:variant>
      <vt:variant>
        <vt:i4>11</vt:i4>
      </vt:variant>
    </vt:vector>
  </HeadingPairs>
  <TitlesOfParts>
    <vt:vector size="14" baseType="lpstr">
      <vt:lpstr>Office Theme</vt:lpstr>
      <vt:lpstr>1_HPE Standard 16x9 White Template</vt:lpstr>
      <vt:lpstr>HPE Standard 16x9 White Template</vt:lpstr>
      <vt:lpstr>Introduction to Vector Databases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66</cp:revision>
  <dcterms:created xsi:type="dcterms:W3CDTF">2024-12-13T15:44:41Z</dcterms:created>
  <dcterms:modified xsi:type="dcterms:W3CDTF">2025-05-02T17:34:51Z</dcterms:modified>
</cp:coreProperties>
</file>